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14" r:id="rId2"/>
    <p:sldId id="904" r:id="rId3"/>
    <p:sldId id="905" r:id="rId4"/>
    <p:sldId id="906" r:id="rId5"/>
    <p:sldId id="907" r:id="rId6"/>
    <p:sldId id="891" r:id="rId7"/>
    <p:sldId id="889" r:id="rId8"/>
    <p:sldId id="892" r:id="rId9"/>
    <p:sldId id="900" r:id="rId10"/>
    <p:sldId id="903" r:id="rId11"/>
    <p:sldId id="897" r:id="rId12"/>
    <p:sldId id="90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39" autoAdjust="0"/>
    <p:restoredTop sz="94680"/>
  </p:normalViewPr>
  <p:slideViewPr>
    <p:cSldViewPr snapToGrid="0">
      <p:cViewPr varScale="1">
        <p:scale>
          <a:sx n="90" d="100"/>
          <a:sy n="90" d="100"/>
        </p:scale>
        <p:origin x="44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4485D6-B173-0318-2F17-BB54D68E8F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38D0E4-564E-C863-8098-D71A29FB03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EF63FD-1ECA-9769-6A4E-5415D77B6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D5A361-97B5-4AB9-B301-0A807A88EADD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6058C8-D396-664E-65F4-643EFF87AE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F61B82-6972-6DF5-03A5-5B43AC50CE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887592-1486-42EC-9A5E-D4CFD43C39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27046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39825E-E486-50F3-A6AA-AF369D850F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682B8D-BE17-A464-AAF5-3568E47E4D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946079-8B81-0B0B-D1B2-86167EDDFF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D5A361-97B5-4AB9-B301-0A807A88EADD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500E72-929D-99A9-71C4-6AB78A2C80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13DF03-21A6-6147-5F5A-BE82AEBA8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887592-1486-42EC-9A5E-D4CFD43C39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19261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89B8C6-BD67-108A-1F50-C88949F553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E42122-D35D-145A-B863-10B4C4E07F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AE59FA-1FD5-E6EA-3644-FF5047EB05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D5A361-97B5-4AB9-B301-0A807A88EADD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73FE03-30FC-9C02-36D4-405892748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EC090B-1BA7-22F4-5ADE-6E3A61832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887592-1486-42EC-9A5E-D4CFD43C39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30809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EDE0C-7688-40BE-7FA4-37C8071510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A76CFE-7FD0-1EF1-0244-8C72DB9C69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0A50B6-594D-1A19-7B19-706CDA583A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9B49B7-6384-4E18-01D7-A6819E07AB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D5A361-97B5-4AB9-B301-0A807A88EADD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3500D0-201D-AAE8-1EE7-68F7230112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D5232A-C422-9EDA-662A-63FADCA1A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887592-1486-42EC-9A5E-D4CFD43C39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4134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2F71C-D78A-EF4D-FCEA-E33030336B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9D2F90-1524-104D-94C0-8B5BE53011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1D7F65-75B2-BE63-A7A4-74A0496234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13B663-D3C3-6841-5B07-E97C6B3D78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6B150FE-6B15-E2DA-66A0-A2E73781BF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AA73FD-39FC-06DB-3707-6BF0D830A5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D5A361-97B5-4AB9-B301-0A807A88EADD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C0859B-FB48-B0C1-835D-2DDE1AF589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4B6DD60-C26F-5A4F-60B9-1F7DD8E79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887592-1486-42EC-9A5E-D4CFD43C39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54960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F260A0-84C3-5882-37BE-4744FFBE18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F05E4A-0E9B-11FA-BFBC-86B8D5B1EA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D5A361-97B5-4AB9-B301-0A807A88EADD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9629B5-FEE7-BCDF-C4A4-4338A8901C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8FD41E-B2E7-1434-A539-D15EA962D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887592-1486-42EC-9A5E-D4CFD43C39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40750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0A225C5-1CFB-CAE3-6868-0EE8284F79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D5A361-97B5-4AB9-B301-0A807A88EADD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FC8B12C-39C7-6E59-D4E9-74B95E2CB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0C5434-2DBB-D367-0887-04F87AD8C1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887592-1486-42EC-9A5E-D4CFD43C39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9009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184583-78D1-26D0-2672-5E854B237D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679A8-6559-50C1-2B6A-8E5D1C2440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CD284F-34B7-1731-5A68-3DF1DBFE1A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DF2E86-DAEB-965D-C640-642423178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D5A361-97B5-4AB9-B301-0A807A88EADD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E5FA97-EED0-7400-8F88-A23E334829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657AE5-6417-FD66-FB07-4283C5BCE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887592-1486-42EC-9A5E-D4CFD43C39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0729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0FDCA3-4270-FEEA-F366-0154FEC2E0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EA55FB0-4A0E-843A-FD01-511D8AFB50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44F166-D791-A3CE-7F33-B9D6CAAF3E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15142B-6DCA-F9C7-E3E1-68AAADCD86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D5A361-97B5-4AB9-B301-0A807A88EADD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1BD3FE-E046-07C2-D09B-647AFC287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0977CA-8A6D-184D-2491-21C5ADE24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887592-1486-42EC-9A5E-D4CFD43C39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15698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C949B4-F944-259D-FE4E-A8EF0C937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AE8466-6DEB-2B63-6AB8-F9BEDA90A7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C38FD4-B0A5-8AAE-DCED-82194E9E48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D5A361-97B5-4AB9-B301-0A807A88EADD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C6D053-412A-EF60-8476-1005E902E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060D6E-1588-8701-DEB0-1D5FF23B3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887592-1486-42EC-9A5E-D4CFD43C39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1619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699177A-7325-38A1-05B2-1A6F6FD6FC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C29415-7499-482D-A508-2D40DD7637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C3032F-D276-1994-1072-A46B84DE74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D5A361-97B5-4AB9-B301-0A807A88EADD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F47453-5259-F942-B62D-B349CFAF77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D3EB6E-28BD-1F87-B659-AF05AA81B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887592-1486-42EC-9A5E-D4CFD43C39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1571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4E62799-8825-FBE0-971E-2324E014FA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881D90-C1BD-4213-FC4C-660230D9DB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8E93BB-7318-65BB-5B0F-6BFE54958A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D5A361-97B5-4AB9-B301-0A807A88EADD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DD574D-5260-342C-B08C-D6122909ED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34A9F8-E627-4D0E-5F2C-E02924547F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887592-1486-42EC-9A5E-D4CFD43C39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8145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commons.wikimedia.org/wiki/File:Body_Movements_I.jpg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45D3EC-F7F0-F9B6-07F7-2115728F9F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TextBox 192">
            <a:extLst>
              <a:ext uri="{FF2B5EF4-FFF2-40B4-BE49-F238E27FC236}">
                <a16:creationId xmlns:a16="http://schemas.microsoft.com/office/drawing/2014/main" id="{BFC46282-4F0C-0139-BD57-4BA80A8DBC36}"/>
              </a:ext>
            </a:extLst>
          </p:cNvPr>
          <p:cNvSpPr txBox="1"/>
          <p:nvPr/>
        </p:nvSpPr>
        <p:spPr>
          <a:xfrm>
            <a:off x="4455078" y="290696"/>
            <a:ext cx="2211786" cy="6563802"/>
          </a:xfrm>
          <a:prstGeom prst="rect">
            <a:avLst/>
          </a:prstGeom>
          <a:pattFill prst="wdDnDiag">
            <a:fgClr>
              <a:schemeClr val="accent1"/>
            </a:fgClr>
            <a:bgClr>
              <a:schemeClr val="bg1"/>
            </a:bgClr>
          </a:patt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201BBD56-B03A-B1CC-278F-51B861D6D500}"/>
              </a:ext>
            </a:extLst>
          </p:cNvPr>
          <p:cNvGrpSpPr/>
          <p:nvPr/>
        </p:nvGrpSpPr>
        <p:grpSpPr>
          <a:xfrm>
            <a:off x="1818804" y="1711119"/>
            <a:ext cx="7374165" cy="5083727"/>
            <a:chOff x="1834171" y="1637290"/>
            <a:chExt cx="7374165" cy="5083727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DCA48287-40EA-6A52-C3CE-9AB69A67F8D1}"/>
                </a:ext>
              </a:extLst>
            </p:cNvPr>
            <p:cNvGrpSpPr/>
            <p:nvPr/>
          </p:nvGrpSpPr>
          <p:grpSpPr>
            <a:xfrm>
              <a:off x="1945714" y="1637290"/>
              <a:ext cx="7262622" cy="1653540"/>
              <a:chOff x="0" y="0"/>
              <a:chExt cx="7262622" cy="1653540"/>
            </a:xfrm>
          </p:grpSpPr>
          <p:sp>
            <p:nvSpPr>
              <p:cNvPr id="24" name="Text Box 67">
                <a:extLst>
                  <a:ext uri="{FF2B5EF4-FFF2-40B4-BE49-F238E27FC236}">
                    <a16:creationId xmlns:a16="http://schemas.microsoft.com/office/drawing/2014/main" id="{91405D3E-8710-786F-513D-4459D07C3D3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105650" y="1049020"/>
                <a:ext cx="141605" cy="2603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lc="http://schemas.openxmlformats.org/drawingml/2006/lockedCanvas" xmlns:a14="http://schemas.microsoft.com/office/drawing/2010/main" xmlns:w="http://schemas.openxmlformats.org/wordprocessingml/2006/main" xmlns:w10="urn:schemas-microsoft-com:office:word" xmlns:v="urn:schemas-microsoft-com:vml" xmlns:o="urn:schemas-microsoft-com:office:office" xmlns:mv="urn:schemas-microsoft-com:mac:vml" xmlns:mo="http://schemas.microsoft.com/office/mac/office/2008/main" xmlns:wps="http://schemas.microsoft.com/office/word/2010/wordprocessingShape" xmlns:wne="http://schemas.microsoft.com/office/word/2006/wordml" xmlns:wpi="http://schemas.microsoft.com/office/word/2010/wordprocessingInk" xmlns:wpg="http://schemas.microsoft.com/office/word/2010/wordprocessingGroup" xmlns:w16se="http://schemas.microsoft.com/office/word/2015/wordml/symex" xmlns:w15="http://schemas.microsoft.com/office/word/2012/wordml" xmlns:w14="http://schemas.microsoft.com/office/word/2010/wordml" xmlns:wp="http://schemas.openxmlformats.org/drawingml/2006/wordprocessingDrawing" xmlns:wp14="http://schemas.microsoft.com/office/word/2010/wordprocessingDrawing" xmlns:m="http://schemas.openxmlformats.org/officeDocument/2006/math" xmlns:mc="http://schemas.openxmlformats.org/markup-compatibility/2006" xmlns:cx1="http://schemas.microsoft.com/office/drawing/2015/9/8/chartex" xmlns:cx="http://schemas.microsoft.com/office/drawing/2014/chartex" xmlns:wpc="http://schemas.microsoft.com/office/word/2010/wordprocessingCanvas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lc="http://schemas.openxmlformats.org/drawingml/2006/lockedCanvas" xmlns:a14="http://schemas.microsoft.com/office/drawing/2010/main" xmlns:w="http://schemas.openxmlformats.org/wordprocessingml/2006/main" xmlns:w10="urn:schemas-microsoft-com:office:word" xmlns:v="urn:schemas-microsoft-com:vml" xmlns:o="urn:schemas-microsoft-com:office:office" xmlns:mv="urn:schemas-microsoft-com:mac:vml" xmlns:mo="http://schemas.microsoft.com/office/mac/office/2008/main" xmlns:wps="http://schemas.microsoft.com/office/word/2010/wordprocessingShape" xmlns:wne="http://schemas.microsoft.com/office/word/2006/wordml" xmlns:wpi="http://schemas.microsoft.com/office/word/2010/wordprocessingInk" xmlns:wpg="http://schemas.microsoft.com/office/word/2010/wordprocessingGroup" xmlns:w16se="http://schemas.microsoft.com/office/word/2015/wordml/symex" xmlns:w15="http://schemas.microsoft.com/office/word/2012/wordml" xmlns:w14="http://schemas.microsoft.com/office/word/2010/wordml" xmlns:wp="http://schemas.openxmlformats.org/drawingml/2006/wordprocessingDrawing" xmlns:wp14="http://schemas.microsoft.com/office/word/2010/wordprocessingDrawing" xmlns:m="http://schemas.openxmlformats.org/officeDocument/2006/math" xmlns:mc="http://schemas.openxmlformats.org/markup-compatibility/2006" xmlns:cx1="http://schemas.microsoft.com/office/drawing/2015/9/8/chartex" xmlns:cx="http://schemas.microsoft.com/office/drawing/2014/chartex" xmlns:wpc="http://schemas.microsoft.com/office/word/2010/wordprocessingCanvas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pPr marL="0" marR="0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</a:pPr>
                <a:r>
                  <a:rPr lang="en-US" sz="1100" dirty="0">
                    <a:effectLst/>
                    <a:latin typeface="Calibri" panose="020F0502020204030204" pitchFamily="34" charset="0"/>
                    <a:ea typeface="MS Mincho" panose="02020609040205080304" pitchFamily="49" charset="-128"/>
                    <a:cs typeface="Times New Roman" panose="02020603050405020304" pitchFamily="18" charset="0"/>
                  </a:rPr>
                  <a:t>t</a:t>
                </a:r>
              </a:p>
            </p:txBody>
          </p:sp>
          <p:cxnSp>
            <p:nvCxnSpPr>
              <p:cNvPr id="25" name="AutoShape 71">
                <a:extLst>
                  <a:ext uri="{FF2B5EF4-FFF2-40B4-BE49-F238E27FC236}">
                    <a16:creationId xmlns:a16="http://schemas.microsoft.com/office/drawing/2014/main" id="{6E187581-7506-DF55-3395-0489E9F990EC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355727" y="1291830"/>
                <a:ext cx="6906895" cy="1270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lc="http://schemas.openxmlformats.org/drawingml/2006/lockedCanvas" xmlns:a14="http://schemas.microsoft.com/office/drawing/2010/main" xmlns:w="http://schemas.openxmlformats.org/wordprocessingml/2006/main" xmlns:w10="urn:schemas-microsoft-com:office:word" xmlns:v="urn:schemas-microsoft-com:vml" xmlns:o="urn:schemas-microsoft-com:office:office" xmlns:mv="urn:schemas-microsoft-com:mac:vml" xmlns:mo="http://schemas.microsoft.com/office/mac/office/2008/main" xmlns:wps="http://schemas.microsoft.com/office/word/2010/wordprocessingShape" xmlns:wne="http://schemas.microsoft.com/office/word/2006/wordml" xmlns:wpi="http://schemas.microsoft.com/office/word/2010/wordprocessingInk" xmlns:wpg="http://schemas.microsoft.com/office/word/2010/wordprocessingGroup" xmlns:w16se="http://schemas.microsoft.com/office/word/2015/wordml/symex" xmlns:w15="http://schemas.microsoft.com/office/word/2012/wordml" xmlns:w14="http://schemas.microsoft.com/office/word/2010/wordml" xmlns:wp="http://schemas.openxmlformats.org/drawingml/2006/wordprocessingDrawing" xmlns:wp14="http://schemas.microsoft.com/office/word/2010/wordprocessingDrawing" xmlns:m="http://schemas.openxmlformats.org/officeDocument/2006/math" xmlns:mc="http://schemas.openxmlformats.org/markup-compatibility/2006" xmlns:cx1="http://schemas.microsoft.com/office/drawing/2015/9/8/chartex" xmlns:cx="http://schemas.microsoft.com/office/drawing/2014/chartex" xmlns:wpc="http://schemas.microsoft.com/office/word/2010/wordprocessingCanvas" xmlns="">
                    <a:noFill/>
                  </a14:hiddenFill>
                </a:ext>
              </a:extLst>
            </p:spPr>
          </p:cxnSp>
          <p:cxnSp>
            <p:nvCxnSpPr>
              <p:cNvPr id="26" name="AutoShape 73">
                <a:extLst>
                  <a:ext uri="{FF2B5EF4-FFF2-40B4-BE49-F238E27FC236}">
                    <a16:creationId xmlns:a16="http://schemas.microsoft.com/office/drawing/2014/main" id="{39BB49B3-196D-663A-3A27-81D5A1DE18BD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>
                <a:off x="342900" y="0"/>
                <a:ext cx="38735" cy="165354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lc="http://schemas.openxmlformats.org/drawingml/2006/lockedCanvas" xmlns:a14="http://schemas.microsoft.com/office/drawing/2010/main" xmlns:w="http://schemas.openxmlformats.org/wordprocessingml/2006/main" xmlns:w10="urn:schemas-microsoft-com:office:word" xmlns:v="urn:schemas-microsoft-com:vml" xmlns:o="urn:schemas-microsoft-com:office:office" xmlns:mv="urn:schemas-microsoft-com:mac:vml" xmlns:mo="http://schemas.microsoft.com/office/mac/office/2008/main" xmlns:wps="http://schemas.microsoft.com/office/word/2010/wordprocessingShape" xmlns:wne="http://schemas.microsoft.com/office/word/2006/wordml" xmlns:wpi="http://schemas.microsoft.com/office/word/2010/wordprocessingInk" xmlns:wpg="http://schemas.microsoft.com/office/word/2010/wordprocessingGroup" xmlns:w16se="http://schemas.microsoft.com/office/word/2015/wordml/symex" xmlns:w15="http://schemas.microsoft.com/office/word/2012/wordml" xmlns:w14="http://schemas.microsoft.com/office/word/2010/wordml" xmlns:wp="http://schemas.openxmlformats.org/drawingml/2006/wordprocessingDrawing" xmlns:wp14="http://schemas.microsoft.com/office/word/2010/wordprocessingDrawing" xmlns:m="http://schemas.openxmlformats.org/officeDocument/2006/math" xmlns:mc="http://schemas.openxmlformats.org/markup-compatibility/2006" xmlns:cx1="http://schemas.microsoft.com/office/drawing/2015/9/8/chartex" xmlns:cx="http://schemas.microsoft.com/office/drawing/2014/chartex" xmlns:wpc="http://schemas.microsoft.com/office/word/2010/wordprocessingCanvas" xmlns="">
                    <a:noFill/>
                  </a14:hiddenFill>
                </a:ext>
              </a:extLst>
            </p:spPr>
          </p:cxnSp>
          <p:sp>
            <p:nvSpPr>
              <p:cNvPr id="27" name="Text Box 76">
                <a:extLst>
                  <a:ext uri="{FF2B5EF4-FFF2-40B4-BE49-F238E27FC236}">
                    <a16:creationId xmlns:a16="http://schemas.microsoft.com/office/drawing/2014/main" id="{06E333FB-0112-AD0E-9292-DEC0F6899DE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0" y="883920"/>
                <a:ext cx="375920" cy="4203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lc="http://schemas.openxmlformats.org/drawingml/2006/lockedCanvas" xmlns:a14="http://schemas.microsoft.com/office/drawing/2010/main" xmlns:w="http://schemas.openxmlformats.org/wordprocessingml/2006/main" xmlns:w10="urn:schemas-microsoft-com:office:word" xmlns:v="urn:schemas-microsoft-com:vml" xmlns:o="urn:schemas-microsoft-com:office:office" xmlns:mv="urn:schemas-microsoft-com:mac:vml" xmlns:mo="http://schemas.microsoft.com/office/mac/office/2008/main" xmlns:wps="http://schemas.microsoft.com/office/word/2010/wordprocessingShape" xmlns:wne="http://schemas.microsoft.com/office/word/2006/wordml" xmlns:wpi="http://schemas.microsoft.com/office/word/2010/wordprocessingInk" xmlns:wpg="http://schemas.microsoft.com/office/word/2010/wordprocessingGroup" xmlns:w16se="http://schemas.microsoft.com/office/word/2015/wordml/symex" xmlns:w15="http://schemas.microsoft.com/office/word/2012/wordml" xmlns:w14="http://schemas.microsoft.com/office/word/2010/wordml" xmlns:wp="http://schemas.openxmlformats.org/drawingml/2006/wordprocessingDrawing" xmlns:wp14="http://schemas.microsoft.com/office/word/2010/wordprocessingDrawing" xmlns:m="http://schemas.openxmlformats.org/officeDocument/2006/math" xmlns:mc="http://schemas.openxmlformats.org/markup-compatibility/2006" xmlns:cx1="http://schemas.microsoft.com/office/drawing/2015/9/8/chartex" xmlns:cx="http://schemas.microsoft.com/office/drawing/2014/chartex" xmlns:wpc="http://schemas.microsoft.com/office/word/2010/wordprocessingCanvas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lc="http://schemas.openxmlformats.org/drawingml/2006/lockedCanvas" xmlns:a14="http://schemas.microsoft.com/office/drawing/2010/main" xmlns:w="http://schemas.openxmlformats.org/wordprocessingml/2006/main" xmlns:w10="urn:schemas-microsoft-com:office:word" xmlns:v="urn:schemas-microsoft-com:vml" xmlns:o="urn:schemas-microsoft-com:office:office" xmlns:mv="urn:schemas-microsoft-com:mac:vml" xmlns:mo="http://schemas.microsoft.com/office/mac/office/2008/main" xmlns:wps="http://schemas.microsoft.com/office/word/2010/wordprocessingShape" xmlns:wne="http://schemas.microsoft.com/office/word/2006/wordml" xmlns:wpi="http://schemas.microsoft.com/office/word/2010/wordprocessingInk" xmlns:wpg="http://schemas.microsoft.com/office/word/2010/wordprocessingGroup" xmlns:w16se="http://schemas.microsoft.com/office/word/2015/wordml/symex" xmlns:w15="http://schemas.microsoft.com/office/word/2012/wordml" xmlns:w14="http://schemas.microsoft.com/office/word/2010/wordml" xmlns:wp="http://schemas.openxmlformats.org/drawingml/2006/wordprocessingDrawing" xmlns:wp14="http://schemas.microsoft.com/office/word/2010/wordprocessingDrawing" xmlns:m="http://schemas.openxmlformats.org/officeDocument/2006/math" xmlns:mc="http://schemas.openxmlformats.org/markup-compatibility/2006" xmlns:cx1="http://schemas.microsoft.com/office/drawing/2015/9/8/chartex" xmlns:cx="http://schemas.microsoft.com/office/drawing/2014/chartex" xmlns:wpc="http://schemas.microsoft.com/office/word/2010/wordprocessingCanvas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pPr marL="0" marR="0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</a:pPr>
                <a:r>
                  <a:rPr lang="en-US" sz="1400" dirty="0">
                    <a:effectLst/>
                    <a:latin typeface="Calibri" panose="020F0502020204030204" pitchFamily="34" charset="0"/>
                    <a:ea typeface="MS Mincho" panose="02020609040205080304" pitchFamily="49" charset="-128"/>
                    <a:cs typeface="Times New Roman" panose="02020603050405020304" pitchFamily="18" charset="0"/>
                    <a:sym typeface="Symbol" panose="05050102010706020507" pitchFamily="18" charset="2"/>
                  </a:rPr>
                  <a:t></a:t>
                </a:r>
                <a:endParaRPr lang="en-US" sz="1100" dirty="0">
                  <a:effectLst/>
                  <a:latin typeface="Calibri" panose="020F0502020204030204" pitchFamily="34" charset="0"/>
                  <a:ea typeface="MS Mincho" panose="02020609040205080304" pitchFamily="49" charset="-128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8CBA9E46-C07D-CF8D-9F5D-1C72971EFC6E}"/>
                </a:ext>
              </a:extLst>
            </p:cNvPr>
            <p:cNvGrpSpPr/>
            <p:nvPr/>
          </p:nvGrpSpPr>
          <p:grpSpPr>
            <a:xfrm>
              <a:off x="1899714" y="3341306"/>
              <a:ext cx="7247255" cy="1653540"/>
              <a:chOff x="0" y="0"/>
              <a:chExt cx="7247255" cy="1653540"/>
            </a:xfrm>
          </p:grpSpPr>
          <p:sp>
            <p:nvSpPr>
              <p:cNvPr id="31" name="Text Box 67">
                <a:extLst>
                  <a:ext uri="{FF2B5EF4-FFF2-40B4-BE49-F238E27FC236}">
                    <a16:creationId xmlns:a16="http://schemas.microsoft.com/office/drawing/2014/main" id="{F0F142C8-FEF5-B3FF-FE98-696FB2D6181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105650" y="1049020"/>
                <a:ext cx="141605" cy="2603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lc="http://schemas.openxmlformats.org/drawingml/2006/lockedCanvas" xmlns:a14="http://schemas.microsoft.com/office/drawing/2010/main" xmlns:w="http://schemas.openxmlformats.org/wordprocessingml/2006/main" xmlns:w10="urn:schemas-microsoft-com:office:word" xmlns:v="urn:schemas-microsoft-com:vml" xmlns:o="urn:schemas-microsoft-com:office:office" xmlns:mv="urn:schemas-microsoft-com:mac:vml" xmlns:mo="http://schemas.microsoft.com/office/mac/office/2008/main" xmlns:wps="http://schemas.microsoft.com/office/word/2010/wordprocessingShape" xmlns:wne="http://schemas.microsoft.com/office/word/2006/wordml" xmlns:wpi="http://schemas.microsoft.com/office/word/2010/wordprocessingInk" xmlns:wpg="http://schemas.microsoft.com/office/word/2010/wordprocessingGroup" xmlns:w16se="http://schemas.microsoft.com/office/word/2015/wordml/symex" xmlns:w15="http://schemas.microsoft.com/office/word/2012/wordml" xmlns:w14="http://schemas.microsoft.com/office/word/2010/wordml" xmlns:wp="http://schemas.openxmlformats.org/drawingml/2006/wordprocessingDrawing" xmlns:wp14="http://schemas.microsoft.com/office/word/2010/wordprocessingDrawing" xmlns:m="http://schemas.openxmlformats.org/officeDocument/2006/math" xmlns:mc="http://schemas.openxmlformats.org/markup-compatibility/2006" xmlns:cx1="http://schemas.microsoft.com/office/drawing/2015/9/8/chartex" xmlns:cx="http://schemas.microsoft.com/office/drawing/2014/chartex" xmlns:wpc="http://schemas.microsoft.com/office/word/2010/wordprocessingCanvas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lc="http://schemas.openxmlformats.org/drawingml/2006/lockedCanvas" xmlns:a14="http://schemas.microsoft.com/office/drawing/2010/main" xmlns:w="http://schemas.openxmlformats.org/wordprocessingml/2006/main" xmlns:w10="urn:schemas-microsoft-com:office:word" xmlns:v="urn:schemas-microsoft-com:vml" xmlns:o="urn:schemas-microsoft-com:office:office" xmlns:mv="urn:schemas-microsoft-com:mac:vml" xmlns:mo="http://schemas.microsoft.com/office/mac/office/2008/main" xmlns:wps="http://schemas.microsoft.com/office/word/2010/wordprocessingShape" xmlns:wne="http://schemas.microsoft.com/office/word/2006/wordml" xmlns:wpi="http://schemas.microsoft.com/office/word/2010/wordprocessingInk" xmlns:wpg="http://schemas.microsoft.com/office/word/2010/wordprocessingGroup" xmlns:w16se="http://schemas.microsoft.com/office/word/2015/wordml/symex" xmlns:w15="http://schemas.microsoft.com/office/word/2012/wordml" xmlns:w14="http://schemas.microsoft.com/office/word/2010/wordml" xmlns:wp="http://schemas.openxmlformats.org/drawingml/2006/wordprocessingDrawing" xmlns:wp14="http://schemas.microsoft.com/office/word/2010/wordprocessingDrawing" xmlns:m="http://schemas.openxmlformats.org/officeDocument/2006/math" xmlns:mc="http://schemas.openxmlformats.org/markup-compatibility/2006" xmlns:cx1="http://schemas.microsoft.com/office/drawing/2015/9/8/chartex" xmlns:cx="http://schemas.microsoft.com/office/drawing/2014/chartex" xmlns:wpc="http://schemas.microsoft.com/office/word/2010/wordprocessingCanvas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pPr marL="0" marR="0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</a:pPr>
                <a:r>
                  <a:rPr lang="en-US" sz="1100" dirty="0">
                    <a:effectLst/>
                    <a:latin typeface="Calibri" panose="020F0502020204030204" pitchFamily="34" charset="0"/>
                    <a:ea typeface="MS Mincho" panose="02020609040205080304" pitchFamily="49" charset="-128"/>
                    <a:cs typeface="Times New Roman" panose="02020603050405020304" pitchFamily="18" charset="0"/>
                  </a:rPr>
                  <a:t>t</a:t>
                </a:r>
              </a:p>
            </p:txBody>
          </p:sp>
          <p:cxnSp>
            <p:nvCxnSpPr>
              <p:cNvPr id="32" name="AutoShape 71">
                <a:extLst>
                  <a:ext uri="{FF2B5EF4-FFF2-40B4-BE49-F238E27FC236}">
                    <a16:creationId xmlns:a16="http://schemas.microsoft.com/office/drawing/2014/main" id="{5BDDECE0-4878-33AA-983E-ED6EB6DDD7A2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304165" y="931545"/>
                <a:ext cx="6906895" cy="1270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lc="http://schemas.openxmlformats.org/drawingml/2006/lockedCanvas" xmlns:a14="http://schemas.microsoft.com/office/drawing/2010/main" xmlns:w="http://schemas.openxmlformats.org/wordprocessingml/2006/main" xmlns:w10="urn:schemas-microsoft-com:office:word" xmlns:v="urn:schemas-microsoft-com:vml" xmlns:o="urn:schemas-microsoft-com:office:office" xmlns:mv="urn:schemas-microsoft-com:mac:vml" xmlns:mo="http://schemas.microsoft.com/office/mac/office/2008/main" xmlns:wps="http://schemas.microsoft.com/office/word/2010/wordprocessingShape" xmlns:wne="http://schemas.microsoft.com/office/word/2006/wordml" xmlns:wpi="http://schemas.microsoft.com/office/word/2010/wordprocessingInk" xmlns:wpg="http://schemas.microsoft.com/office/word/2010/wordprocessingGroup" xmlns:w16se="http://schemas.microsoft.com/office/word/2015/wordml/symex" xmlns:w15="http://schemas.microsoft.com/office/word/2012/wordml" xmlns:w14="http://schemas.microsoft.com/office/word/2010/wordml" xmlns:wp="http://schemas.openxmlformats.org/drawingml/2006/wordprocessingDrawing" xmlns:wp14="http://schemas.microsoft.com/office/word/2010/wordprocessingDrawing" xmlns:m="http://schemas.openxmlformats.org/officeDocument/2006/math" xmlns:mc="http://schemas.openxmlformats.org/markup-compatibility/2006" xmlns:cx1="http://schemas.microsoft.com/office/drawing/2015/9/8/chartex" xmlns:cx="http://schemas.microsoft.com/office/drawing/2014/chartex" xmlns:wpc="http://schemas.microsoft.com/office/word/2010/wordprocessingCanvas" xmlns="">
                    <a:noFill/>
                  </a14:hiddenFill>
                </a:ext>
              </a:extLst>
            </p:spPr>
          </p:cxnSp>
          <p:cxnSp>
            <p:nvCxnSpPr>
              <p:cNvPr id="33" name="AutoShape 73">
                <a:extLst>
                  <a:ext uri="{FF2B5EF4-FFF2-40B4-BE49-F238E27FC236}">
                    <a16:creationId xmlns:a16="http://schemas.microsoft.com/office/drawing/2014/main" id="{4EF39DF5-1405-19A8-9908-C323314EA2A3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>
                <a:off x="342900" y="0"/>
                <a:ext cx="38735" cy="165354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lc="http://schemas.openxmlformats.org/drawingml/2006/lockedCanvas" xmlns:a14="http://schemas.microsoft.com/office/drawing/2010/main" xmlns:w="http://schemas.openxmlformats.org/wordprocessingml/2006/main" xmlns:w10="urn:schemas-microsoft-com:office:word" xmlns:v="urn:schemas-microsoft-com:vml" xmlns:o="urn:schemas-microsoft-com:office:office" xmlns:mv="urn:schemas-microsoft-com:mac:vml" xmlns:mo="http://schemas.microsoft.com/office/mac/office/2008/main" xmlns:wps="http://schemas.microsoft.com/office/word/2010/wordprocessingShape" xmlns:wne="http://schemas.microsoft.com/office/word/2006/wordml" xmlns:wpi="http://schemas.microsoft.com/office/word/2010/wordprocessingInk" xmlns:wpg="http://schemas.microsoft.com/office/word/2010/wordprocessingGroup" xmlns:w16se="http://schemas.microsoft.com/office/word/2015/wordml/symex" xmlns:w15="http://schemas.microsoft.com/office/word/2012/wordml" xmlns:w14="http://schemas.microsoft.com/office/word/2010/wordml" xmlns:wp="http://schemas.openxmlformats.org/drawingml/2006/wordprocessingDrawing" xmlns:wp14="http://schemas.microsoft.com/office/word/2010/wordprocessingDrawing" xmlns:m="http://schemas.openxmlformats.org/officeDocument/2006/math" xmlns:mc="http://schemas.openxmlformats.org/markup-compatibility/2006" xmlns:cx1="http://schemas.microsoft.com/office/drawing/2015/9/8/chartex" xmlns:cx="http://schemas.microsoft.com/office/drawing/2014/chartex" xmlns:wpc="http://schemas.microsoft.com/office/word/2010/wordprocessingCanvas" xmlns="">
                    <a:noFill/>
                  </a14:hiddenFill>
                </a:ext>
              </a:extLst>
            </p:spPr>
          </p:cxnSp>
          <p:sp>
            <p:nvSpPr>
              <p:cNvPr id="34" name="Text Box 76">
                <a:extLst>
                  <a:ext uri="{FF2B5EF4-FFF2-40B4-BE49-F238E27FC236}">
                    <a16:creationId xmlns:a16="http://schemas.microsoft.com/office/drawing/2014/main" id="{12774FBD-5384-3C82-CE03-DE1B93899DC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0" y="883920"/>
                <a:ext cx="375920" cy="4203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lc="http://schemas.openxmlformats.org/drawingml/2006/lockedCanvas" xmlns:a14="http://schemas.microsoft.com/office/drawing/2010/main" xmlns:w="http://schemas.openxmlformats.org/wordprocessingml/2006/main" xmlns:w10="urn:schemas-microsoft-com:office:word" xmlns:v="urn:schemas-microsoft-com:vml" xmlns:o="urn:schemas-microsoft-com:office:office" xmlns:mv="urn:schemas-microsoft-com:mac:vml" xmlns:mo="http://schemas.microsoft.com/office/mac/office/2008/main" xmlns:wps="http://schemas.microsoft.com/office/word/2010/wordprocessingShape" xmlns:wne="http://schemas.microsoft.com/office/word/2006/wordml" xmlns:wpi="http://schemas.microsoft.com/office/word/2010/wordprocessingInk" xmlns:wpg="http://schemas.microsoft.com/office/word/2010/wordprocessingGroup" xmlns:w16se="http://schemas.microsoft.com/office/word/2015/wordml/symex" xmlns:w15="http://schemas.microsoft.com/office/word/2012/wordml" xmlns:w14="http://schemas.microsoft.com/office/word/2010/wordml" xmlns:wp="http://schemas.openxmlformats.org/drawingml/2006/wordprocessingDrawing" xmlns:wp14="http://schemas.microsoft.com/office/word/2010/wordprocessingDrawing" xmlns:m="http://schemas.openxmlformats.org/officeDocument/2006/math" xmlns:mc="http://schemas.openxmlformats.org/markup-compatibility/2006" xmlns:cx1="http://schemas.microsoft.com/office/drawing/2015/9/8/chartex" xmlns:cx="http://schemas.microsoft.com/office/drawing/2014/chartex" xmlns:wpc="http://schemas.microsoft.com/office/word/2010/wordprocessingCanvas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lc="http://schemas.openxmlformats.org/drawingml/2006/lockedCanvas" xmlns:a14="http://schemas.microsoft.com/office/drawing/2010/main" xmlns:w="http://schemas.openxmlformats.org/wordprocessingml/2006/main" xmlns:w10="urn:schemas-microsoft-com:office:word" xmlns:v="urn:schemas-microsoft-com:vml" xmlns:o="urn:schemas-microsoft-com:office:office" xmlns:mv="urn:schemas-microsoft-com:mac:vml" xmlns:mo="http://schemas.microsoft.com/office/mac/office/2008/main" xmlns:wps="http://schemas.microsoft.com/office/word/2010/wordprocessingShape" xmlns:wne="http://schemas.microsoft.com/office/word/2006/wordml" xmlns:wpi="http://schemas.microsoft.com/office/word/2010/wordprocessingInk" xmlns:wpg="http://schemas.microsoft.com/office/word/2010/wordprocessingGroup" xmlns:w16se="http://schemas.microsoft.com/office/word/2015/wordml/symex" xmlns:w15="http://schemas.microsoft.com/office/word/2012/wordml" xmlns:w14="http://schemas.microsoft.com/office/word/2010/wordml" xmlns:wp="http://schemas.openxmlformats.org/drawingml/2006/wordprocessingDrawing" xmlns:wp14="http://schemas.microsoft.com/office/word/2010/wordprocessingDrawing" xmlns:m="http://schemas.openxmlformats.org/officeDocument/2006/math" xmlns:mc="http://schemas.openxmlformats.org/markup-compatibility/2006" xmlns:cx1="http://schemas.microsoft.com/office/drawing/2015/9/8/chartex" xmlns:cx="http://schemas.microsoft.com/office/drawing/2014/chartex" xmlns:wpc="http://schemas.microsoft.com/office/word/2010/wordprocessingCanvas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pPr marL="0" marR="0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</a:pPr>
                <a:r>
                  <a:rPr lang="en-US" b="1" dirty="0">
                    <a:solidFill>
                      <a:srgbClr val="FF0000"/>
                    </a:solidFill>
                    <a:effectLst/>
                    <a:latin typeface="Calibri" panose="020F0502020204030204" pitchFamily="34" charset="0"/>
                    <a:ea typeface="MS Mincho" panose="02020609040205080304" pitchFamily="49" charset="-128"/>
                    <a:cs typeface="Times New Roman" panose="02020603050405020304" pitchFamily="18" charset="0"/>
                    <a:sym typeface="Symbol" panose="05050102010706020507" pitchFamily="18" charset="2"/>
                  </a:rPr>
                  <a:t></a:t>
                </a:r>
                <a:endParaRPr lang="en-US" b="1" dirty="0">
                  <a:solidFill>
                    <a:srgbClr val="FF0000"/>
                  </a:solidFill>
                  <a:effectLst/>
                  <a:latin typeface="Calibri" panose="020F0502020204030204" pitchFamily="34" charset="0"/>
                  <a:ea typeface="MS Mincho" panose="02020609040205080304" pitchFamily="49" charset="-128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72704E15-33AF-E1C5-26DF-DB244ACE5FE3}"/>
                </a:ext>
              </a:extLst>
            </p:cNvPr>
            <p:cNvGrpSpPr/>
            <p:nvPr/>
          </p:nvGrpSpPr>
          <p:grpSpPr>
            <a:xfrm>
              <a:off x="1834171" y="5127802"/>
              <a:ext cx="7295461" cy="1593215"/>
              <a:chOff x="-19482" y="0"/>
              <a:chExt cx="7266737" cy="1653540"/>
            </a:xfrm>
          </p:grpSpPr>
          <p:sp>
            <p:nvSpPr>
              <p:cNvPr id="36" name="Text Box 67">
                <a:extLst>
                  <a:ext uri="{FF2B5EF4-FFF2-40B4-BE49-F238E27FC236}">
                    <a16:creationId xmlns:a16="http://schemas.microsoft.com/office/drawing/2014/main" id="{520CAF18-EEA3-0DFA-6285-E1C65F45DFC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105650" y="1049020"/>
                <a:ext cx="141605" cy="2603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lc="http://schemas.openxmlformats.org/drawingml/2006/lockedCanvas" xmlns:a14="http://schemas.microsoft.com/office/drawing/2010/main" xmlns:w="http://schemas.openxmlformats.org/wordprocessingml/2006/main" xmlns:w10="urn:schemas-microsoft-com:office:word" xmlns:v="urn:schemas-microsoft-com:vml" xmlns:o="urn:schemas-microsoft-com:office:office" xmlns:mv="urn:schemas-microsoft-com:mac:vml" xmlns:mo="http://schemas.microsoft.com/office/mac/office/2008/main" xmlns:wps="http://schemas.microsoft.com/office/word/2010/wordprocessingShape" xmlns:wne="http://schemas.microsoft.com/office/word/2006/wordml" xmlns:wpi="http://schemas.microsoft.com/office/word/2010/wordprocessingInk" xmlns:wpg="http://schemas.microsoft.com/office/word/2010/wordprocessingGroup" xmlns:w16se="http://schemas.microsoft.com/office/word/2015/wordml/symex" xmlns:w15="http://schemas.microsoft.com/office/word/2012/wordml" xmlns:w14="http://schemas.microsoft.com/office/word/2010/wordml" xmlns:wp="http://schemas.openxmlformats.org/drawingml/2006/wordprocessingDrawing" xmlns:wp14="http://schemas.microsoft.com/office/word/2010/wordprocessingDrawing" xmlns:m="http://schemas.openxmlformats.org/officeDocument/2006/math" xmlns:mc="http://schemas.openxmlformats.org/markup-compatibility/2006" xmlns:cx1="http://schemas.microsoft.com/office/drawing/2015/9/8/chartex" xmlns:cx="http://schemas.microsoft.com/office/drawing/2014/chartex" xmlns:wpc="http://schemas.microsoft.com/office/word/2010/wordprocessingCanvas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lc="http://schemas.openxmlformats.org/drawingml/2006/lockedCanvas" xmlns:a14="http://schemas.microsoft.com/office/drawing/2010/main" xmlns:w="http://schemas.openxmlformats.org/wordprocessingml/2006/main" xmlns:w10="urn:schemas-microsoft-com:office:word" xmlns:v="urn:schemas-microsoft-com:vml" xmlns:o="urn:schemas-microsoft-com:office:office" xmlns:mv="urn:schemas-microsoft-com:mac:vml" xmlns:mo="http://schemas.microsoft.com/office/mac/office/2008/main" xmlns:wps="http://schemas.microsoft.com/office/word/2010/wordprocessingShape" xmlns:wne="http://schemas.microsoft.com/office/word/2006/wordml" xmlns:wpi="http://schemas.microsoft.com/office/word/2010/wordprocessingInk" xmlns:wpg="http://schemas.microsoft.com/office/word/2010/wordprocessingGroup" xmlns:w16se="http://schemas.microsoft.com/office/word/2015/wordml/symex" xmlns:w15="http://schemas.microsoft.com/office/word/2012/wordml" xmlns:w14="http://schemas.microsoft.com/office/word/2010/wordml" xmlns:wp="http://schemas.openxmlformats.org/drawingml/2006/wordprocessingDrawing" xmlns:wp14="http://schemas.microsoft.com/office/word/2010/wordprocessingDrawing" xmlns:m="http://schemas.openxmlformats.org/officeDocument/2006/math" xmlns:mc="http://schemas.openxmlformats.org/markup-compatibility/2006" xmlns:cx1="http://schemas.microsoft.com/office/drawing/2015/9/8/chartex" xmlns:cx="http://schemas.microsoft.com/office/drawing/2014/chartex" xmlns:wpc="http://schemas.microsoft.com/office/word/2010/wordprocessingCanvas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pPr marL="0" marR="0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</a:pPr>
                <a:r>
                  <a:rPr lang="en-US" sz="1100" dirty="0">
                    <a:effectLst/>
                    <a:latin typeface="Calibri" panose="020F0502020204030204" pitchFamily="34" charset="0"/>
                    <a:ea typeface="MS Mincho" panose="02020609040205080304" pitchFamily="49" charset="-128"/>
                    <a:cs typeface="Times New Roman" panose="02020603050405020304" pitchFamily="18" charset="0"/>
                  </a:rPr>
                  <a:t>t</a:t>
                </a:r>
              </a:p>
            </p:txBody>
          </p:sp>
          <p:cxnSp>
            <p:nvCxnSpPr>
              <p:cNvPr id="37" name="AutoShape 71">
                <a:extLst>
                  <a:ext uri="{FF2B5EF4-FFF2-40B4-BE49-F238E27FC236}">
                    <a16:creationId xmlns:a16="http://schemas.microsoft.com/office/drawing/2014/main" id="{9C62F1B7-0ABB-EFEA-9F42-3F37A493A24B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304165" y="931545"/>
                <a:ext cx="6906895" cy="1270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lc="http://schemas.openxmlformats.org/drawingml/2006/lockedCanvas" xmlns:a14="http://schemas.microsoft.com/office/drawing/2010/main" xmlns:w="http://schemas.openxmlformats.org/wordprocessingml/2006/main" xmlns:w10="urn:schemas-microsoft-com:office:word" xmlns:v="urn:schemas-microsoft-com:vml" xmlns:o="urn:schemas-microsoft-com:office:office" xmlns:mv="urn:schemas-microsoft-com:mac:vml" xmlns:mo="http://schemas.microsoft.com/office/mac/office/2008/main" xmlns:wps="http://schemas.microsoft.com/office/word/2010/wordprocessingShape" xmlns:wne="http://schemas.microsoft.com/office/word/2006/wordml" xmlns:wpi="http://schemas.microsoft.com/office/word/2010/wordprocessingInk" xmlns:wpg="http://schemas.microsoft.com/office/word/2010/wordprocessingGroup" xmlns:w16se="http://schemas.microsoft.com/office/word/2015/wordml/symex" xmlns:w15="http://schemas.microsoft.com/office/word/2012/wordml" xmlns:w14="http://schemas.microsoft.com/office/word/2010/wordml" xmlns:wp="http://schemas.openxmlformats.org/drawingml/2006/wordprocessingDrawing" xmlns:wp14="http://schemas.microsoft.com/office/word/2010/wordprocessingDrawing" xmlns:m="http://schemas.openxmlformats.org/officeDocument/2006/math" xmlns:mc="http://schemas.openxmlformats.org/markup-compatibility/2006" xmlns:cx1="http://schemas.microsoft.com/office/drawing/2015/9/8/chartex" xmlns:cx="http://schemas.microsoft.com/office/drawing/2014/chartex" xmlns:wpc="http://schemas.microsoft.com/office/word/2010/wordprocessingCanvas" xmlns="">
                    <a:noFill/>
                  </a14:hiddenFill>
                </a:ext>
              </a:extLst>
            </p:spPr>
          </p:cxnSp>
          <p:cxnSp>
            <p:nvCxnSpPr>
              <p:cNvPr id="38" name="AutoShape 73">
                <a:extLst>
                  <a:ext uri="{FF2B5EF4-FFF2-40B4-BE49-F238E27FC236}">
                    <a16:creationId xmlns:a16="http://schemas.microsoft.com/office/drawing/2014/main" id="{90D3727A-FDB8-5E48-F373-63F096A3ECAD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>
                <a:off x="342900" y="0"/>
                <a:ext cx="38735" cy="165354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lc="http://schemas.openxmlformats.org/drawingml/2006/lockedCanvas" xmlns:a14="http://schemas.microsoft.com/office/drawing/2010/main" xmlns:w="http://schemas.openxmlformats.org/wordprocessingml/2006/main" xmlns:w10="urn:schemas-microsoft-com:office:word" xmlns:v="urn:schemas-microsoft-com:vml" xmlns:o="urn:schemas-microsoft-com:office:office" xmlns:mv="urn:schemas-microsoft-com:mac:vml" xmlns:mo="http://schemas.microsoft.com/office/mac/office/2008/main" xmlns:wps="http://schemas.microsoft.com/office/word/2010/wordprocessingShape" xmlns:wne="http://schemas.microsoft.com/office/word/2006/wordml" xmlns:wpi="http://schemas.microsoft.com/office/word/2010/wordprocessingInk" xmlns:wpg="http://schemas.microsoft.com/office/word/2010/wordprocessingGroup" xmlns:w16se="http://schemas.microsoft.com/office/word/2015/wordml/symex" xmlns:w15="http://schemas.microsoft.com/office/word/2012/wordml" xmlns:w14="http://schemas.microsoft.com/office/word/2010/wordml" xmlns:wp="http://schemas.openxmlformats.org/drawingml/2006/wordprocessingDrawing" xmlns:wp14="http://schemas.microsoft.com/office/word/2010/wordprocessingDrawing" xmlns:m="http://schemas.openxmlformats.org/officeDocument/2006/math" xmlns:mc="http://schemas.openxmlformats.org/markup-compatibility/2006" xmlns:cx1="http://schemas.microsoft.com/office/drawing/2015/9/8/chartex" xmlns:cx="http://schemas.microsoft.com/office/drawing/2014/chartex" xmlns:wpc="http://schemas.microsoft.com/office/word/2010/wordprocessingCanvas" xmlns="">
                    <a:noFill/>
                  </a14:hiddenFill>
                </a:ext>
              </a:extLst>
            </p:spPr>
          </p:cxnSp>
          <p:sp>
            <p:nvSpPr>
              <p:cNvPr id="39" name="Text Box 76">
                <a:extLst>
                  <a:ext uri="{FF2B5EF4-FFF2-40B4-BE49-F238E27FC236}">
                    <a16:creationId xmlns:a16="http://schemas.microsoft.com/office/drawing/2014/main" id="{F02D4AAE-33B1-F9D5-F050-7A5ABD619EB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-19482" y="889000"/>
                <a:ext cx="375920" cy="4203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lc="http://schemas.openxmlformats.org/drawingml/2006/lockedCanvas" xmlns:a14="http://schemas.microsoft.com/office/drawing/2010/main" xmlns:w="http://schemas.openxmlformats.org/wordprocessingml/2006/main" xmlns:w10="urn:schemas-microsoft-com:office:word" xmlns:v="urn:schemas-microsoft-com:vml" xmlns:o="urn:schemas-microsoft-com:office:office" xmlns:mv="urn:schemas-microsoft-com:mac:vml" xmlns:mo="http://schemas.microsoft.com/office/mac/office/2008/main" xmlns:wps="http://schemas.microsoft.com/office/word/2010/wordprocessingShape" xmlns:wne="http://schemas.microsoft.com/office/word/2006/wordml" xmlns:wpi="http://schemas.microsoft.com/office/word/2010/wordprocessingInk" xmlns:wpg="http://schemas.microsoft.com/office/word/2010/wordprocessingGroup" xmlns:w16se="http://schemas.microsoft.com/office/word/2015/wordml/symex" xmlns:w15="http://schemas.microsoft.com/office/word/2012/wordml" xmlns:w14="http://schemas.microsoft.com/office/word/2010/wordml" xmlns:wp="http://schemas.openxmlformats.org/drawingml/2006/wordprocessingDrawing" xmlns:wp14="http://schemas.microsoft.com/office/word/2010/wordprocessingDrawing" xmlns:m="http://schemas.openxmlformats.org/officeDocument/2006/math" xmlns:mc="http://schemas.openxmlformats.org/markup-compatibility/2006" xmlns:cx1="http://schemas.microsoft.com/office/drawing/2015/9/8/chartex" xmlns:cx="http://schemas.microsoft.com/office/drawing/2014/chartex" xmlns:wpc="http://schemas.microsoft.com/office/word/2010/wordprocessingCanvas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lc="http://schemas.openxmlformats.org/drawingml/2006/lockedCanvas" xmlns:a14="http://schemas.microsoft.com/office/drawing/2010/main" xmlns:w="http://schemas.openxmlformats.org/wordprocessingml/2006/main" xmlns:w10="urn:schemas-microsoft-com:office:word" xmlns:v="urn:schemas-microsoft-com:vml" xmlns:o="urn:schemas-microsoft-com:office:office" xmlns:mv="urn:schemas-microsoft-com:mac:vml" xmlns:mo="http://schemas.microsoft.com/office/mac/office/2008/main" xmlns:wps="http://schemas.microsoft.com/office/word/2010/wordprocessingShape" xmlns:wne="http://schemas.microsoft.com/office/word/2006/wordml" xmlns:wpi="http://schemas.microsoft.com/office/word/2010/wordprocessingInk" xmlns:wpg="http://schemas.microsoft.com/office/word/2010/wordprocessingGroup" xmlns:w16se="http://schemas.microsoft.com/office/word/2015/wordml/symex" xmlns:w15="http://schemas.microsoft.com/office/word/2012/wordml" xmlns:w14="http://schemas.microsoft.com/office/word/2010/wordml" xmlns:wp="http://schemas.openxmlformats.org/drawingml/2006/wordprocessingDrawing" xmlns:wp14="http://schemas.microsoft.com/office/word/2010/wordprocessingDrawing" xmlns:m="http://schemas.openxmlformats.org/officeDocument/2006/math" xmlns:mc="http://schemas.openxmlformats.org/markup-compatibility/2006" xmlns:cx1="http://schemas.microsoft.com/office/drawing/2015/9/8/chartex" xmlns:cx="http://schemas.microsoft.com/office/drawing/2014/chartex" xmlns:wpc="http://schemas.microsoft.com/office/word/2010/wordprocessingCanvas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pPr marL="0" marR="0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</a:pPr>
                <a:r>
                  <a:rPr lang="en-US" b="1" dirty="0">
                    <a:solidFill>
                      <a:srgbClr val="0070C0"/>
                    </a:solidFill>
                    <a:effectLst/>
                    <a:latin typeface="Calibri" panose="020F0502020204030204" pitchFamily="34" charset="0"/>
                    <a:ea typeface="MS Mincho" panose="02020609040205080304" pitchFamily="49" charset="-128"/>
                    <a:cs typeface="Times New Roman" panose="02020603050405020304" pitchFamily="18" charset="0"/>
                    <a:sym typeface="Symbol" panose="05050102010706020507" pitchFamily="18" charset="2"/>
                  </a:rPr>
                  <a:t></a:t>
                </a:r>
                <a:endParaRPr lang="en-US" b="1" dirty="0">
                  <a:solidFill>
                    <a:srgbClr val="0070C0"/>
                  </a:solidFill>
                  <a:effectLst/>
                  <a:latin typeface="Calibri" panose="020F0502020204030204" pitchFamily="34" charset="0"/>
                  <a:ea typeface="MS Mincho" panose="02020609040205080304" pitchFamily="49" charset="-128"/>
                  <a:cs typeface="Times New Roman" panose="02020603050405020304" pitchFamily="18" charset="0"/>
                </a:endParaRPr>
              </a:p>
            </p:txBody>
          </p:sp>
        </p:grpSp>
      </p:grp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8A8E3CD3-6C9B-468A-FD50-0D618B26C958}"/>
              </a:ext>
            </a:extLst>
          </p:cNvPr>
          <p:cNvCxnSpPr>
            <a:cxnSpLocks/>
          </p:cNvCxnSpPr>
          <p:nvPr/>
        </p:nvCxnSpPr>
        <p:spPr>
          <a:xfrm>
            <a:off x="4455384" y="1740323"/>
            <a:ext cx="20547" cy="58950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906B3C0E-9420-AEFA-E716-DCD90F2D3DC6}"/>
              </a:ext>
            </a:extLst>
          </p:cNvPr>
          <p:cNvCxnSpPr/>
          <p:nvPr/>
        </p:nvCxnSpPr>
        <p:spPr>
          <a:xfrm flipH="1">
            <a:off x="6617490" y="1536171"/>
            <a:ext cx="79513" cy="59566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7C9A4D50-6DE4-6248-0BC5-84CFF6F9705A}"/>
              </a:ext>
            </a:extLst>
          </p:cNvPr>
          <p:cNvCxnSpPr/>
          <p:nvPr/>
        </p:nvCxnSpPr>
        <p:spPr>
          <a:xfrm flipH="1">
            <a:off x="972710" y="1069131"/>
            <a:ext cx="79513" cy="59566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6934E695-1FD4-F14B-2C33-9E94E0664F5D}"/>
              </a:ext>
            </a:extLst>
          </p:cNvPr>
          <p:cNvCxnSpPr/>
          <p:nvPr/>
        </p:nvCxnSpPr>
        <p:spPr>
          <a:xfrm flipH="1">
            <a:off x="1125110" y="1221531"/>
            <a:ext cx="79513" cy="59566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A4F1DA95-0A85-D190-67C8-8D7F3CCB849C}"/>
              </a:ext>
            </a:extLst>
          </p:cNvPr>
          <p:cNvCxnSpPr/>
          <p:nvPr/>
        </p:nvCxnSpPr>
        <p:spPr>
          <a:xfrm flipH="1">
            <a:off x="1277510" y="1373931"/>
            <a:ext cx="79513" cy="59566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01A13775-6242-6B65-F945-E1615CBF803C}"/>
              </a:ext>
            </a:extLst>
          </p:cNvPr>
          <p:cNvCxnSpPr/>
          <p:nvPr/>
        </p:nvCxnSpPr>
        <p:spPr>
          <a:xfrm flipH="1">
            <a:off x="1429910" y="1526331"/>
            <a:ext cx="79513" cy="59566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ACA5A1F9-5D06-A92A-114F-598F5667157E}"/>
              </a:ext>
            </a:extLst>
          </p:cNvPr>
          <p:cNvCxnSpPr/>
          <p:nvPr/>
        </p:nvCxnSpPr>
        <p:spPr>
          <a:xfrm flipH="1">
            <a:off x="1582310" y="1678731"/>
            <a:ext cx="79513" cy="59566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Arc 49">
            <a:extLst>
              <a:ext uri="{FF2B5EF4-FFF2-40B4-BE49-F238E27FC236}">
                <a16:creationId xmlns:a16="http://schemas.microsoft.com/office/drawing/2014/main" id="{73519AB4-F979-D56B-134C-B0EDBC781F94}"/>
              </a:ext>
            </a:extLst>
          </p:cNvPr>
          <p:cNvSpPr/>
          <p:nvPr/>
        </p:nvSpPr>
        <p:spPr>
          <a:xfrm>
            <a:off x="9477920" y="2826194"/>
            <a:ext cx="783772" cy="843802"/>
          </a:xfrm>
          <a:prstGeom prst="arc">
            <a:avLst/>
          </a:prstGeom>
          <a:ln w="25400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Arc 51">
            <a:extLst>
              <a:ext uri="{FF2B5EF4-FFF2-40B4-BE49-F238E27FC236}">
                <a16:creationId xmlns:a16="http://schemas.microsoft.com/office/drawing/2014/main" id="{468825C7-F223-0196-642B-F4016C52AB62}"/>
              </a:ext>
            </a:extLst>
          </p:cNvPr>
          <p:cNvSpPr/>
          <p:nvPr/>
        </p:nvSpPr>
        <p:spPr>
          <a:xfrm>
            <a:off x="9744518" y="2759849"/>
            <a:ext cx="783772" cy="843802"/>
          </a:xfrm>
          <a:prstGeom prst="arc">
            <a:avLst/>
          </a:prstGeom>
          <a:ln w="25400">
            <a:solidFill>
              <a:srgbClr val="FF0000"/>
            </a:solidFill>
            <a:headEnd type="triangl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6E1F280-4D08-887E-A9A8-E0BED7E84315}"/>
              </a:ext>
            </a:extLst>
          </p:cNvPr>
          <p:cNvSpPr txBox="1"/>
          <p:nvPr/>
        </p:nvSpPr>
        <p:spPr>
          <a:xfrm>
            <a:off x="11645233" y="3862808"/>
            <a:ext cx="8573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Ext</a:t>
            </a:r>
          </a:p>
        </p:txBody>
      </p:sp>
      <p:sp>
        <p:nvSpPr>
          <p:cNvPr id="56" name="Arc 55">
            <a:extLst>
              <a:ext uri="{FF2B5EF4-FFF2-40B4-BE49-F238E27FC236}">
                <a16:creationId xmlns:a16="http://schemas.microsoft.com/office/drawing/2014/main" id="{6A1C18FB-2510-BEDA-6CD8-981C37989A4C}"/>
              </a:ext>
            </a:extLst>
          </p:cNvPr>
          <p:cNvSpPr/>
          <p:nvPr/>
        </p:nvSpPr>
        <p:spPr>
          <a:xfrm>
            <a:off x="9009249" y="4241442"/>
            <a:ext cx="783772" cy="843802"/>
          </a:xfrm>
          <a:prstGeom prst="arc">
            <a:avLst/>
          </a:prstGeom>
          <a:noFill/>
          <a:ln w="25400">
            <a:solidFill>
              <a:srgbClr val="0070C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8" name="Arc 57">
            <a:extLst>
              <a:ext uri="{FF2B5EF4-FFF2-40B4-BE49-F238E27FC236}">
                <a16:creationId xmlns:a16="http://schemas.microsoft.com/office/drawing/2014/main" id="{9A5B6B0B-A0EE-A935-528B-BADF344F0FFC}"/>
              </a:ext>
            </a:extLst>
          </p:cNvPr>
          <p:cNvSpPr/>
          <p:nvPr/>
        </p:nvSpPr>
        <p:spPr>
          <a:xfrm>
            <a:off x="9856430" y="2640057"/>
            <a:ext cx="783772" cy="843802"/>
          </a:xfrm>
          <a:prstGeom prst="arc">
            <a:avLst/>
          </a:prstGeom>
          <a:ln w="25400">
            <a:solidFill>
              <a:srgbClr val="FF0000"/>
            </a:solidFill>
            <a:headEnd type="triangl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5606B13-2E95-E126-15A7-8044EB41DA7E}"/>
              </a:ext>
            </a:extLst>
          </p:cNvPr>
          <p:cNvSpPr txBox="1"/>
          <p:nvPr/>
        </p:nvSpPr>
        <p:spPr>
          <a:xfrm>
            <a:off x="11621385" y="2974859"/>
            <a:ext cx="7536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Flex</a:t>
            </a:r>
          </a:p>
        </p:txBody>
      </p:sp>
      <p:sp>
        <p:nvSpPr>
          <p:cNvPr id="62" name="Arc 61">
            <a:extLst>
              <a:ext uri="{FF2B5EF4-FFF2-40B4-BE49-F238E27FC236}">
                <a16:creationId xmlns:a16="http://schemas.microsoft.com/office/drawing/2014/main" id="{D38D45CB-7448-3CEE-1E08-0FB7BB47D81B}"/>
              </a:ext>
            </a:extLst>
          </p:cNvPr>
          <p:cNvSpPr/>
          <p:nvPr/>
        </p:nvSpPr>
        <p:spPr>
          <a:xfrm>
            <a:off x="9146969" y="2999195"/>
            <a:ext cx="783772" cy="843802"/>
          </a:xfrm>
          <a:prstGeom prst="arc">
            <a:avLst/>
          </a:prstGeom>
          <a:ln w="25400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4" name="Arc 63">
            <a:extLst>
              <a:ext uri="{FF2B5EF4-FFF2-40B4-BE49-F238E27FC236}">
                <a16:creationId xmlns:a16="http://schemas.microsoft.com/office/drawing/2014/main" id="{0C7176CE-DEC5-6155-F953-5D51EDA3D86B}"/>
              </a:ext>
            </a:extLst>
          </p:cNvPr>
          <p:cNvSpPr/>
          <p:nvPr/>
        </p:nvSpPr>
        <p:spPr>
          <a:xfrm>
            <a:off x="10389482" y="3631855"/>
            <a:ext cx="783772" cy="843802"/>
          </a:xfrm>
          <a:prstGeom prst="arc">
            <a:avLst/>
          </a:prstGeom>
          <a:ln w="25400">
            <a:solidFill>
              <a:srgbClr val="0070C0"/>
            </a:solidFill>
            <a:headEnd type="triangl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16F7E1C-DCAC-CCC0-B729-CFE4458994F3}"/>
              </a:ext>
            </a:extLst>
          </p:cNvPr>
          <p:cNvSpPr txBox="1"/>
          <p:nvPr/>
        </p:nvSpPr>
        <p:spPr>
          <a:xfrm>
            <a:off x="11275986" y="3865641"/>
            <a:ext cx="7536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Ext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B5CE6994-1E23-44F1-5585-DE3997BDA505}"/>
              </a:ext>
            </a:extLst>
          </p:cNvPr>
          <p:cNvSpPr txBox="1"/>
          <p:nvPr/>
        </p:nvSpPr>
        <p:spPr>
          <a:xfrm>
            <a:off x="11657513" y="1944913"/>
            <a:ext cx="7536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Ext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DFFFDB24-179B-C519-2F6D-7C8939A57F69}"/>
              </a:ext>
            </a:extLst>
          </p:cNvPr>
          <p:cNvSpPr txBox="1"/>
          <p:nvPr/>
        </p:nvSpPr>
        <p:spPr>
          <a:xfrm>
            <a:off x="11621386" y="2614949"/>
            <a:ext cx="7536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Flex</a:t>
            </a:r>
          </a:p>
        </p:txBody>
      </p:sp>
      <p:sp>
        <p:nvSpPr>
          <p:cNvPr id="72" name="Arc 71">
            <a:extLst>
              <a:ext uri="{FF2B5EF4-FFF2-40B4-BE49-F238E27FC236}">
                <a16:creationId xmlns:a16="http://schemas.microsoft.com/office/drawing/2014/main" id="{0121F6C9-B86B-7CC6-7401-C88E22E39375}"/>
              </a:ext>
            </a:extLst>
          </p:cNvPr>
          <p:cNvSpPr/>
          <p:nvPr/>
        </p:nvSpPr>
        <p:spPr>
          <a:xfrm>
            <a:off x="9629478" y="3915003"/>
            <a:ext cx="783772" cy="843802"/>
          </a:xfrm>
          <a:prstGeom prst="arc">
            <a:avLst/>
          </a:prstGeom>
          <a:noFill/>
          <a:ln w="25400">
            <a:solidFill>
              <a:srgbClr val="0070C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4" name="Arc 73">
            <a:extLst>
              <a:ext uri="{FF2B5EF4-FFF2-40B4-BE49-F238E27FC236}">
                <a16:creationId xmlns:a16="http://schemas.microsoft.com/office/drawing/2014/main" id="{FB4B89EA-B78B-1877-8ED4-0605ADE931D9}"/>
              </a:ext>
            </a:extLst>
          </p:cNvPr>
          <p:cNvSpPr/>
          <p:nvPr/>
        </p:nvSpPr>
        <p:spPr>
          <a:xfrm>
            <a:off x="10033473" y="3758231"/>
            <a:ext cx="783772" cy="843802"/>
          </a:xfrm>
          <a:prstGeom prst="arc">
            <a:avLst/>
          </a:prstGeom>
          <a:ln w="25400">
            <a:solidFill>
              <a:srgbClr val="0070C0"/>
            </a:solidFill>
            <a:headEnd type="triangl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6" name="Arc 75">
            <a:extLst>
              <a:ext uri="{FF2B5EF4-FFF2-40B4-BE49-F238E27FC236}">
                <a16:creationId xmlns:a16="http://schemas.microsoft.com/office/drawing/2014/main" id="{C1EC1BAA-0711-F2C9-738B-52646143B48B}"/>
              </a:ext>
            </a:extLst>
          </p:cNvPr>
          <p:cNvSpPr/>
          <p:nvPr/>
        </p:nvSpPr>
        <p:spPr>
          <a:xfrm>
            <a:off x="9237592" y="4075705"/>
            <a:ext cx="783772" cy="783771"/>
          </a:xfrm>
          <a:prstGeom prst="arc">
            <a:avLst/>
          </a:prstGeom>
          <a:noFill/>
          <a:ln w="25400">
            <a:solidFill>
              <a:srgbClr val="0070C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8" name="Arc 77">
            <a:extLst>
              <a:ext uri="{FF2B5EF4-FFF2-40B4-BE49-F238E27FC236}">
                <a16:creationId xmlns:a16="http://schemas.microsoft.com/office/drawing/2014/main" id="{DD699583-B772-B095-D637-E1F0199F211E}"/>
              </a:ext>
            </a:extLst>
          </p:cNvPr>
          <p:cNvSpPr/>
          <p:nvPr/>
        </p:nvSpPr>
        <p:spPr>
          <a:xfrm>
            <a:off x="9856430" y="3806384"/>
            <a:ext cx="783772" cy="783771"/>
          </a:xfrm>
          <a:prstGeom prst="arc">
            <a:avLst/>
          </a:prstGeom>
          <a:noFill/>
          <a:ln w="25400">
            <a:solidFill>
              <a:srgbClr val="0070C0"/>
            </a:solidFill>
            <a:headEnd type="triangl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4CE02A16-74E8-1729-43CB-546C9C1D769E}"/>
              </a:ext>
            </a:extLst>
          </p:cNvPr>
          <p:cNvSpPr txBox="1"/>
          <p:nvPr/>
        </p:nvSpPr>
        <p:spPr>
          <a:xfrm>
            <a:off x="11627558" y="2311420"/>
            <a:ext cx="8573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Ext</a:t>
            </a:r>
          </a:p>
        </p:txBody>
      </p:sp>
      <p:sp>
        <p:nvSpPr>
          <p:cNvPr id="82" name="Arc 81">
            <a:extLst>
              <a:ext uri="{FF2B5EF4-FFF2-40B4-BE49-F238E27FC236}">
                <a16:creationId xmlns:a16="http://schemas.microsoft.com/office/drawing/2014/main" id="{DAB96F3F-27BB-BAF4-4CB7-4AB126E147A5}"/>
              </a:ext>
            </a:extLst>
          </p:cNvPr>
          <p:cNvSpPr/>
          <p:nvPr/>
        </p:nvSpPr>
        <p:spPr>
          <a:xfrm>
            <a:off x="8961318" y="3100980"/>
            <a:ext cx="783772" cy="783771"/>
          </a:xfrm>
          <a:prstGeom prst="arc">
            <a:avLst/>
          </a:prstGeom>
          <a:ln w="25400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4" name="Arc 83">
            <a:extLst>
              <a:ext uri="{FF2B5EF4-FFF2-40B4-BE49-F238E27FC236}">
                <a16:creationId xmlns:a16="http://schemas.microsoft.com/office/drawing/2014/main" id="{50B68149-4E99-F631-5608-FA6BB68A9225}"/>
              </a:ext>
            </a:extLst>
          </p:cNvPr>
          <p:cNvSpPr/>
          <p:nvPr/>
        </p:nvSpPr>
        <p:spPr>
          <a:xfrm>
            <a:off x="10263929" y="2477707"/>
            <a:ext cx="783772" cy="783771"/>
          </a:xfrm>
          <a:prstGeom prst="arc">
            <a:avLst/>
          </a:prstGeom>
          <a:ln w="25400">
            <a:solidFill>
              <a:srgbClr val="FF0000"/>
            </a:solidFill>
            <a:headEnd type="triangl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977836EA-6149-795F-B641-6F1F7D0AF0C0}"/>
              </a:ext>
            </a:extLst>
          </p:cNvPr>
          <p:cNvSpPr txBox="1"/>
          <p:nvPr/>
        </p:nvSpPr>
        <p:spPr>
          <a:xfrm>
            <a:off x="11047701" y="2943407"/>
            <a:ext cx="7536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Flex</a:t>
            </a:r>
          </a:p>
        </p:txBody>
      </p:sp>
      <p:sp>
        <p:nvSpPr>
          <p:cNvPr id="88" name="Arc 87">
            <a:extLst>
              <a:ext uri="{FF2B5EF4-FFF2-40B4-BE49-F238E27FC236}">
                <a16:creationId xmlns:a16="http://schemas.microsoft.com/office/drawing/2014/main" id="{448AD358-F243-C2C9-BB60-4893DAA9667C}"/>
              </a:ext>
            </a:extLst>
          </p:cNvPr>
          <p:cNvSpPr/>
          <p:nvPr/>
        </p:nvSpPr>
        <p:spPr>
          <a:xfrm>
            <a:off x="9320759" y="2909291"/>
            <a:ext cx="783772" cy="783771"/>
          </a:xfrm>
          <a:prstGeom prst="arc">
            <a:avLst/>
          </a:prstGeom>
          <a:ln w="25400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0" name="Arc 89">
            <a:extLst>
              <a:ext uri="{FF2B5EF4-FFF2-40B4-BE49-F238E27FC236}">
                <a16:creationId xmlns:a16="http://schemas.microsoft.com/office/drawing/2014/main" id="{07CBFE4E-35C1-55A3-A3EE-9A73C2ABFC1C}"/>
              </a:ext>
            </a:extLst>
          </p:cNvPr>
          <p:cNvSpPr/>
          <p:nvPr/>
        </p:nvSpPr>
        <p:spPr>
          <a:xfrm>
            <a:off x="10079110" y="2557116"/>
            <a:ext cx="783772" cy="783771"/>
          </a:xfrm>
          <a:prstGeom prst="arc">
            <a:avLst/>
          </a:prstGeom>
          <a:ln w="25400">
            <a:solidFill>
              <a:srgbClr val="FF0000"/>
            </a:solidFill>
            <a:headEnd type="triangl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1587AC3A-31D0-9C6A-30E6-8D845028529F}"/>
              </a:ext>
            </a:extLst>
          </p:cNvPr>
          <p:cNvSpPr txBox="1"/>
          <p:nvPr/>
        </p:nvSpPr>
        <p:spPr>
          <a:xfrm>
            <a:off x="11256605" y="1988433"/>
            <a:ext cx="7536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Ext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E8B3D009-570D-3225-DED1-A7F8DFFDE989}"/>
              </a:ext>
            </a:extLst>
          </p:cNvPr>
          <p:cNvSpPr txBox="1"/>
          <p:nvPr/>
        </p:nvSpPr>
        <p:spPr>
          <a:xfrm>
            <a:off x="11232520" y="2270725"/>
            <a:ext cx="7536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Ext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E5B2656D-F8F6-B2CB-FA27-9997B481CC7D}"/>
              </a:ext>
            </a:extLst>
          </p:cNvPr>
          <p:cNvSpPr txBox="1"/>
          <p:nvPr/>
        </p:nvSpPr>
        <p:spPr>
          <a:xfrm>
            <a:off x="11147266" y="2589841"/>
            <a:ext cx="7536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Flex</a:t>
            </a:r>
          </a:p>
        </p:txBody>
      </p:sp>
      <p:sp>
        <p:nvSpPr>
          <p:cNvPr id="98" name="Arc 97">
            <a:extLst>
              <a:ext uri="{FF2B5EF4-FFF2-40B4-BE49-F238E27FC236}">
                <a16:creationId xmlns:a16="http://schemas.microsoft.com/office/drawing/2014/main" id="{6077EC5D-D323-EB4B-B708-FC87F248659F}"/>
              </a:ext>
            </a:extLst>
          </p:cNvPr>
          <p:cNvSpPr/>
          <p:nvPr/>
        </p:nvSpPr>
        <p:spPr>
          <a:xfrm>
            <a:off x="9414635" y="4040528"/>
            <a:ext cx="783772" cy="783771"/>
          </a:xfrm>
          <a:prstGeom prst="arc">
            <a:avLst/>
          </a:prstGeom>
          <a:noFill/>
          <a:ln w="25400">
            <a:solidFill>
              <a:srgbClr val="0070C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0" name="Arc 99">
            <a:extLst>
              <a:ext uri="{FF2B5EF4-FFF2-40B4-BE49-F238E27FC236}">
                <a16:creationId xmlns:a16="http://schemas.microsoft.com/office/drawing/2014/main" id="{47A34076-CB78-38E6-D195-646A3972F30E}"/>
              </a:ext>
            </a:extLst>
          </p:cNvPr>
          <p:cNvSpPr/>
          <p:nvPr/>
        </p:nvSpPr>
        <p:spPr>
          <a:xfrm>
            <a:off x="10248316" y="3728633"/>
            <a:ext cx="783772" cy="783771"/>
          </a:xfrm>
          <a:prstGeom prst="arc">
            <a:avLst/>
          </a:prstGeom>
          <a:ln w="25400">
            <a:solidFill>
              <a:srgbClr val="0070C0"/>
            </a:solidFill>
            <a:headEnd type="triangl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C33AA63F-4A2D-25A3-334C-AA58C5CE862E}"/>
              </a:ext>
            </a:extLst>
          </p:cNvPr>
          <p:cNvSpPr txBox="1"/>
          <p:nvPr/>
        </p:nvSpPr>
        <p:spPr>
          <a:xfrm>
            <a:off x="11597589" y="4168076"/>
            <a:ext cx="7536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Flex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770A972C-0392-EC91-74F8-331368B1CA57}"/>
              </a:ext>
            </a:extLst>
          </p:cNvPr>
          <p:cNvSpPr txBox="1"/>
          <p:nvPr/>
        </p:nvSpPr>
        <p:spPr>
          <a:xfrm>
            <a:off x="11147265" y="4119865"/>
            <a:ext cx="7536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Flex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1840E8B9-DAC0-022C-1590-865321ADFCF8}"/>
              </a:ext>
            </a:extLst>
          </p:cNvPr>
          <p:cNvSpPr txBox="1"/>
          <p:nvPr/>
        </p:nvSpPr>
        <p:spPr>
          <a:xfrm>
            <a:off x="11032088" y="4463427"/>
            <a:ext cx="7536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Flex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76E02985-44DE-961B-1344-A5CAE4B4B976}"/>
              </a:ext>
            </a:extLst>
          </p:cNvPr>
          <p:cNvSpPr txBox="1"/>
          <p:nvPr/>
        </p:nvSpPr>
        <p:spPr>
          <a:xfrm>
            <a:off x="11679419" y="3593773"/>
            <a:ext cx="7536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Ext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DE6D17E6-7C7F-7C05-575C-91B33B3964AD}"/>
              </a:ext>
            </a:extLst>
          </p:cNvPr>
          <p:cNvSpPr txBox="1"/>
          <p:nvPr/>
        </p:nvSpPr>
        <p:spPr>
          <a:xfrm>
            <a:off x="11253932" y="3583639"/>
            <a:ext cx="7536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Ext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1B3BB6D5-FA28-BF61-6226-D17E1273FA17}"/>
              </a:ext>
            </a:extLst>
          </p:cNvPr>
          <p:cNvSpPr txBox="1"/>
          <p:nvPr/>
        </p:nvSpPr>
        <p:spPr>
          <a:xfrm>
            <a:off x="11574714" y="4478677"/>
            <a:ext cx="7536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Flex</a:t>
            </a:r>
          </a:p>
        </p:txBody>
      </p:sp>
      <p:sp>
        <p:nvSpPr>
          <p:cNvPr id="115" name="Text Box 76">
            <a:extLst>
              <a:ext uri="{FF2B5EF4-FFF2-40B4-BE49-F238E27FC236}">
                <a16:creationId xmlns:a16="http://schemas.microsoft.com/office/drawing/2014/main" id="{7504D435-24EF-28BA-CCB2-0CD9D055EE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45382" y="2110479"/>
            <a:ext cx="375920" cy="4203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wpc="http://schemas.microsoft.com/office/word/2010/wordprocessingCanvas" xmlns:cx="http://schemas.microsoft.com/office/drawing/2014/chartex" xmlns:cx1="http://schemas.microsoft.com/office/drawing/2015/9/8/chartex" xmlns:mc="http://schemas.openxmlformats.org/markup-compatibility/2006" xmlns:m="http://schemas.openxmlformats.org/officeDocument/2006/math" xmlns:wp14="http://schemas.microsoft.com/office/word/2010/wordprocessingDrawing" xmlns:wp="http://schemas.openxmlformats.org/drawingml/2006/wordprocessingDrawing" xmlns:w14="http://schemas.microsoft.com/office/word/2010/wordml" xmlns:w15="http://schemas.microsoft.com/office/word/2012/wordml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 xmlns:mo="http://schemas.microsoft.com/office/mac/office/2008/main" xmlns:mv="urn:schemas-microsoft-com:mac:vml" xmlns:o="urn:schemas-microsoft-com:office:office" xmlns:v="urn:schemas-microsoft-com:vml" xmlns:w10="urn:schemas-microsoft-com:office:word" xmlns:w="http://schemas.openxmlformats.org/wordprocessingml/2006/main" xmlns:a14="http://schemas.microsoft.com/office/drawing/2010/main" xmlns:lc="http://schemas.openxmlformats.org/drawingml/2006/lockedCanvas">
                <a:solidFill>
                  <a:srgbClr val="FFFFFF"/>
                </a:solidFill>
              </a14:hiddenFill>
            </a:ext>
            <a:ext uri="{91240B29-F687-4f45-9708-019B960494DF}">
              <a14:hiddenLine xmlns="" xmlns:wpc="http://schemas.microsoft.com/office/word/2010/wordprocessingCanvas" xmlns:cx="http://schemas.microsoft.com/office/drawing/2014/chartex" xmlns:cx1="http://schemas.microsoft.com/office/drawing/2015/9/8/chartex" xmlns:mc="http://schemas.openxmlformats.org/markup-compatibility/2006" xmlns:m="http://schemas.openxmlformats.org/officeDocument/2006/math" xmlns:wp14="http://schemas.microsoft.com/office/word/2010/wordprocessingDrawing" xmlns:wp="http://schemas.openxmlformats.org/drawingml/2006/wordprocessingDrawing" xmlns:w14="http://schemas.microsoft.com/office/word/2010/wordml" xmlns:w15="http://schemas.microsoft.com/office/word/2012/wordml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 xmlns:mo="http://schemas.microsoft.com/office/mac/office/2008/main" xmlns:mv="urn:schemas-microsoft-com:mac:vml" xmlns:o="urn:schemas-microsoft-com:office:office" xmlns:v="urn:schemas-microsoft-com:vml" xmlns:w10="urn:schemas-microsoft-com:office:word" xmlns:w="http://schemas.openxmlformats.org/wordprocessingml/2006/main" xmlns:a14="http://schemas.microsoft.com/office/drawing/2010/main" xmlns:lc="http://schemas.openxmlformats.org/drawingml/2006/lockedCanvas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b="1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  <a:sym typeface="Symbol" panose="05050102010706020507" pitchFamily="18" charset="2"/>
              </a:rPr>
              <a:t></a:t>
            </a:r>
            <a:endParaRPr lang="en-US" b="1" dirty="0">
              <a:solidFill>
                <a:srgbClr val="FF0000"/>
              </a:solidFill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117" name="Text Box 76">
            <a:extLst>
              <a:ext uri="{FF2B5EF4-FFF2-40B4-BE49-F238E27FC236}">
                <a16:creationId xmlns:a16="http://schemas.microsoft.com/office/drawing/2014/main" id="{0BC8F1D7-9F35-F142-E7AE-CB16E79BAB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86459" y="3506441"/>
            <a:ext cx="377406" cy="4050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wpc="http://schemas.microsoft.com/office/word/2010/wordprocessingCanvas" xmlns:cx="http://schemas.microsoft.com/office/drawing/2014/chartex" xmlns:cx1="http://schemas.microsoft.com/office/drawing/2015/9/8/chartex" xmlns:mc="http://schemas.openxmlformats.org/markup-compatibility/2006" xmlns:m="http://schemas.openxmlformats.org/officeDocument/2006/math" xmlns:wp14="http://schemas.microsoft.com/office/word/2010/wordprocessingDrawing" xmlns:wp="http://schemas.openxmlformats.org/drawingml/2006/wordprocessingDrawing" xmlns:w14="http://schemas.microsoft.com/office/word/2010/wordml" xmlns:w15="http://schemas.microsoft.com/office/word/2012/wordml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 xmlns:mo="http://schemas.microsoft.com/office/mac/office/2008/main" xmlns:mv="urn:schemas-microsoft-com:mac:vml" xmlns:o="urn:schemas-microsoft-com:office:office" xmlns:v="urn:schemas-microsoft-com:vml" xmlns:w10="urn:schemas-microsoft-com:office:word" xmlns:w="http://schemas.openxmlformats.org/wordprocessingml/2006/main" xmlns:a14="http://schemas.microsoft.com/office/drawing/2010/main" xmlns:lc="http://schemas.openxmlformats.org/drawingml/2006/lockedCanvas">
                <a:solidFill>
                  <a:srgbClr val="FFFFFF"/>
                </a:solidFill>
              </a14:hiddenFill>
            </a:ext>
            <a:ext uri="{91240B29-F687-4f45-9708-019B960494DF}">
              <a14:hiddenLine xmlns="" xmlns:wpc="http://schemas.microsoft.com/office/word/2010/wordprocessingCanvas" xmlns:cx="http://schemas.microsoft.com/office/drawing/2014/chartex" xmlns:cx1="http://schemas.microsoft.com/office/drawing/2015/9/8/chartex" xmlns:mc="http://schemas.openxmlformats.org/markup-compatibility/2006" xmlns:m="http://schemas.openxmlformats.org/officeDocument/2006/math" xmlns:wp14="http://schemas.microsoft.com/office/word/2010/wordprocessingDrawing" xmlns:wp="http://schemas.openxmlformats.org/drawingml/2006/wordprocessingDrawing" xmlns:w14="http://schemas.microsoft.com/office/word/2010/wordml" xmlns:w15="http://schemas.microsoft.com/office/word/2012/wordml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 xmlns:mo="http://schemas.microsoft.com/office/mac/office/2008/main" xmlns:mv="urn:schemas-microsoft-com:mac:vml" xmlns:o="urn:schemas-microsoft-com:office:office" xmlns:v="urn:schemas-microsoft-com:vml" xmlns:w10="urn:schemas-microsoft-com:office:word" xmlns:w="http://schemas.openxmlformats.org/wordprocessingml/2006/main" xmlns:a14="http://schemas.microsoft.com/office/drawing/2010/main" xmlns:lc="http://schemas.openxmlformats.org/drawingml/2006/lockedCanvas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b="1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  <a:sym typeface="Symbol" panose="05050102010706020507" pitchFamily="18" charset="2"/>
              </a:rPr>
              <a:t></a:t>
            </a:r>
            <a:endParaRPr lang="en-US" b="1" dirty="0">
              <a:solidFill>
                <a:srgbClr val="0070C0"/>
              </a:solidFill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CBED84C2-39A1-586B-6D12-DA881B746512}"/>
              </a:ext>
            </a:extLst>
          </p:cNvPr>
          <p:cNvSpPr txBox="1"/>
          <p:nvPr/>
        </p:nvSpPr>
        <p:spPr>
          <a:xfrm>
            <a:off x="9869806" y="5127801"/>
            <a:ext cx="7398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sym typeface="Symbol" panose="05050102010706020507" pitchFamily="18" charset="2"/>
              </a:rPr>
              <a:t> = 0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0188A8EF-54C8-5547-A702-98434BAF9647}"/>
              </a:ext>
            </a:extLst>
          </p:cNvPr>
          <p:cNvSpPr txBox="1"/>
          <p:nvPr/>
        </p:nvSpPr>
        <p:spPr>
          <a:xfrm>
            <a:off x="9414635" y="5464867"/>
            <a:ext cx="1047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sym typeface="Symbol" panose="05050102010706020507" pitchFamily="18" charset="2"/>
              </a:rPr>
              <a:t></a:t>
            </a:r>
            <a:r>
              <a:rPr lang="en-US" sz="1200" dirty="0">
                <a:solidFill>
                  <a:srgbClr val="FF0000"/>
                </a:solidFill>
                <a:sym typeface="Symbol" panose="05050102010706020507" pitchFamily="18" charset="2"/>
              </a:rPr>
              <a:t>peak 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5B912F52-4033-C630-40BB-8787C714A5DD}"/>
              </a:ext>
            </a:extLst>
          </p:cNvPr>
          <p:cNvSpPr txBox="1"/>
          <p:nvPr/>
        </p:nvSpPr>
        <p:spPr>
          <a:xfrm>
            <a:off x="9365386" y="5763412"/>
            <a:ext cx="1047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sym typeface="Symbol" panose="05050102010706020507" pitchFamily="18" charset="2"/>
              </a:rPr>
              <a:t></a:t>
            </a:r>
            <a:r>
              <a:rPr lang="en-US" sz="1200" dirty="0">
                <a:solidFill>
                  <a:srgbClr val="FF0000"/>
                </a:solidFill>
                <a:sym typeface="Symbol" panose="05050102010706020507" pitchFamily="18" charset="2"/>
              </a:rPr>
              <a:t>peak 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127B6FA0-2717-2679-0129-F3D54B27DF7E}"/>
              </a:ext>
            </a:extLst>
          </p:cNvPr>
          <p:cNvSpPr txBox="1"/>
          <p:nvPr/>
        </p:nvSpPr>
        <p:spPr>
          <a:xfrm>
            <a:off x="9334237" y="6098045"/>
            <a:ext cx="1047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sym typeface="Symbol" panose="05050102010706020507" pitchFamily="18" charset="2"/>
              </a:rPr>
              <a:t></a:t>
            </a:r>
            <a:r>
              <a:rPr lang="en-US" sz="1200" dirty="0">
                <a:solidFill>
                  <a:srgbClr val="FF0000"/>
                </a:solidFill>
                <a:sym typeface="Symbol" panose="05050102010706020507" pitchFamily="18" charset="2"/>
              </a:rPr>
              <a:t>peak 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42935E3F-9D89-26BB-6B31-C369AD5D6DBB}"/>
              </a:ext>
            </a:extLst>
          </p:cNvPr>
          <p:cNvSpPr txBox="1"/>
          <p:nvPr/>
        </p:nvSpPr>
        <p:spPr>
          <a:xfrm>
            <a:off x="9310918" y="6325268"/>
            <a:ext cx="1047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sym typeface="Symbol" panose="05050102010706020507" pitchFamily="18" charset="2"/>
              </a:rPr>
              <a:t></a:t>
            </a:r>
            <a:r>
              <a:rPr lang="en-US" sz="1200" dirty="0">
                <a:solidFill>
                  <a:srgbClr val="FF0000"/>
                </a:solidFill>
                <a:sym typeface="Symbol" panose="05050102010706020507" pitchFamily="18" charset="2"/>
              </a:rPr>
              <a:t>peak 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95FB7E6C-0E00-22DC-83B8-1AF64754AC26}"/>
              </a:ext>
            </a:extLst>
          </p:cNvPr>
          <p:cNvSpPr txBox="1"/>
          <p:nvPr/>
        </p:nvSpPr>
        <p:spPr>
          <a:xfrm>
            <a:off x="10925730" y="5195868"/>
            <a:ext cx="7398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  <a:sym typeface="Symbol" panose="05050102010706020507" pitchFamily="18" charset="2"/>
              </a:rPr>
              <a:t>= 0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B19E43B2-AA7F-C2B6-DBB4-D07FE07F8A34}"/>
              </a:ext>
            </a:extLst>
          </p:cNvPr>
          <p:cNvSpPr txBox="1"/>
          <p:nvPr/>
        </p:nvSpPr>
        <p:spPr>
          <a:xfrm>
            <a:off x="10942371" y="5449421"/>
            <a:ext cx="7398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  <a:sym typeface="Symbol" panose="05050102010706020507" pitchFamily="18" charset="2"/>
              </a:rPr>
              <a:t>= 0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6920294F-8E67-3DF2-C095-40E0EB2ED5DA}"/>
              </a:ext>
            </a:extLst>
          </p:cNvPr>
          <p:cNvSpPr txBox="1"/>
          <p:nvPr/>
        </p:nvSpPr>
        <p:spPr>
          <a:xfrm>
            <a:off x="10939535" y="5657732"/>
            <a:ext cx="7398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  <a:sym typeface="Symbol" panose="05050102010706020507" pitchFamily="18" charset="2"/>
              </a:rPr>
              <a:t>= 0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4D50477B-E2BF-355F-6136-033977D5A2B5}"/>
              </a:ext>
            </a:extLst>
          </p:cNvPr>
          <p:cNvSpPr txBox="1"/>
          <p:nvPr/>
        </p:nvSpPr>
        <p:spPr>
          <a:xfrm>
            <a:off x="10941206" y="5924409"/>
            <a:ext cx="7398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  <a:sym typeface="Symbol" panose="05050102010706020507" pitchFamily="18" charset="2"/>
              </a:rPr>
              <a:t>= 0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BF46F2BD-C023-8B24-7702-50F6A9192887}"/>
              </a:ext>
            </a:extLst>
          </p:cNvPr>
          <p:cNvSpPr txBox="1"/>
          <p:nvPr/>
        </p:nvSpPr>
        <p:spPr>
          <a:xfrm>
            <a:off x="10022206" y="5280201"/>
            <a:ext cx="7398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sym typeface="Symbol" panose="05050102010706020507" pitchFamily="18" charset="2"/>
              </a:rPr>
              <a:t> = 0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FFFA648E-21E1-ADA3-5A97-437322C78078}"/>
              </a:ext>
            </a:extLst>
          </p:cNvPr>
          <p:cNvSpPr txBox="1"/>
          <p:nvPr/>
        </p:nvSpPr>
        <p:spPr>
          <a:xfrm>
            <a:off x="10174606" y="5432601"/>
            <a:ext cx="7398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sym typeface="Symbol" panose="05050102010706020507" pitchFamily="18" charset="2"/>
              </a:rPr>
              <a:t> = 0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C63A1950-9170-8878-53BC-CC3EE3DADA73}"/>
              </a:ext>
            </a:extLst>
          </p:cNvPr>
          <p:cNvSpPr txBox="1"/>
          <p:nvPr/>
        </p:nvSpPr>
        <p:spPr>
          <a:xfrm>
            <a:off x="10327006" y="5585001"/>
            <a:ext cx="7398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sym typeface="Symbol" panose="05050102010706020507" pitchFamily="18" charset="2"/>
              </a:rPr>
              <a:t> = 0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43" name="Text Box 28">
            <a:extLst>
              <a:ext uri="{FF2B5EF4-FFF2-40B4-BE49-F238E27FC236}">
                <a16:creationId xmlns:a16="http://schemas.microsoft.com/office/drawing/2014/main" id="{0D9C4E8E-CBA5-87F5-6312-7DFBA87A6B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13978" y="990683"/>
            <a:ext cx="214312" cy="254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+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5" name="Text Box 27">
            <a:extLst>
              <a:ext uri="{FF2B5EF4-FFF2-40B4-BE49-F238E27FC236}">
                <a16:creationId xmlns:a16="http://schemas.microsoft.com/office/drawing/2014/main" id="{92DE05E8-9891-85E8-E112-1030EEEF6A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81623" y="1374427"/>
            <a:ext cx="214312" cy="254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+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7" name="Text Box 28">
            <a:extLst>
              <a:ext uri="{FF2B5EF4-FFF2-40B4-BE49-F238E27FC236}">
                <a16:creationId xmlns:a16="http://schemas.microsoft.com/office/drawing/2014/main" id="{B5D1B740-9FE2-321F-AEC1-7CFF49F08F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46196" y="882427"/>
            <a:ext cx="214312" cy="254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+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9" name="Text Box 33">
            <a:extLst>
              <a:ext uri="{FF2B5EF4-FFF2-40B4-BE49-F238E27FC236}">
                <a16:creationId xmlns:a16="http://schemas.microsoft.com/office/drawing/2014/main" id="{662C48EB-39EE-BCD7-E6B3-4D14AAD870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54294" y="1041410"/>
            <a:ext cx="214312" cy="254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-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1" name="Text Box 29">
            <a:extLst>
              <a:ext uri="{FF2B5EF4-FFF2-40B4-BE49-F238E27FC236}">
                <a16:creationId xmlns:a16="http://schemas.microsoft.com/office/drawing/2014/main" id="{DADB0663-9603-C9A2-EADE-FA2F8AE604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61641" y="1665677"/>
            <a:ext cx="214312" cy="254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-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3" name="Text Box 29">
            <a:extLst>
              <a:ext uri="{FF2B5EF4-FFF2-40B4-BE49-F238E27FC236}">
                <a16:creationId xmlns:a16="http://schemas.microsoft.com/office/drawing/2014/main" id="{B32B47C8-6481-C8AB-7EE3-9066602F96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027666" y="1426306"/>
            <a:ext cx="214312" cy="254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-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5" name="Text Box 29">
            <a:extLst>
              <a:ext uri="{FF2B5EF4-FFF2-40B4-BE49-F238E27FC236}">
                <a16:creationId xmlns:a16="http://schemas.microsoft.com/office/drawing/2014/main" id="{A03D1599-0603-EFDB-C2B1-EE589F38EE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47654" y="1023150"/>
            <a:ext cx="214312" cy="254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-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7" name="Text Box 29">
            <a:extLst>
              <a:ext uri="{FF2B5EF4-FFF2-40B4-BE49-F238E27FC236}">
                <a16:creationId xmlns:a16="http://schemas.microsoft.com/office/drawing/2014/main" id="{B045C19E-010A-CBB5-1C6B-95DACDEB08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19910" y="1093386"/>
            <a:ext cx="214312" cy="254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-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9" name="Text Box 27">
            <a:extLst>
              <a:ext uri="{FF2B5EF4-FFF2-40B4-BE49-F238E27FC236}">
                <a16:creationId xmlns:a16="http://schemas.microsoft.com/office/drawing/2014/main" id="{3E1B7E7D-A4B0-D8B5-A569-988F35DDA7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77920" y="1813093"/>
            <a:ext cx="214312" cy="254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+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1" name="Text Box 27">
            <a:extLst>
              <a:ext uri="{FF2B5EF4-FFF2-40B4-BE49-F238E27FC236}">
                <a16:creationId xmlns:a16="http://schemas.microsoft.com/office/drawing/2014/main" id="{6A64EF25-50E9-D0C3-3231-9C316F7469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97664" y="1282171"/>
            <a:ext cx="214312" cy="254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+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3" name="Text Box 27">
            <a:extLst>
              <a:ext uri="{FF2B5EF4-FFF2-40B4-BE49-F238E27FC236}">
                <a16:creationId xmlns:a16="http://schemas.microsoft.com/office/drawing/2014/main" id="{3884D034-D5EA-FAEB-C6CC-725AAC61A1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95099" y="1592633"/>
            <a:ext cx="214312" cy="254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+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5" name="Text Box 27">
            <a:extLst>
              <a:ext uri="{FF2B5EF4-FFF2-40B4-BE49-F238E27FC236}">
                <a16:creationId xmlns:a16="http://schemas.microsoft.com/office/drawing/2014/main" id="{A20ACDF2-F7D0-3C14-7581-DE7C04F301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82326" y="1583109"/>
            <a:ext cx="214312" cy="254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+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7" name="Text Box 28">
            <a:extLst>
              <a:ext uri="{FF2B5EF4-FFF2-40B4-BE49-F238E27FC236}">
                <a16:creationId xmlns:a16="http://schemas.microsoft.com/office/drawing/2014/main" id="{EB1566B1-3B05-B52A-B1A7-5681628BB3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21147" y="1224460"/>
            <a:ext cx="214312" cy="254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+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9" name="Text Box 28">
            <a:extLst>
              <a:ext uri="{FF2B5EF4-FFF2-40B4-BE49-F238E27FC236}">
                <a16:creationId xmlns:a16="http://schemas.microsoft.com/office/drawing/2014/main" id="{F8B01FFB-5C50-DEF0-189D-5DD697750C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73361" y="1215245"/>
            <a:ext cx="214312" cy="254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+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1" name="Text Box 28">
            <a:extLst>
              <a:ext uri="{FF2B5EF4-FFF2-40B4-BE49-F238E27FC236}">
                <a16:creationId xmlns:a16="http://schemas.microsoft.com/office/drawing/2014/main" id="{6EF56EDA-5F28-E3BE-4BA0-1416FEFAB0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62249" y="1492141"/>
            <a:ext cx="214312" cy="254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+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3" name="Text Box 28">
            <a:extLst>
              <a:ext uri="{FF2B5EF4-FFF2-40B4-BE49-F238E27FC236}">
                <a16:creationId xmlns:a16="http://schemas.microsoft.com/office/drawing/2014/main" id="{B2F47096-E3F6-09FD-59CA-3782C5B47B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20961" y="1062845"/>
            <a:ext cx="214312" cy="254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+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5" name="Text Box 29">
            <a:extLst>
              <a:ext uri="{FF2B5EF4-FFF2-40B4-BE49-F238E27FC236}">
                <a16:creationId xmlns:a16="http://schemas.microsoft.com/office/drawing/2014/main" id="{059B83A9-036E-F6BD-C19B-F244960F07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00054" y="1175550"/>
            <a:ext cx="214312" cy="254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-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7" name="Text Box 29">
            <a:extLst>
              <a:ext uri="{FF2B5EF4-FFF2-40B4-BE49-F238E27FC236}">
                <a16:creationId xmlns:a16="http://schemas.microsoft.com/office/drawing/2014/main" id="{890136DC-0510-C7BD-166B-CC335C8446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52454" y="1327950"/>
            <a:ext cx="214312" cy="254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-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9" name="Text Box 29">
            <a:extLst>
              <a:ext uri="{FF2B5EF4-FFF2-40B4-BE49-F238E27FC236}">
                <a16:creationId xmlns:a16="http://schemas.microsoft.com/office/drawing/2014/main" id="{2A80C65A-765D-86F5-3FD1-7982486371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14041" y="1818077"/>
            <a:ext cx="214312" cy="254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-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81" name="Text Box 29">
            <a:extLst>
              <a:ext uri="{FF2B5EF4-FFF2-40B4-BE49-F238E27FC236}">
                <a16:creationId xmlns:a16="http://schemas.microsoft.com/office/drawing/2014/main" id="{4697C008-9BA2-8128-64C7-9466E27A7D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066441" y="1970477"/>
            <a:ext cx="214312" cy="254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-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83" name="Text Box 29">
            <a:extLst>
              <a:ext uri="{FF2B5EF4-FFF2-40B4-BE49-F238E27FC236}">
                <a16:creationId xmlns:a16="http://schemas.microsoft.com/office/drawing/2014/main" id="{558C6B01-F828-1480-D7DF-BA75BC4CE7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19290" y="1645357"/>
            <a:ext cx="214312" cy="254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-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184" name="Straight Connector 183">
            <a:extLst>
              <a:ext uri="{FF2B5EF4-FFF2-40B4-BE49-F238E27FC236}">
                <a16:creationId xmlns:a16="http://schemas.microsoft.com/office/drawing/2014/main" id="{25AA0BBA-4643-821D-6C5E-F413B95E63D1}"/>
              </a:ext>
            </a:extLst>
          </p:cNvPr>
          <p:cNvCxnSpPr/>
          <p:nvPr/>
        </p:nvCxnSpPr>
        <p:spPr>
          <a:xfrm>
            <a:off x="1404418" y="1342245"/>
            <a:ext cx="903563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85" name="Straight Connector 184">
            <a:extLst>
              <a:ext uri="{FF2B5EF4-FFF2-40B4-BE49-F238E27FC236}">
                <a16:creationId xmlns:a16="http://schemas.microsoft.com/office/drawing/2014/main" id="{3A4F78DA-8D34-14DB-06E3-4750007CE1F3}"/>
              </a:ext>
            </a:extLst>
          </p:cNvPr>
          <p:cNvCxnSpPr/>
          <p:nvPr/>
        </p:nvCxnSpPr>
        <p:spPr>
          <a:xfrm>
            <a:off x="1291096" y="1518683"/>
            <a:ext cx="903563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86" name="Straight Connector 185">
            <a:extLst>
              <a:ext uri="{FF2B5EF4-FFF2-40B4-BE49-F238E27FC236}">
                <a16:creationId xmlns:a16="http://schemas.microsoft.com/office/drawing/2014/main" id="{CE5F9F4F-B1DE-199D-7D8E-A22F91A88416}"/>
              </a:ext>
            </a:extLst>
          </p:cNvPr>
          <p:cNvCxnSpPr/>
          <p:nvPr/>
        </p:nvCxnSpPr>
        <p:spPr>
          <a:xfrm>
            <a:off x="1230111" y="1187997"/>
            <a:ext cx="903563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87" name="Straight Connector 186">
            <a:extLst>
              <a:ext uri="{FF2B5EF4-FFF2-40B4-BE49-F238E27FC236}">
                <a16:creationId xmlns:a16="http://schemas.microsoft.com/office/drawing/2014/main" id="{F4270302-D816-8F70-4F99-3F0329C4DF49}"/>
              </a:ext>
            </a:extLst>
          </p:cNvPr>
          <p:cNvCxnSpPr/>
          <p:nvPr/>
        </p:nvCxnSpPr>
        <p:spPr>
          <a:xfrm>
            <a:off x="1404417" y="1665677"/>
            <a:ext cx="903563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88" name="Straight Connector 187">
            <a:extLst>
              <a:ext uri="{FF2B5EF4-FFF2-40B4-BE49-F238E27FC236}">
                <a16:creationId xmlns:a16="http://schemas.microsoft.com/office/drawing/2014/main" id="{9DDE2AF9-C8C9-FBC6-C8D5-4C0566801C3A}"/>
              </a:ext>
            </a:extLst>
          </p:cNvPr>
          <p:cNvCxnSpPr/>
          <p:nvPr/>
        </p:nvCxnSpPr>
        <p:spPr>
          <a:xfrm>
            <a:off x="1210041" y="941586"/>
            <a:ext cx="903563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89" name="Straight Connector 188">
            <a:extLst>
              <a:ext uri="{FF2B5EF4-FFF2-40B4-BE49-F238E27FC236}">
                <a16:creationId xmlns:a16="http://schemas.microsoft.com/office/drawing/2014/main" id="{9970D1C8-2899-46D5-2643-4D10499817D1}"/>
              </a:ext>
            </a:extLst>
          </p:cNvPr>
          <p:cNvCxnSpPr/>
          <p:nvPr/>
        </p:nvCxnSpPr>
        <p:spPr>
          <a:xfrm>
            <a:off x="1362441" y="1093986"/>
            <a:ext cx="903563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64" name="TextBox 163">
            <a:extLst>
              <a:ext uri="{FF2B5EF4-FFF2-40B4-BE49-F238E27FC236}">
                <a16:creationId xmlns:a16="http://schemas.microsoft.com/office/drawing/2014/main" id="{52E86B2D-044E-E9A0-A9AC-982D7B7F72A7}"/>
              </a:ext>
            </a:extLst>
          </p:cNvPr>
          <p:cNvSpPr txBox="1"/>
          <p:nvPr/>
        </p:nvSpPr>
        <p:spPr>
          <a:xfrm>
            <a:off x="310308" y="216412"/>
            <a:ext cx="1119602" cy="370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jump</a:t>
            </a:r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3649B4E4-A1C5-C56A-7F47-4556CC1E7B32}"/>
              </a:ext>
            </a:extLst>
          </p:cNvPr>
          <p:cNvSpPr/>
          <p:nvPr/>
        </p:nvSpPr>
        <p:spPr>
          <a:xfrm flipV="1">
            <a:off x="288350" y="2003109"/>
            <a:ext cx="1275755" cy="594158"/>
          </a:xfrm>
          <a:custGeom>
            <a:avLst/>
            <a:gdLst>
              <a:gd name="connsiteX0" fmla="*/ 0 w 1750748"/>
              <a:gd name="connsiteY0" fmla="*/ 6002 h 740056"/>
              <a:gd name="connsiteX1" fmla="*/ 238125 w 1750748"/>
              <a:gd name="connsiteY1" fmla="*/ 25052 h 740056"/>
              <a:gd name="connsiteX2" fmla="*/ 666750 w 1750748"/>
              <a:gd name="connsiteY2" fmla="*/ 206027 h 740056"/>
              <a:gd name="connsiteX3" fmla="*/ 828675 w 1750748"/>
              <a:gd name="connsiteY3" fmla="*/ 491777 h 740056"/>
              <a:gd name="connsiteX4" fmla="*/ 1123950 w 1750748"/>
              <a:gd name="connsiteY4" fmla="*/ 691802 h 740056"/>
              <a:gd name="connsiteX5" fmla="*/ 1571625 w 1750748"/>
              <a:gd name="connsiteY5" fmla="*/ 739427 h 740056"/>
              <a:gd name="connsiteX6" fmla="*/ 1743075 w 1750748"/>
              <a:gd name="connsiteY6" fmla="*/ 720377 h 740056"/>
              <a:gd name="connsiteX7" fmla="*/ 1704975 w 1750748"/>
              <a:gd name="connsiteY7" fmla="*/ 739427 h 7400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50748" h="740056">
                <a:moveTo>
                  <a:pt x="0" y="6002"/>
                </a:moveTo>
                <a:cubicBezTo>
                  <a:pt x="63500" y="-1142"/>
                  <a:pt x="127000" y="-8286"/>
                  <a:pt x="238125" y="25052"/>
                </a:cubicBezTo>
                <a:cubicBezTo>
                  <a:pt x="349250" y="58390"/>
                  <a:pt x="568325" y="128240"/>
                  <a:pt x="666750" y="206027"/>
                </a:cubicBezTo>
                <a:cubicBezTo>
                  <a:pt x="765175" y="283814"/>
                  <a:pt x="752475" y="410815"/>
                  <a:pt x="828675" y="491777"/>
                </a:cubicBezTo>
                <a:cubicBezTo>
                  <a:pt x="904875" y="572739"/>
                  <a:pt x="1000125" y="650527"/>
                  <a:pt x="1123950" y="691802"/>
                </a:cubicBezTo>
                <a:cubicBezTo>
                  <a:pt x="1247775" y="733077"/>
                  <a:pt x="1468438" y="734665"/>
                  <a:pt x="1571625" y="739427"/>
                </a:cubicBezTo>
                <a:cubicBezTo>
                  <a:pt x="1674812" y="744189"/>
                  <a:pt x="1720850" y="720377"/>
                  <a:pt x="1743075" y="720377"/>
                </a:cubicBezTo>
                <a:cubicBezTo>
                  <a:pt x="1765300" y="720377"/>
                  <a:pt x="1735137" y="729902"/>
                  <a:pt x="1704975" y="739427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07B5FEE5-EA89-2187-6BD1-57F504942ED4}"/>
              </a:ext>
            </a:extLst>
          </p:cNvPr>
          <p:cNvSpPr/>
          <p:nvPr/>
        </p:nvSpPr>
        <p:spPr>
          <a:xfrm flipV="1">
            <a:off x="188732" y="2708911"/>
            <a:ext cx="1307526" cy="421012"/>
          </a:xfrm>
          <a:custGeom>
            <a:avLst/>
            <a:gdLst>
              <a:gd name="connsiteX0" fmla="*/ 0 w 1933575"/>
              <a:gd name="connsiteY0" fmla="*/ 732366 h 732366"/>
              <a:gd name="connsiteX1" fmla="*/ 438150 w 1933575"/>
              <a:gd name="connsiteY1" fmla="*/ 637116 h 732366"/>
              <a:gd name="connsiteX2" fmla="*/ 914400 w 1933575"/>
              <a:gd name="connsiteY2" fmla="*/ 332316 h 732366"/>
              <a:gd name="connsiteX3" fmla="*/ 1285875 w 1933575"/>
              <a:gd name="connsiteY3" fmla="*/ 122766 h 732366"/>
              <a:gd name="connsiteX4" fmla="*/ 1533525 w 1933575"/>
              <a:gd name="connsiteY4" fmla="*/ 8466 h 732366"/>
              <a:gd name="connsiteX5" fmla="*/ 1924050 w 1933575"/>
              <a:gd name="connsiteY5" fmla="*/ 8466 h 732366"/>
              <a:gd name="connsiteX6" fmla="*/ 1933575 w 1933575"/>
              <a:gd name="connsiteY6" fmla="*/ 8466 h 732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933575" h="732366">
                <a:moveTo>
                  <a:pt x="0" y="732366"/>
                </a:moveTo>
                <a:cubicBezTo>
                  <a:pt x="142875" y="718078"/>
                  <a:pt x="285750" y="703791"/>
                  <a:pt x="438150" y="637116"/>
                </a:cubicBezTo>
                <a:cubicBezTo>
                  <a:pt x="590550" y="570441"/>
                  <a:pt x="773113" y="418041"/>
                  <a:pt x="914400" y="332316"/>
                </a:cubicBezTo>
                <a:cubicBezTo>
                  <a:pt x="1055688" y="246591"/>
                  <a:pt x="1182688" y="176741"/>
                  <a:pt x="1285875" y="122766"/>
                </a:cubicBezTo>
                <a:cubicBezTo>
                  <a:pt x="1389062" y="68791"/>
                  <a:pt x="1427162" y="27516"/>
                  <a:pt x="1533525" y="8466"/>
                </a:cubicBezTo>
                <a:cubicBezTo>
                  <a:pt x="1639888" y="-10584"/>
                  <a:pt x="1924050" y="8466"/>
                  <a:pt x="1924050" y="8466"/>
                </a:cubicBezTo>
                <a:lnTo>
                  <a:pt x="1933575" y="8466"/>
                </a:ln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17ABF556-E97E-9A31-00FD-C03C997BE39C}"/>
              </a:ext>
            </a:extLst>
          </p:cNvPr>
          <p:cNvSpPr/>
          <p:nvPr/>
        </p:nvSpPr>
        <p:spPr>
          <a:xfrm flipV="1">
            <a:off x="312264" y="3138248"/>
            <a:ext cx="1225450" cy="471743"/>
          </a:xfrm>
          <a:custGeom>
            <a:avLst/>
            <a:gdLst>
              <a:gd name="connsiteX0" fmla="*/ 0 w 1829311"/>
              <a:gd name="connsiteY0" fmla="*/ 5997 h 799985"/>
              <a:gd name="connsiteX1" fmla="*/ 390525 w 1829311"/>
              <a:gd name="connsiteY1" fmla="*/ 425097 h 799985"/>
              <a:gd name="connsiteX2" fmla="*/ 819150 w 1829311"/>
              <a:gd name="connsiteY2" fmla="*/ 796572 h 799985"/>
              <a:gd name="connsiteX3" fmla="*/ 1314450 w 1829311"/>
              <a:gd name="connsiteY3" fmla="*/ 577497 h 799985"/>
              <a:gd name="connsiteX4" fmla="*/ 1781175 w 1829311"/>
              <a:gd name="connsiteY4" fmla="*/ 53622 h 799985"/>
              <a:gd name="connsiteX5" fmla="*/ 1790700 w 1829311"/>
              <a:gd name="connsiteY5" fmla="*/ 44097 h 7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29311" h="799985">
                <a:moveTo>
                  <a:pt x="0" y="5997"/>
                </a:moveTo>
                <a:cubicBezTo>
                  <a:pt x="127000" y="149665"/>
                  <a:pt x="254000" y="293334"/>
                  <a:pt x="390525" y="425097"/>
                </a:cubicBezTo>
                <a:cubicBezTo>
                  <a:pt x="527050" y="556860"/>
                  <a:pt x="665163" y="771172"/>
                  <a:pt x="819150" y="796572"/>
                </a:cubicBezTo>
                <a:cubicBezTo>
                  <a:pt x="973137" y="821972"/>
                  <a:pt x="1154113" y="701322"/>
                  <a:pt x="1314450" y="577497"/>
                </a:cubicBezTo>
                <a:cubicBezTo>
                  <a:pt x="1474787" y="453672"/>
                  <a:pt x="1701800" y="142522"/>
                  <a:pt x="1781175" y="53622"/>
                </a:cubicBezTo>
                <a:cubicBezTo>
                  <a:pt x="1860550" y="-35278"/>
                  <a:pt x="1825625" y="4409"/>
                  <a:pt x="1790700" y="44097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7AC213BE-5E9D-2356-2149-53F8E66915EA}"/>
              </a:ext>
            </a:extLst>
          </p:cNvPr>
          <p:cNvSpPr/>
          <p:nvPr/>
        </p:nvSpPr>
        <p:spPr>
          <a:xfrm flipV="1">
            <a:off x="232750" y="3737174"/>
            <a:ext cx="1291459" cy="520521"/>
          </a:xfrm>
          <a:custGeom>
            <a:avLst/>
            <a:gdLst>
              <a:gd name="connsiteX0" fmla="*/ 0 w 1819275"/>
              <a:gd name="connsiteY0" fmla="*/ 646319 h 646319"/>
              <a:gd name="connsiteX1" fmla="*/ 295275 w 1819275"/>
              <a:gd name="connsiteY1" fmla="*/ 265319 h 646319"/>
              <a:gd name="connsiteX2" fmla="*/ 647700 w 1819275"/>
              <a:gd name="connsiteY2" fmla="*/ 27194 h 646319"/>
              <a:gd name="connsiteX3" fmla="*/ 1219200 w 1819275"/>
              <a:gd name="connsiteY3" fmla="*/ 74819 h 646319"/>
              <a:gd name="connsiteX4" fmla="*/ 1819275 w 1819275"/>
              <a:gd name="connsiteY4" fmla="*/ 646319 h 646319"/>
              <a:gd name="connsiteX5" fmla="*/ 1819275 w 1819275"/>
              <a:gd name="connsiteY5" fmla="*/ 646319 h 646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19275" h="646319">
                <a:moveTo>
                  <a:pt x="0" y="646319"/>
                </a:moveTo>
                <a:cubicBezTo>
                  <a:pt x="93662" y="507412"/>
                  <a:pt x="187325" y="368506"/>
                  <a:pt x="295275" y="265319"/>
                </a:cubicBezTo>
                <a:cubicBezTo>
                  <a:pt x="403225" y="162132"/>
                  <a:pt x="493713" y="58944"/>
                  <a:pt x="647700" y="27194"/>
                </a:cubicBezTo>
                <a:cubicBezTo>
                  <a:pt x="801687" y="-4556"/>
                  <a:pt x="1023937" y="-28369"/>
                  <a:pt x="1219200" y="74819"/>
                </a:cubicBezTo>
                <a:cubicBezTo>
                  <a:pt x="1414463" y="178007"/>
                  <a:pt x="1819275" y="646319"/>
                  <a:pt x="1819275" y="646319"/>
                </a:cubicBezTo>
                <a:lnTo>
                  <a:pt x="1819275" y="646319"/>
                </a:ln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BDD377F1-1067-B62B-FC16-DC3EB72E4B00}"/>
              </a:ext>
            </a:extLst>
          </p:cNvPr>
          <p:cNvSpPr/>
          <p:nvPr/>
        </p:nvSpPr>
        <p:spPr>
          <a:xfrm>
            <a:off x="268780" y="4281917"/>
            <a:ext cx="969675" cy="688209"/>
          </a:xfrm>
          <a:custGeom>
            <a:avLst/>
            <a:gdLst>
              <a:gd name="connsiteX0" fmla="*/ 0 w 1990725"/>
              <a:gd name="connsiteY0" fmla="*/ 576955 h 1178193"/>
              <a:gd name="connsiteX1" fmla="*/ 333375 w 1990725"/>
              <a:gd name="connsiteY1" fmla="*/ 138805 h 1178193"/>
              <a:gd name="connsiteX2" fmla="*/ 762000 w 1990725"/>
              <a:gd name="connsiteY2" fmla="*/ 34030 h 1178193"/>
              <a:gd name="connsiteX3" fmla="*/ 1047750 w 1990725"/>
              <a:gd name="connsiteY3" fmla="*/ 672205 h 1178193"/>
              <a:gd name="connsiteX4" fmla="*/ 1428750 w 1990725"/>
              <a:gd name="connsiteY4" fmla="*/ 1157980 h 1178193"/>
              <a:gd name="connsiteX5" fmla="*/ 1476375 w 1990725"/>
              <a:gd name="connsiteY5" fmla="*/ 1091305 h 1178193"/>
              <a:gd name="connsiteX6" fmla="*/ 1381125 w 1990725"/>
              <a:gd name="connsiteY6" fmla="*/ 1138930 h 1178193"/>
              <a:gd name="connsiteX7" fmla="*/ 1562100 w 1990725"/>
              <a:gd name="connsiteY7" fmla="*/ 1148455 h 1178193"/>
              <a:gd name="connsiteX8" fmla="*/ 1781175 w 1990725"/>
              <a:gd name="connsiteY8" fmla="*/ 1043680 h 1178193"/>
              <a:gd name="connsiteX9" fmla="*/ 1828800 w 1990725"/>
              <a:gd name="connsiteY9" fmla="*/ 853180 h 1178193"/>
              <a:gd name="connsiteX10" fmla="*/ 1990725 w 1990725"/>
              <a:gd name="connsiteY10" fmla="*/ 557905 h 1178193"/>
              <a:gd name="connsiteX11" fmla="*/ 1990725 w 1990725"/>
              <a:gd name="connsiteY11" fmla="*/ 557905 h 11781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990725" h="1178193">
                <a:moveTo>
                  <a:pt x="0" y="576955"/>
                </a:moveTo>
                <a:cubicBezTo>
                  <a:pt x="103187" y="403123"/>
                  <a:pt x="206375" y="229292"/>
                  <a:pt x="333375" y="138805"/>
                </a:cubicBezTo>
                <a:cubicBezTo>
                  <a:pt x="460375" y="48318"/>
                  <a:pt x="642938" y="-54870"/>
                  <a:pt x="762000" y="34030"/>
                </a:cubicBezTo>
                <a:cubicBezTo>
                  <a:pt x="881062" y="122930"/>
                  <a:pt x="936625" y="484880"/>
                  <a:pt x="1047750" y="672205"/>
                </a:cubicBezTo>
                <a:cubicBezTo>
                  <a:pt x="1158875" y="859530"/>
                  <a:pt x="1357313" y="1088130"/>
                  <a:pt x="1428750" y="1157980"/>
                </a:cubicBezTo>
                <a:cubicBezTo>
                  <a:pt x="1500187" y="1227830"/>
                  <a:pt x="1484313" y="1094480"/>
                  <a:pt x="1476375" y="1091305"/>
                </a:cubicBezTo>
                <a:cubicBezTo>
                  <a:pt x="1468437" y="1088130"/>
                  <a:pt x="1366838" y="1129405"/>
                  <a:pt x="1381125" y="1138930"/>
                </a:cubicBezTo>
                <a:cubicBezTo>
                  <a:pt x="1395412" y="1148455"/>
                  <a:pt x="1495425" y="1164330"/>
                  <a:pt x="1562100" y="1148455"/>
                </a:cubicBezTo>
                <a:cubicBezTo>
                  <a:pt x="1628775" y="1132580"/>
                  <a:pt x="1736725" y="1092892"/>
                  <a:pt x="1781175" y="1043680"/>
                </a:cubicBezTo>
                <a:cubicBezTo>
                  <a:pt x="1825625" y="994468"/>
                  <a:pt x="1793875" y="934143"/>
                  <a:pt x="1828800" y="853180"/>
                </a:cubicBezTo>
                <a:cubicBezTo>
                  <a:pt x="1863725" y="772218"/>
                  <a:pt x="1990725" y="557905"/>
                  <a:pt x="1990725" y="557905"/>
                </a:cubicBezTo>
                <a:lnTo>
                  <a:pt x="1990725" y="557905"/>
                </a:ln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1E19BE03-06D9-A3E9-BDBA-AAD5555FB2CD}"/>
              </a:ext>
            </a:extLst>
          </p:cNvPr>
          <p:cNvSpPr/>
          <p:nvPr/>
        </p:nvSpPr>
        <p:spPr>
          <a:xfrm>
            <a:off x="443368" y="4977839"/>
            <a:ext cx="906942" cy="539230"/>
          </a:xfrm>
          <a:custGeom>
            <a:avLst/>
            <a:gdLst>
              <a:gd name="connsiteX0" fmla="*/ 0 w 1790700"/>
              <a:gd name="connsiteY0" fmla="*/ 513621 h 1079057"/>
              <a:gd name="connsiteX1" fmla="*/ 276225 w 1790700"/>
              <a:gd name="connsiteY1" fmla="*/ 999396 h 1079057"/>
              <a:gd name="connsiteX2" fmla="*/ 647700 w 1790700"/>
              <a:gd name="connsiteY2" fmla="*/ 1027971 h 1079057"/>
              <a:gd name="connsiteX3" fmla="*/ 952500 w 1790700"/>
              <a:gd name="connsiteY3" fmla="*/ 494571 h 1079057"/>
              <a:gd name="connsiteX4" fmla="*/ 1257300 w 1790700"/>
              <a:gd name="connsiteY4" fmla="*/ 27846 h 1079057"/>
              <a:gd name="connsiteX5" fmla="*/ 1628775 w 1790700"/>
              <a:gd name="connsiteY5" fmla="*/ 104046 h 1079057"/>
              <a:gd name="connsiteX6" fmla="*/ 1790700 w 1790700"/>
              <a:gd name="connsiteY6" fmla="*/ 523146 h 1079057"/>
              <a:gd name="connsiteX7" fmla="*/ 1790700 w 1790700"/>
              <a:gd name="connsiteY7" fmla="*/ 523146 h 1079057"/>
              <a:gd name="connsiteX8" fmla="*/ 1790700 w 1790700"/>
              <a:gd name="connsiteY8" fmla="*/ 523146 h 10790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790700" h="1079057">
                <a:moveTo>
                  <a:pt x="0" y="513621"/>
                </a:moveTo>
                <a:cubicBezTo>
                  <a:pt x="84137" y="713646"/>
                  <a:pt x="168275" y="913671"/>
                  <a:pt x="276225" y="999396"/>
                </a:cubicBezTo>
                <a:cubicBezTo>
                  <a:pt x="384175" y="1085121"/>
                  <a:pt x="534988" y="1112108"/>
                  <a:pt x="647700" y="1027971"/>
                </a:cubicBezTo>
                <a:cubicBezTo>
                  <a:pt x="760412" y="943834"/>
                  <a:pt x="850900" y="661258"/>
                  <a:pt x="952500" y="494571"/>
                </a:cubicBezTo>
                <a:cubicBezTo>
                  <a:pt x="1054100" y="327884"/>
                  <a:pt x="1144588" y="92933"/>
                  <a:pt x="1257300" y="27846"/>
                </a:cubicBezTo>
                <a:cubicBezTo>
                  <a:pt x="1370012" y="-37241"/>
                  <a:pt x="1539875" y="21496"/>
                  <a:pt x="1628775" y="104046"/>
                </a:cubicBezTo>
                <a:cubicBezTo>
                  <a:pt x="1717675" y="186596"/>
                  <a:pt x="1790700" y="523146"/>
                  <a:pt x="1790700" y="523146"/>
                </a:cubicBezTo>
                <a:lnTo>
                  <a:pt x="1790700" y="523146"/>
                </a:lnTo>
                <a:lnTo>
                  <a:pt x="1790700" y="523146"/>
                </a:ln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083816B-0BD2-C421-9088-64E28BC03E97}"/>
              </a:ext>
            </a:extLst>
          </p:cNvPr>
          <p:cNvGrpSpPr>
            <a:grpSpLocks/>
          </p:cNvGrpSpPr>
          <p:nvPr/>
        </p:nvGrpSpPr>
        <p:grpSpPr bwMode="auto">
          <a:xfrm>
            <a:off x="3182595" y="417910"/>
            <a:ext cx="539571" cy="1481447"/>
            <a:chOff x="1586" y="2993"/>
            <a:chExt cx="2198" cy="6125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6B72EE6A-B10B-4064-69BE-02D3FEBE5EB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591780">
              <a:off x="1586" y="3703"/>
              <a:ext cx="859" cy="279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91EBE459-A3C9-BA0A-AA2B-31D4EB48512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8947280">
              <a:off x="1697" y="5969"/>
              <a:ext cx="559" cy="178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CBC8B4E7-51EF-B67E-192F-98867893BEDA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994166">
              <a:off x="1883" y="7362"/>
              <a:ext cx="382" cy="1643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8E651706-B1BE-96F3-0155-44FB304F53D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977303">
              <a:off x="2320" y="4044"/>
              <a:ext cx="314" cy="1427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2B1F2075-389C-0222-0741-EEFAA4C42B2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213792">
              <a:off x="1591" y="8912"/>
              <a:ext cx="806" cy="206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CE950DC2-33B4-4CB7-8BA1-32A1B997C1F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827567" flipV="1">
              <a:off x="3259" y="5829"/>
              <a:ext cx="525" cy="187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89E4C4A1-23FD-2D30-3E41-E9842BC571AA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319648">
              <a:off x="2635" y="2993"/>
              <a:ext cx="615" cy="975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00ECE2DB-F910-28C3-E9F4-676A4067F4C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6840179">
              <a:off x="2589" y="4905"/>
              <a:ext cx="290" cy="120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A219CB62-02D2-D95F-E25F-636E348C24C0}"/>
              </a:ext>
            </a:extLst>
          </p:cNvPr>
          <p:cNvGrpSpPr>
            <a:grpSpLocks/>
          </p:cNvGrpSpPr>
          <p:nvPr/>
        </p:nvGrpSpPr>
        <p:grpSpPr bwMode="auto">
          <a:xfrm>
            <a:off x="7509074" y="423513"/>
            <a:ext cx="714432" cy="1532664"/>
            <a:chOff x="979" y="3484"/>
            <a:chExt cx="2531" cy="5749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137E0D5F-60A9-01D5-BA4F-E592A142915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852261">
              <a:off x="1665" y="4171"/>
              <a:ext cx="859" cy="279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919CC03-1ABE-291D-EC47-EE396970C88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8459039">
              <a:off x="1611" y="6219"/>
              <a:ext cx="549" cy="1813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3210B64-7DC5-C2A2-E9D4-24198B73ABF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2053654">
              <a:off x="1856" y="7422"/>
              <a:ext cx="396" cy="1811"/>
            </a:xfrm>
            <a:prstGeom prst="ellipse">
              <a:avLst/>
            </a:prstGeom>
            <a:solidFill>
              <a:srgbClr val="FF0000">
                <a:alpha val="99000"/>
              </a:srgbClr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969A48F9-D680-1BB4-EE19-BC13576C890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977303">
              <a:off x="2198" y="4556"/>
              <a:ext cx="314" cy="1427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6F7F4BC0-1D7C-4D1A-BF9B-1FE2A549640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213792">
              <a:off x="1591" y="8912"/>
              <a:ext cx="806" cy="206"/>
            </a:xfrm>
            <a:prstGeom prst="ellipse">
              <a:avLst/>
            </a:prstGeom>
            <a:solidFill>
              <a:srgbClr val="FF0000">
                <a:alpha val="99000"/>
              </a:srgbClr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CCEED72A-48ED-8BA9-D4CB-5B3C5D45645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827567">
              <a:off x="2985" y="6278"/>
              <a:ext cx="525" cy="20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2FBD9E8D-A3B1-C0C5-2FC1-76DE0FF0CE6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73071">
              <a:off x="2635" y="3484"/>
              <a:ext cx="615" cy="975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008349B0-C89C-9ED4-86C4-68E522BBE7C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6840179">
              <a:off x="2490" y="5434"/>
              <a:ext cx="290" cy="120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B3D6EA66-EF25-4222-8063-374CF9F3E84F}"/>
              </a:ext>
            </a:extLst>
          </p:cNvPr>
          <p:cNvGrpSpPr>
            <a:grpSpLocks/>
          </p:cNvGrpSpPr>
          <p:nvPr/>
        </p:nvGrpSpPr>
        <p:grpSpPr bwMode="auto">
          <a:xfrm>
            <a:off x="4352705" y="156622"/>
            <a:ext cx="986221" cy="1697292"/>
            <a:chOff x="4613" y="2030"/>
            <a:chExt cx="2974" cy="7024"/>
          </a:xfrm>
        </p:grpSpPr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C890BED2-6352-B558-6706-AEC3C7AA7B2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311211">
              <a:off x="5316" y="2223"/>
              <a:ext cx="615" cy="975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E44A1465-B3EA-513A-58A1-43E5E7AD583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771523">
              <a:off x="4860" y="3247"/>
              <a:ext cx="825" cy="290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F90DD81F-A75A-087C-F94E-614BE64B2C0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3022798">
              <a:off x="5834" y="2922"/>
              <a:ext cx="324" cy="1473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9DEA51CB-CB1C-B520-E31D-90B0755B076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463322">
              <a:off x="4759" y="5757"/>
              <a:ext cx="451" cy="1747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03DAABA4-C72E-E1C6-1D9D-195C611A849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865148">
              <a:off x="4759" y="7387"/>
              <a:ext cx="322" cy="1467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F00AC3D2-4062-0053-B0D1-9ED9547DC081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2016205">
              <a:off x="6644" y="2196"/>
              <a:ext cx="264" cy="1353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E52A6A64-BB05-7056-A3BC-844D2CF467E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2492681">
              <a:off x="4613" y="8854"/>
              <a:ext cx="711" cy="20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1EBF40BE-00B0-3877-8AB9-8E6AEF10749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1483145">
              <a:off x="7062" y="2030"/>
              <a:ext cx="525" cy="20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18683999-A070-E25C-7827-C972ADAE712A}"/>
              </a:ext>
            </a:extLst>
          </p:cNvPr>
          <p:cNvGrpSpPr>
            <a:grpSpLocks/>
          </p:cNvGrpSpPr>
          <p:nvPr/>
        </p:nvGrpSpPr>
        <p:grpSpPr bwMode="auto">
          <a:xfrm>
            <a:off x="5574061" y="157530"/>
            <a:ext cx="919998" cy="1689103"/>
            <a:chOff x="4613" y="1919"/>
            <a:chExt cx="2974" cy="7135"/>
          </a:xfrm>
        </p:grpSpPr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252C24F4-C43C-4856-D65E-AF5B5F782FFA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311211">
              <a:off x="5526" y="2142"/>
              <a:ext cx="615" cy="975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2400" dirty="0"/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5FA3FC3C-41EF-E2C6-4E67-89CDB60F921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829013">
              <a:off x="4860" y="3247"/>
              <a:ext cx="825" cy="290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2400" dirty="0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A96585D5-D11C-90A7-D2E1-8EF3E9DB6CEA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3022798">
              <a:off x="5834" y="2922"/>
              <a:ext cx="324" cy="1473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2400" dirty="0"/>
            </a:p>
          </p:txBody>
        </p: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176C1E2F-A098-2138-E82B-1B85BF969FA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463322">
              <a:off x="4759" y="5757"/>
              <a:ext cx="451" cy="1747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2400" dirty="0"/>
            </a:p>
          </p:txBody>
        </p:sp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14F9AA4B-4601-2D34-49BA-F34FF93A5E3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865148">
              <a:off x="4759" y="7387"/>
              <a:ext cx="322" cy="1467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2400" dirty="0"/>
            </a:p>
          </p:txBody>
        </p:sp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548D3DA4-590D-C652-9505-D1F812F0C9D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2414153">
              <a:off x="6692" y="1919"/>
              <a:ext cx="127" cy="138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2400" dirty="0"/>
            </a:p>
          </p:txBody>
        </p:sp>
        <p:sp>
          <p:nvSpPr>
            <p:cNvPr id="83" name="Oval 82">
              <a:extLst>
                <a:ext uri="{FF2B5EF4-FFF2-40B4-BE49-F238E27FC236}">
                  <a16:creationId xmlns:a16="http://schemas.microsoft.com/office/drawing/2014/main" id="{FE18F024-DB5F-8308-4E83-DE770E9C70D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2492681">
              <a:off x="4613" y="8854"/>
              <a:ext cx="711" cy="20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2400" dirty="0"/>
            </a:p>
          </p:txBody>
        </p:sp>
        <p:sp>
          <p:nvSpPr>
            <p:cNvPr id="85" name="Oval 84">
              <a:extLst>
                <a:ext uri="{FF2B5EF4-FFF2-40B4-BE49-F238E27FC236}">
                  <a16:creationId xmlns:a16="http://schemas.microsoft.com/office/drawing/2014/main" id="{8582D394-2521-AB1C-C118-B7764565102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1483145">
              <a:off x="7062" y="2030"/>
              <a:ext cx="525" cy="20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2400" dirty="0"/>
            </a:p>
          </p:txBody>
        </p:sp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B625ABF5-54C1-5C80-6557-00214C82C0CC}"/>
              </a:ext>
            </a:extLst>
          </p:cNvPr>
          <p:cNvGrpSpPr>
            <a:grpSpLocks/>
          </p:cNvGrpSpPr>
          <p:nvPr/>
        </p:nvGrpSpPr>
        <p:grpSpPr bwMode="auto">
          <a:xfrm>
            <a:off x="6553909" y="-102229"/>
            <a:ext cx="424237" cy="2031325"/>
            <a:chOff x="9162" y="999"/>
            <a:chExt cx="1577" cy="8346"/>
          </a:xfrm>
        </p:grpSpPr>
        <p:sp>
          <p:nvSpPr>
            <p:cNvPr id="89" name="Oval 88">
              <a:extLst>
                <a:ext uri="{FF2B5EF4-FFF2-40B4-BE49-F238E27FC236}">
                  <a16:creationId xmlns:a16="http://schemas.microsoft.com/office/drawing/2014/main" id="{EE3F3B90-FF43-1EAA-2BAA-71C07C5F1EA4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9162" y="3424"/>
              <a:ext cx="859" cy="279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91" name="Oval 90">
              <a:extLst>
                <a:ext uri="{FF2B5EF4-FFF2-40B4-BE49-F238E27FC236}">
                  <a16:creationId xmlns:a16="http://schemas.microsoft.com/office/drawing/2014/main" id="{B2E3FA72-373F-E231-CF54-CADBEF5CE89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21209547" flipH="1">
              <a:off x="9387" y="5886"/>
              <a:ext cx="495" cy="161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93" name="Oval 92">
              <a:extLst>
                <a:ext uri="{FF2B5EF4-FFF2-40B4-BE49-F238E27FC236}">
                  <a16:creationId xmlns:a16="http://schemas.microsoft.com/office/drawing/2014/main" id="{0F987CC3-3536-9199-F6F5-6BD5C835EA6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40580" flipH="1">
              <a:off x="9710" y="2541"/>
              <a:ext cx="311" cy="154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95" name="Oval 94">
              <a:extLst>
                <a:ext uri="{FF2B5EF4-FFF2-40B4-BE49-F238E27FC236}">
                  <a16:creationId xmlns:a16="http://schemas.microsoft.com/office/drawing/2014/main" id="{6F9164B1-3B31-8D06-3E34-907E99B161D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371614" flipH="1">
              <a:off x="9478" y="7297"/>
              <a:ext cx="318" cy="1557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97" name="Oval 96">
              <a:extLst>
                <a:ext uri="{FF2B5EF4-FFF2-40B4-BE49-F238E27FC236}">
                  <a16:creationId xmlns:a16="http://schemas.microsoft.com/office/drawing/2014/main" id="{E5ECCD10-0C53-6F16-7A35-0004E56D861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873091" flipH="1">
              <a:off x="10152" y="1362"/>
              <a:ext cx="314" cy="1427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99" name="Oval 98">
              <a:extLst>
                <a:ext uri="{FF2B5EF4-FFF2-40B4-BE49-F238E27FC236}">
                  <a16:creationId xmlns:a16="http://schemas.microsoft.com/office/drawing/2014/main" id="{EF669718-12BA-DEC4-EF55-D3764CC0A1C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3748000" flipH="1">
              <a:off x="9315" y="8895"/>
              <a:ext cx="668" cy="232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01" name="Oval 100">
              <a:extLst>
                <a:ext uri="{FF2B5EF4-FFF2-40B4-BE49-F238E27FC236}">
                  <a16:creationId xmlns:a16="http://schemas.microsoft.com/office/drawing/2014/main" id="{1C6349B3-371E-6A4A-133E-4F417FA09E7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8666725" flipH="1">
              <a:off x="10376" y="1162"/>
              <a:ext cx="525" cy="20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03" name="Oval 102">
              <a:extLst>
                <a:ext uri="{FF2B5EF4-FFF2-40B4-BE49-F238E27FC236}">
                  <a16:creationId xmlns:a16="http://schemas.microsoft.com/office/drawing/2014/main" id="{A0B4B462-F0FB-7616-29D5-3B139F72EF02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9268" y="2449"/>
              <a:ext cx="615" cy="975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C902CB10-ABD4-5C00-77CA-2724136FB191}"/>
              </a:ext>
            </a:extLst>
          </p:cNvPr>
          <p:cNvGrpSpPr/>
          <p:nvPr/>
        </p:nvGrpSpPr>
        <p:grpSpPr>
          <a:xfrm>
            <a:off x="2146715" y="90441"/>
            <a:ext cx="303920" cy="1756192"/>
            <a:chOff x="-678648" y="0"/>
            <a:chExt cx="692119" cy="4054167"/>
          </a:xfrm>
        </p:grpSpPr>
        <p:sp>
          <p:nvSpPr>
            <p:cNvPr id="107" name="Oval 106">
              <a:extLst>
                <a:ext uri="{FF2B5EF4-FFF2-40B4-BE49-F238E27FC236}">
                  <a16:creationId xmlns:a16="http://schemas.microsoft.com/office/drawing/2014/main" id="{57762C57-54B2-EB24-69D0-1584CA19E222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-678648" y="619126"/>
              <a:ext cx="545465" cy="177165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09" name="Oval 108">
              <a:extLst>
                <a:ext uri="{FF2B5EF4-FFF2-40B4-BE49-F238E27FC236}">
                  <a16:creationId xmlns:a16="http://schemas.microsoft.com/office/drawing/2014/main" id="{C076F2C1-F75C-4C7F-EED7-864D0AD15E5B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-535772" y="2105025"/>
              <a:ext cx="314325" cy="102743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1" name="Oval 110">
              <a:extLst>
                <a:ext uri="{FF2B5EF4-FFF2-40B4-BE49-F238E27FC236}">
                  <a16:creationId xmlns:a16="http://schemas.microsoft.com/office/drawing/2014/main" id="{4B4FE9F7-1F05-8C75-E7A1-DA291819CBB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226429" flipH="1">
              <a:off x="-500717" y="973771"/>
              <a:ext cx="260987" cy="936625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4" name="Oval 113">
              <a:extLst>
                <a:ext uri="{FF2B5EF4-FFF2-40B4-BE49-F238E27FC236}">
                  <a16:creationId xmlns:a16="http://schemas.microsoft.com/office/drawing/2014/main" id="{0B760B33-C698-6F96-A5AE-883D3E1EC657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-516722" y="2990849"/>
              <a:ext cx="190499" cy="1050291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6" name="Oval 115">
              <a:extLst>
                <a:ext uri="{FF2B5EF4-FFF2-40B4-BE49-F238E27FC236}">
                  <a16:creationId xmlns:a16="http://schemas.microsoft.com/office/drawing/2014/main" id="{DE5D5854-38F7-B876-230B-2C10016BC64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9665110" flipH="1">
              <a:off x="-296730" y="1652010"/>
              <a:ext cx="179069" cy="72453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66" name="Oval 165">
              <a:extLst>
                <a:ext uri="{FF2B5EF4-FFF2-40B4-BE49-F238E27FC236}">
                  <a16:creationId xmlns:a16="http://schemas.microsoft.com/office/drawing/2014/main" id="{0BD0F353-D4D7-8F83-A712-21A36EE2373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79041" flipH="1">
              <a:off x="-459573" y="3905250"/>
              <a:ext cx="424180" cy="148917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68" name="Oval 167">
              <a:extLst>
                <a:ext uri="{FF2B5EF4-FFF2-40B4-BE49-F238E27FC236}">
                  <a16:creationId xmlns:a16="http://schemas.microsoft.com/office/drawing/2014/main" id="{1D2ED72B-60E0-EB85-167B-31796847EA2A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4038305" flipH="1" flipV="1">
              <a:off x="-266882" y="2324097"/>
              <a:ext cx="412116" cy="14859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70" name="Oval 169">
              <a:extLst>
                <a:ext uri="{FF2B5EF4-FFF2-40B4-BE49-F238E27FC236}">
                  <a16:creationId xmlns:a16="http://schemas.microsoft.com/office/drawing/2014/main" id="{CC5F2EF5-744D-801B-F590-6335C50A5FB9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-611973" y="0"/>
              <a:ext cx="390526" cy="61912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172" name="Group 171">
            <a:extLst>
              <a:ext uri="{FF2B5EF4-FFF2-40B4-BE49-F238E27FC236}">
                <a16:creationId xmlns:a16="http://schemas.microsoft.com/office/drawing/2014/main" id="{4963BC06-D3BC-BD82-267D-15C9E70EBDAC}"/>
              </a:ext>
            </a:extLst>
          </p:cNvPr>
          <p:cNvGrpSpPr/>
          <p:nvPr/>
        </p:nvGrpSpPr>
        <p:grpSpPr>
          <a:xfrm>
            <a:off x="8747593" y="114974"/>
            <a:ext cx="374049" cy="1750549"/>
            <a:chOff x="839557" y="0"/>
            <a:chExt cx="851822" cy="4041140"/>
          </a:xfrm>
        </p:grpSpPr>
        <p:sp>
          <p:nvSpPr>
            <p:cNvPr id="174" name="Oval 173">
              <a:extLst>
                <a:ext uri="{FF2B5EF4-FFF2-40B4-BE49-F238E27FC236}">
                  <a16:creationId xmlns:a16="http://schemas.microsoft.com/office/drawing/2014/main" id="{C269264A-BD56-496D-490B-47D2057AAA3E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839557" y="619126"/>
              <a:ext cx="545464" cy="177165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76" name="Oval 175">
              <a:extLst>
                <a:ext uri="{FF2B5EF4-FFF2-40B4-BE49-F238E27FC236}">
                  <a16:creationId xmlns:a16="http://schemas.microsoft.com/office/drawing/2014/main" id="{1968B76C-B9B0-C29C-EDB6-A3DDFB749CC5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982433" y="2105025"/>
              <a:ext cx="314325" cy="102743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78" name="Oval 177">
              <a:extLst>
                <a:ext uri="{FF2B5EF4-FFF2-40B4-BE49-F238E27FC236}">
                  <a16:creationId xmlns:a16="http://schemas.microsoft.com/office/drawing/2014/main" id="{86D66001-E81F-CD8C-CB79-906859CF555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226429" flipH="1">
              <a:off x="1071725" y="889601"/>
              <a:ext cx="189162" cy="132335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80" name="Oval 179">
              <a:extLst>
                <a:ext uri="{FF2B5EF4-FFF2-40B4-BE49-F238E27FC236}">
                  <a16:creationId xmlns:a16="http://schemas.microsoft.com/office/drawing/2014/main" id="{92665A06-1DD1-F3B9-48C4-67737C6FF22A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1001482" y="2990849"/>
              <a:ext cx="190501" cy="1050291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82" name="Oval 181">
              <a:extLst>
                <a:ext uri="{FF2B5EF4-FFF2-40B4-BE49-F238E27FC236}">
                  <a16:creationId xmlns:a16="http://schemas.microsoft.com/office/drawing/2014/main" id="{DA6BADE6-FE13-FFE9-A1C4-93564FA0AF7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9665110" flipH="1">
              <a:off x="1199045" y="1714755"/>
              <a:ext cx="104116" cy="52364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90" name="Oval 189">
              <a:extLst>
                <a:ext uri="{FF2B5EF4-FFF2-40B4-BE49-F238E27FC236}">
                  <a16:creationId xmlns:a16="http://schemas.microsoft.com/office/drawing/2014/main" id="{F78EE7E0-B07F-BBDD-CE3F-F03C4B8A536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79041">
              <a:off x="1006000" y="3917105"/>
              <a:ext cx="540144" cy="11787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91" name="Oval 190">
              <a:extLst>
                <a:ext uri="{FF2B5EF4-FFF2-40B4-BE49-F238E27FC236}">
                  <a16:creationId xmlns:a16="http://schemas.microsoft.com/office/drawing/2014/main" id="{F49227F2-960D-D1E0-528E-DD4474CE238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7938561" flipV="1">
              <a:off x="1373248" y="2120705"/>
              <a:ext cx="178488" cy="45777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92" name="Oval 191">
              <a:extLst>
                <a:ext uri="{FF2B5EF4-FFF2-40B4-BE49-F238E27FC236}">
                  <a16:creationId xmlns:a16="http://schemas.microsoft.com/office/drawing/2014/main" id="{B356D577-0335-B06B-5B04-3F09A3086F32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906232" y="0"/>
              <a:ext cx="390525" cy="61912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96" name="TextBox 195">
            <a:extLst>
              <a:ext uri="{FF2B5EF4-FFF2-40B4-BE49-F238E27FC236}">
                <a16:creationId xmlns:a16="http://schemas.microsoft.com/office/drawing/2014/main" id="{10992654-57A4-8597-3F8C-562EB98BE4E1}"/>
              </a:ext>
            </a:extLst>
          </p:cNvPr>
          <p:cNvSpPr txBox="1"/>
          <p:nvPr/>
        </p:nvSpPr>
        <p:spPr>
          <a:xfrm>
            <a:off x="2765323" y="103239"/>
            <a:ext cx="13199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take-off</a:t>
            </a:r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AD68A31D-3570-B33A-37BC-410ACEFF499E}"/>
              </a:ext>
            </a:extLst>
          </p:cNvPr>
          <p:cNvSpPr txBox="1"/>
          <p:nvPr/>
        </p:nvSpPr>
        <p:spPr>
          <a:xfrm>
            <a:off x="8014257" y="74992"/>
            <a:ext cx="13199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landing</a:t>
            </a:r>
          </a:p>
        </p:txBody>
      </p:sp>
      <p:sp>
        <p:nvSpPr>
          <p:cNvPr id="198" name="TextBox 197">
            <a:extLst>
              <a:ext uri="{FF2B5EF4-FFF2-40B4-BE49-F238E27FC236}">
                <a16:creationId xmlns:a16="http://schemas.microsoft.com/office/drawing/2014/main" id="{08BB76A4-FB51-2E0B-5EFA-019E5059D601}"/>
              </a:ext>
            </a:extLst>
          </p:cNvPr>
          <p:cNvSpPr txBox="1"/>
          <p:nvPr/>
        </p:nvSpPr>
        <p:spPr>
          <a:xfrm>
            <a:off x="4906465" y="2132862"/>
            <a:ext cx="143087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Ignore In air</a:t>
            </a: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49699CEF-D67E-0EEA-B72B-71E91390771C}"/>
              </a:ext>
            </a:extLst>
          </p:cNvPr>
          <p:cNvSpPr txBox="1"/>
          <p:nvPr/>
        </p:nvSpPr>
        <p:spPr>
          <a:xfrm>
            <a:off x="4352641" y="56285"/>
            <a:ext cx="3502386" cy="369332"/>
          </a:xfrm>
          <a:prstGeom prst="rect">
            <a:avLst/>
          </a:prstGeom>
          <a:solidFill>
            <a:srgbClr val="F5FFAE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Rotation of lower leg around knee</a:t>
            </a:r>
          </a:p>
        </p:txBody>
      </p:sp>
      <p:sp>
        <p:nvSpPr>
          <p:cNvPr id="119" name="Freeform: Shape 118">
            <a:extLst>
              <a:ext uri="{FF2B5EF4-FFF2-40B4-BE49-F238E27FC236}">
                <a16:creationId xmlns:a16="http://schemas.microsoft.com/office/drawing/2014/main" id="{138C1CBE-F362-A092-63DE-EF2EC85D2A26}"/>
              </a:ext>
            </a:extLst>
          </p:cNvPr>
          <p:cNvSpPr/>
          <p:nvPr/>
        </p:nvSpPr>
        <p:spPr>
          <a:xfrm>
            <a:off x="388792" y="5562719"/>
            <a:ext cx="1536380" cy="452299"/>
          </a:xfrm>
          <a:custGeom>
            <a:avLst/>
            <a:gdLst>
              <a:gd name="csX0" fmla="*/ 0 w 1998133"/>
              <a:gd name="csY0" fmla="*/ 457200 h 702734"/>
              <a:gd name="csX1" fmla="*/ 0 w 1998133"/>
              <a:gd name="csY1" fmla="*/ 457200 h 702734"/>
              <a:gd name="csX2" fmla="*/ 33866 w 1998133"/>
              <a:gd name="csY2" fmla="*/ 533400 h 702734"/>
              <a:gd name="csX3" fmla="*/ 50800 w 1998133"/>
              <a:gd name="csY3" fmla="*/ 558800 h 702734"/>
              <a:gd name="csX4" fmla="*/ 101600 w 1998133"/>
              <a:gd name="csY4" fmla="*/ 643467 h 702734"/>
              <a:gd name="csX5" fmla="*/ 118533 w 1998133"/>
              <a:gd name="csY5" fmla="*/ 668867 h 702734"/>
              <a:gd name="csX6" fmla="*/ 143933 w 1998133"/>
              <a:gd name="csY6" fmla="*/ 685800 h 702734"/>
              <a:gd name="csX7" fmla="*/ 194733 w 1998133"/>
              <a:gd name="csY7" fmla="*/ 702734 h 702734"/>
              <a:gd name="csX8" fmla="*/ 304800 w 1998133"/>
              <a:gd name="csY8" fmla="*/ 694267 h 702734"/>
              <a:gd name="csX9" fmla="*/ 347133 w 1998133"/>
              <a:gd name="csY9" fmla="*/ 643467 h 702734"/>
              <a:gd name="csX10" fmla="*/ 397933 w 1998133"/>
              <a:gd name="csY10" fmla="*/ 601134 h 702734"/>
              <a:gd name="csX11" fmla="*/ 414866 w 1998133"/>
              <a:gd name="csY11" fmla="*/ 584200 h 702734"/>
              <a:gd name="csX12" fmla="*/ 440266 w 1998133"/>
              <a:gd name="csY12" fmla="*/ 567267 h 702734"/>
              <a:gd name="csX13" fmla="*/ 482600 w 1998133"/>
              <a:gd name="csY13" fmla="*/ 533400 h 702734"/>
              <a:gd name="csX14" fmla="*/ 508000 w 1998133"/>
              <a:gd name="csY14" fmla="*/ 474134 h 702734"/>
              <a:gd name="csX15" fmla="*/ 524933 w 1998133"/>
              <a:gd name="csY15" fmla="*/ 414867 h 702734"/>
              <a:gd name="csX16" fmla="*/ 533400 w 1998133"/>
              <a:gd name="csY16" fmla="*/ 389467 h 702734"/>
              <a:gd name="csX17" fmla="*/ 550333 w 1998133"/>
              <a:gd name="csY17" fmla="*/ 364067 h 702734"/>
              <a:gd name="csX18" fmla="*/ 558800 w 1998133"/>
              <a:gd name="csY18" fmla="*/ 330200 h 702734"/>
              <a:gd name="csX19" fmla="*/ 584200 w 1998133"/>
              <a:gd name="csY19" fmla="*/ 304800 h 702734"/>
              <a:gd name="csX20" fmla="*/ 601133 w 1998133"/>
              <a:gd name="csY20" fmla="*/ 279400 h 702734"/>
              <a:gd name="csX21" fmla="*/ 635000 w 1998133"/>
              <a:gd name="csY21" fmla="*/ 228600 h 702734"/>
              <a:gd name="csX22" fmla="*/ 677333 w 1998133"/>
              <a:gd name="csY22" fmla="*/ 152400 h 702734"/>
              <a:gd name="csX23" fmla="*/ 702733 w 1998133"/>
              <a:gd name="csY23" fmla="*/ 127000 h 702734"/>
              <a:gd name="csX24" fmla="*/ 753533 w 1998133"/>
              <a:gd name="csY24" fmla="*/ 76200 h 702734"/>
              <a:gd name="csX25" fmla="*/ 804333 w 1998133"/>
              <a:gd name="csY25" fmla="*/ 67734 h 702734"/>
              <a:gd name="csX26" fmla="*/ 889000 w 1998133"/>
              <a:gd name="csY26" fmla="*/ 33867 h 702734"/>
              <a:gd name="csX27" fmla="*/ 939800 w 1998133"/>
              <a:gd name="csY27" fmla="*/ 16934 h 702734"/>
              <a:gd name="csX28" fmla="*/ 1016000 w 1998133"/>
              <a:gd name="csY28" fmla="*/ 0 h 702734"/>
              <a:gd name="csX29" fmla="*/ 1227666 w 1998133"/>
              <a:gd name="csY29" fmla="*/ 8467 h 702734"/>
              <a:gd name="csX30" fmla="*/ 1270000 w 1998133"/>
              <a:gd name="csY30" fmla="*/ 33867 h 702734"/>
              <a:gd name="csX31" fmla="*/ 1371600 w 1998133"/>
              <a:gd name="csY31" fmla="*/ 110067 h 702734"/>
              <a:gd name="csX32" fmla="*/ 1388533 w 1998133"/>
              <a:gd name="csY32" fmla="*/ 135467 h 702734"/>
              <a:gd name="csX33" fmla="*/ 1430866 w 1998133"/>
              <a:gd name="csY33" fmla="*/ 203200 h 702734"/>
              <a:gd name="csX34" fmla="*/ 1447800 w 1998133"/>
              <a:gd name="csY34" fmla="*/ 254000 h 702734"/>
              <a:gd name="csX35" fmla="*/ 1456266 w 1998133"/>
              <a:gd name="csY35" fmla="*/ 279400 h 702734"/>
              <a:gd name="csX36" fmla="*/ 1464733 w 1998133"/>
              <a:gd name="csY36" fmla="*/ 313267 h 702734"/>
              <a:gd name="csX37" fmla="*/ 1490133 w 1998133"/>
              <a:gd name="csY37" fmla="*/ 406400 h 702734"/>
              <a:gd name="csX38" fmla="*/ 1498600 w 1998133"/>
              <a:gd name="csY38" fmla="*/ 448734 h 702734"/>
              <a:gd name="csX39" fmla="*/ 1515533 w 1998133"/>
              <a:gd name="csY39" fmla="*/ 482600 h 702734"/>
              <a:gd name="csX40" fmla="*/ 1532466 w 1998133"/>
              <a:gd name="csY40" fmla="*/ 541867 h 702734"/>
              <a:gd name="csX41" fmla="*/ 1557866 w 1998133"/>
              <a:gd name="csY41" fmla="*/ 584200 h 702734"/>
              <a:gd name="csX42" fmla="*/ 1574800 w 1998133"/>
              <a:gd name="csY42" fmla="*/ 618067 h 702734"/>
              <a:gd name="csX43" fmla="*/ 1651000 w 1998133"/>
              <a:gd name="csY43" fmla="*/ 643467 h 702734"/>
              <a:gd name="csX44" fmla="*/ 1710266 w 1998133"/>
              <a:gd name="csY44" fmla="*/ 651934 h 702734"/>
              <a:gd name="csX45" fmla="*/ 1794933 w 1998133"/>
              <a:gd name="csY45" fmla="*/ 635000 h 702734"/>
              <a:gd name="csX46" fmla="*/ 1845733 w 1998133"/>
              <a:gd name="csY46" fmla="*/ 592667 h 702734"/>
              <a:gd name="csX47" fmla="*/ 1913466 w 1998133"/>
              <a:gd name="csY47" fmla="*/ 524934 h 702734"/>
              <a:gd name="csX48" fmla="*/ 1930400 w 1998133"/>
              <a:gd name="csY48" fmla="*/ 508000 h 702734"/>
              <a:gd name="csX49" fmla="*/ 1964266 w 1998133"/>
              <a:gd name="csY49" fmla="*/ 482600 h 702734"/>
              <a:gd name="csX50" fmla="*/ 1998133 w 1998133"/>
              <a:gd name="csY50" fmla="*/ 448734 h 702734"/>
              <a:gd name="csX51" fmla="*/ 1998133 w 1998133"/>
              <a:gd name="csY51" fmla="*/ 465667 h 70273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</a:cxnLst>
            <a:rect l="l" t="t" r="r" b="b"/>
            <a:pathLst>
              <a:path w="1998133" h="702734">
                <a:moveTo>
                  <a:pt x="0" y="457200"/>
                </a:moveTo>
                <a:lnTo>
                  <a:pt x="0" y="457200"/>
                </a:lnTo>
                <a:cubicBezTo>
                  <a:pt x="11289" y="482600"/>
                  <a:pt x="21435" y="508539"/>
                  <a:pt x="33866" y="533400"/>
                </a:cubicBezTo>
                <a:cubicBezTo>
                  <a:pt x="38417" y="542502"/>
                  <a:pt x="45751" y="549965"/>
                  <a:pt x="50800" y="558800"/>
                </a:cubicBezTo>
                <a:cubicBezTo>
                  <a:pt x="102878" y="649935"/>
                  <a:pt x="18738" y="519174"/>
                  <a:pt x="101600" y="643467"/>
                </a:cubicBezTo>
                <a:cubicBezTo>
                  <a:pt x="107244" y="651934"/>
                  <a:pt x="110066" y="663223"/>
                  <a:pt x="118533" y="668867"/>
                </a:cubicBezTo>
                <a:cubicBezTo>
                  <a:pt x="127000" y="674511"/>
                  <a:pt x="134634" y="681667"/>
                  <a:pt x="143933" y="685800"/>
                </a:cubicBezTo>
                <a:cubicBezTo>
                  <a:pt x="160244" y="693049"/>
                  <a:pt x="194733" y="702734"/>
                  <a:pt x="194733" y="702734"/>
                </a:cubicBezTo>
                <a:cubicBezTo>
                  <a:pt x="231422" y="699912"/>
                  <a:pt x="269101" y="703192"/>
                  <a:pt x="304800" y="694267"/>
                </a:cubicBezTo>
                <a:cubicBezTo>
                  <a:pt x="320423" y="690361"/>
                  <a:pt x="337982" y="654449"/>
                  <a:pt x="347133" y="643467"/>
                </a:cubicBezTo>
                <a:cubicBezTo>
                  <a:pt x="377303" y="607263"/>
                  <a:pt x="364631" y="627776"/>
                  <a:pt x="397933" y="601134"/>
                </a:cubicBezTo>
                <a:cubicBezTo>
                  <a:pt x="404166" y="596147"/>
                  <a:pt x="408633" y="589187"/>
                  <a:pt x="414866" y="584200"/>
                </a:cubicBezTo>
                <a:cubicBezTo>
                  <a:pt x="422812" y="577843"/>
                  <a:pt x="432320" y="573624"/>
                  <a:pt x="440266" y="567267"/>
                </a:cubicBezTo>
                <a:cubicBezTo>
                  <a:pt x="500599" y="519002"/>
                  <a:pt x="404407" y="585530"/>
                  <a:pt x="482600" y="533400"/>
                </a:cubicBezTo>
                <a:cubicBezTo>
                  <a:pt x="502454" y="473832"/>
                  <a:pt x="476613" y="547369"/>
                  <a:pt x="508000" y="474134"/>
                </a:cubicBezTo>
                <a:cubicBezTo>
                  <a:pt x="516697" y="453842"/>
                  <a:pt x="518798" y="436338"/>
                  <a:pt x="524933" y="414867"/>
                </a:cubicBezTo>
                <a:cubicBezTo>
                  <a:pt x="527385" y="406286"/>
                  <a:pt x="529409" y="397449"/>
                  <a:pt x="533400" y="389467"/>
                </a:cubicBezTo>
                <a:cubicBezTo>
                  <a:pt x="537951" y="380366"/>
                  <a:pt x="544689" y="372534"/>
                  <a:pt x="550333" y="364067"/>
                </a:cubicBezTo>
                <a:cubicBezTo>
                  <a:pt x="553155" y="352778"/>
                  <a:pt x="553027" y="340303"/>
                  <a:pt x="558800" y="330200"/>
                </a:cubicBezTo>
                <a:cubicBezTo>
                  <a:pt x="564741" y="319804"/>
                  <a:pt x="576535" y="313998"/>
                  <a:pt x="584200" y="304800"/>
                </a:cubicBezTo>
                <a:cubicBezTo>
                  <a:pt x="590714" y="296983"/>
                  <a:pt x="596085" y="288235"/>
                  <a:pt x="601133" y="279400"/>
                </a:cubicBezTo>
                <a:cubicBezTo>
                  <a:pt x="628470" y="231560"/>
                  <a:pt x="604819" y="258781"/>
                  <a:pt x="635000" y="228600"/>
                </a:cubicBezTo>
                <a:cubicBezTo>
                  <a:pt x="645646" y="196659"/>
                  <a:pt x="648218" y="181515"/>
                  <a:pt x="677333" y="152400"/>
                </a:cubicBezTo>
                <a:cubicBezTo>
                  <a:pt x="685800" y="143933"/>
                  <a:pt x="694941" y="136091"/>
                  <a:pt x="702733" y="127000"/>
                </a:cubicBezTo>
                <a:cubicBezTo>
                  <a:pt x="719936" y="106930"/>
                  <a:pt x="726706" y="85142"/>
                  <a:pt x="753533" y="76200"/>
                </a:cubicBezTo>
                <a:cubicBezTo>
                  <a:pt x="769819" y="70771"/>
                  <a:pt x="787400" y="70556"/>
                  <a:pt x="804333" y="67734"/>
                </a:cubicBezTo>
                <a:cubicBezTo>
                  <a:pt x="854165" y="42817"/>
                  <a:pt x="826226" y="54791"/>
                  <a:pt x="889000" y="33867"/>
                </a:cubicBezTo>
                <a:cubicBezTo>
                  <a:pt x="905933" y="28223"/>
                  <a:pt x="922297" y="20435"/>
                  <a:pt x="939800" y="16934"/>
                </a:cubicBezTo>
                <a:cubicBezTo>
                  <a:pt x="993543" y="6185"/>
                  <a:pt x="968172" y="11957"/>
                  <a:pt x="1016000" y="0"/>
                </a:cubicBezTo>
                <a:cubicBezTo>
                  <a:pt x="1086555" y="2822"/>
                  <a:pt x="1157674" y="-865"/>
                  <a:pt x="1227666" y="8467"/>
                </a:cubicBezTo>
                <a:cubicBezTo>
                  <a:pt x="1243978" y="10642"/>
                  <a:pt x="1256609" y="24302"/>
                  <a:pt x="1270000" y="33867"/>
                </a:cubicBezTo>
                <a:cubicBezTo>
                  <a:pt x="1466523" y="174241"/>
                  <a:pt x="1283917" y="51612"/>
                  <a:pt x="1371600" y="110067"/>
                </a:cubicBezTo>
                <a:cubicBezTo>
                  <a:pt x="1377244" y="118534"/>
                  <a:pt x="1382619" y="127187"/>
                  <a:pt x="1388533" y="135467"/>
                </a:cubicBezTo>
                <a:cubicBezTo>
                  <a:pt x="1411692" y="167890"/>
                  <a:pt x="1416400" y="167035"/>
                  <a:pt x="1430866" y="203200"/>
                </a:cubicBezTo>
                <a:cubicBezTo>
                  <a:pt x="1437495" y="219773"/>
                  <a:pt x="1442156" y="237067"/>
                  <a:pt x="1447800" y="254000"/>
                </a:cubicBezTo>
                <a:cubicBezTo>
                  <a:pt x="1450622" y="262467"/>
                  <a:pt x="1454101" y="270742"/>
                  <a:pt x="1456266" y="279400"/>
                </a:cubicBezTo>
                <a:cubicBezTo>
                  <a:pt x="1459088" y="290689"/>
                  <a:pt x="1461536" y="302078"/>
                  <a:pt x="1464733" y="313267"/>
                </a:cubicBezTo>
                <a:cubicBezTo>
                  <a:pt x="1480954" y="370037"/>
                  <a:pt x="1470008" y="305778"/>
                  <a:pt x="1490133" y="406400"/>
                </a:cubicBezTo>
                <a:cubicBezTo>
                  <a:pt x="1492955" y="420511"/>
                  <a:pt x="1494049" y="435082"/>
                  <a:pt x="1498600" y="448734"/>
                </a:cubicBezTo>
                <a:cubicBezTo>
                  <a:pt x="1502591" y="460707"/>
                  <a:pt x="1511101" y="470782"/>
                  <a:pt x="1515533" y="482600"/>
                </a:cubicBezTo>
                <a:cubicBezTo>
                  <a:pt x="1523667" y="504290"/>
                  <a:pt x="1522236" y="521407"/>
                  <a:pt x="1532466" y="541867"/>
                </a:cubicBezTo>
                <a:cubicBezTo>
                  <a:pt x="1539825" y="556586"/>
                  <a:pt x="1549874" y="569815"/>
                  <a:pt x="1557866" y="584200"/>
                </a:cubicBezTo>
                <a:cubicBezTo>
                  <a:pt x="1563996" y="595233"/>
                  <a:pt x="1566720" y="608371"/>
                  <a:pt x="1574800" y="618067"/>
                </a:cubicBezTo>
                <a:cubicBezTo>
                  <a:pt x="1593811" y="640879"/>
                  <a:pt x="1625040" y="639473"/>
                  <a:pt x="1651000" y="643467"/>
                </a:cubicBezTo>
                <a:cubicBezTo>
                  <a:pt x="1670724" y="646502"/>
                  <a:pt x="1690511" y="649112"/>
                  <a:pt x="1710266" y="651934"/>
                </a:cubicBezTo>
                <a:cubicBezTo>
                  <a:pt x="1738488" y="646289"/>
                  <a:pt x="1768565" y="646536"/>
                  <a:pt x="1794933" y="635000"/>
                </a:cubicBezTo>
                <a:cubicBezTo>
                  <a:pt x="1815127" y="626165"/>
                  <a:pt x="1829581" y="607666"/>
                  <a:pt x="1845733" y="592667"/>
                </a:cubicBezTo>
                <a:cubicBezTo>
                  <a:pt x="1869131" y="570940"/>
                  <a:pt x="1890888" y="547512"/>
                  <a:pt x="1913466" y="524934"/>
                </a:cubicBezTo>
                <a:cubicBezTo>
                  <a:pt x="1919111" y="519289"/>
                  <a:pt x="1924014" y="512790"/>
                  <a:pt x="1930400" y="508000"/>
                </a:cubicBezTo>
                <a:cubicBezTo>
                  <a:pt x="1941689" y="499533"/>
                  <a:pt x="1953426" y="491634"/>
                  <a:pt x="1964266" y="482600"/>
                </a:cubicBezTo>
                <a:cubicBezTo>
                  <a:pt x="1964274" y="482593"/>
                  <a:pt x="1998125" y="448742"/>
                  <a:pt x="1998133" y="448734"/>
                </a:cubicBezTo>
                <a:lnTo>
                  <a:pt x="1998133" y="465667"/>
                </a:ln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Freeform: Shape 120">
            <a:extLst>
              <a:ext uri="{FF2B5EF4-FFF2-40B4-BE49-F238E27FC236}">
                <a16:creationId xmlns:a16="http://schemas.microsoft.com/office/drawing/2014/main" id="{906B35EB-27D4-77B8-21DB-278E6E25273C}"/>
              </a:ext>
            </a:extLst>
          </p:cNvPr>
          <p:cNvSpPr/>
          <p:nvPr/>
        </p:nvSpPr>
        <p:spPr>
          <a:xfrm flipV="1">
            <a:off x="116106" y="6212116"/>
            <a:ext cx="1536380" cy="533592"/>
          </a:xfrm>
          <a:custGeom>
            <a:avLst/>
            <a:gdLst>
              <a:gd name="csX0" fmla="*/ 0 w 1998133"/>
              <a:gd name="csY0" fmla="*/ 457200 h 702734"/>
              <a:gd name="csX1" fmla="*/ 0 w 1998133"/>
              <a:gd name="csY1" fmla="*/ 457200 h 702734"/>
              <a:gd name="csX2" fmla="*/ 33866 w 1998133"/>
              <a:gd name="csY2" fmla="*/ 533400 h 702734"/>
              <a:gd name="csX3" fmla="*/ 50800 w 1998133"/>
              <a:gd name="csY3" fmla="*/ 558800 h 702734"/>
              <a:gd name="csX4" fmla="*/ 101600 w 1998133"/>
              <a:gd name="csY4" fmla="*/ 643467 h 702734"/>
              <a:gd name="csX5" fmla="*/ 118533 w 1998133"/>
              <a:gd name="csY5" fmla="*/ 668867 h 702734"/>
              <a:gd name="csX6" fmla="*/ 143933 w 1998133"/>
              <a:gd name="csY6" fmla="*/ 685800 h 702734"/>
              <a:gd name="csX7" fmla="*/ 194733 w 1998133"/>
              <a:gd name="csY7" fmla="*/ 702734 h 702734"/>
              <a:gd name="csX8" fmla="*/ 304800 w 1998133"/>
              <a:gd name="csY8" fmla="*/ 694267 h 702734"/>
              <a:gd name="csX9" fmla="*/ 347133 w 1998133"/>
              <a:gd name="csY9" fmla="*/ 643467 h 702734"/>
              <a:gd name="csX10" fmla="*/ 397933 w 1998133"/>
              <a:gd name="csY10" fmla="*/ 601134 h 702734"/>
              <a:gd name="csX11" fmla="*/ 414866 w 1998133"/>
              <a:gd name="csY11" fmla="*/ 584200 h 702734"/>
              <a:gd name="csX12" fmla="*/ 440266 w 1998133"/>
              <a:gd name="csY12" fmla="*/ 567267 h 702734"/>
              <a:gd name="csX13" fmla="*/ 482600 w 1998133"/>
              <a:gd name="csY13" fmla="*/ 533400 h 702734"/>
              <a:gd name="csX14" fmla="*/ 508000 w 1998133"/>
              <a:gd name="csY14" fmla="*/ 474134 h 702734"/>
              <a:gd name="csX15" fmla="*/ 524933 w 1998133"/>
              <a:gd name="csY15" fmla="*/ 414867 h 702734"/>
              <a:gd name="csX16" fmla="*/ 533400 w 1998133"/>
              <a:gd name="csY16" fmla="*/ 389467 h 702734"/>
              <a:gd name="csX17" fmla="*/ 550333 w 1998133"/>
              <a:gd name="csY17" fmla="*/ 364067 h 702734"/>
              <a:gd name="csX18" fmla="*/ 558800 w 1998133"/>
              <a:gd name="csY18" fmla="*/ 330200 h 702734"/>
              <a:gd name="csX19" fmla="*/ 584200 w 1998133"/>
              <a:gd name="csY19" fmla="*/ 304800 h 702734"/>
              <a:gd name="csX20" fmla="*/ 601133 w 1998133"/>
              <a:gd name="csY20" fmla="*/ 279400 h 702734"/>
              <a:gd name="csX21" fmla="*/ 635000 w 1998133"/>
              <a:gd name="csY21" fmla="*/ 228600 h 702734"/>
              <a:gd name="csX22" fmla="*/ 677333 w 1998133"/>
              <a:gd name="csY22" fmla="*/ 152400 h 702734"/>
              <a:gd name="csX23" fmla="*/ 702733 w 1998133"/>
              <a:gd name="csY23" fmla="*/ 127000 h 702734"/>
              <a:gd name="csX24" fmla="*/ 753533 w 1998133"/>
              <a:gd name="csY24" fmla="*/ 76200 h 702734"/>
              <a:gd name="csX25" fmla="*/ 804333 w 1998133"/>
              <a:gd name="csY25" fmla="*/ 67734 h 702734"/>
              <a:gd name="csX26" fmla="*/ 889000 w 1998133"/>
              <a:gd name="csY26" fmla="*/ 33867 h 702734"/>
              <a:gd name="csX27" fmla="*/ 939800 w 1998133"/>
              <a:gd name="csY27" fmla="*/ 16934 h 702734"/>
              <a:gd name="csX28" fmla="*/ 1016000 w 1998133"/>
              <a:gd name="csY28" fmla="*/ 0 h 702734"/>
              <a:gd name="csX29" fmla="*/ 1227666 w 1998133"/>
              <a:gd name="csY29" fmla="*/ 8467 h 702734"/>
              <a:gd name="csX30" fmla="*/ 1270000 w 1998133"/>
              <a:gd name="csY30" fmla="*/ 33867 h 702734"/>
              <a:gd name="csX31" fmla="*/ 1371600 w 1998133"/>
              <a:gd name="csY31" fmla="*/ 110067 h 702734"/>
              <a:gd name="csX32" fmla="*/ 1388533 w 1998133"/>
              <a:gd name="csY32" fmla="*/ 135467 h 702734"/>
              <a:gd name="csX33" fmla="*/ 1430866 w 1998133"/>
              <a:gd name="csY33" fmla="*/ 203200 h 702734"/>
              <a:gd name="csX34" fmla="*/ 1447800 w 1998133"/>
              <a:gd name="csY34" fmla="*/ 254000 h 702734"/>
              <a:gd name="csX35" fmla="*/ 1456266 w 1998133"/>
              <a:gd name="csY35" fmla="*/ 279400 h 702734"/>
              <a:gd name="csX36" fmla="*/ 1464733 w 1998133"/>
              <a:gd name="csY36" fmla="*/ 313267 h 702734"/>
              <a:gd name="csX37" fmla="*/ 1490133 w 1998133"/>
              <a:gd name="csY37" fmla="*/ 406400 h 702734"/>
              <a:gd name="csX38" fmla="*/ 1498600 w 1998133"/>
              <a:gd name="csY38" fmla="*/ 448734 h 702734"/>
              <a:gd name="csX39" fmla="*/ 1515533 w 1998133"/>
              <a:gd name="csY39" fmla="*/ 482600 h 702734"/>
              <a:gd name="csX40" fmla="*/ 1532466 w 1998133"/>
              <a:gd name="csY40" fmla="*/ 541867 h 702734"/>
              <a:gd name="csX41" fmla="*/ 1557866 w 1998133"/>
              <a:gd name="csY41" fmla="*/ 584200 h 702734"/>
              <a:gd name="csX42" fmla="*/ 1574800 w 1998133"/>
              <a:gd name="csY42" fmla="*/ 618067 h 702734"/>
              <a:gd name="csX43" fmla="*/ 1651000 w 1998133"/>
              <a:gd name="csY43" fmla="*/ 643467 h 702734"/>
              <a:gd name="csX44" fmla="*/ 1710266 w 1998133"/>
              <a:gd name="csY44" fmla="*/ 651934 h 702734"/>
              <a:gd name="csX45" fmla="*/ 1794933 w 1998133"/>
              <a:gd name="csY45" fmla="*/ 635000 h 702734"/>
              <a:gd name="csX46" fmla="*/ 1845733 w 1998133"/>
              <a:gd name="csY46" fmla="*/ 592667 h 702734"/>
              <a:gd name="csX47" fmla="*/ 1913466 w 1998133"/>
              <a:gd name="csY47" fmla="*/ 524934 h 702734"/>
              <a:gd name="csX48" fmla="*/ 1930400 w 1998133"/>
              <a:gd name="csY48" fmla="*/ 508000 h 702734"/>
              <a:gd name="csX49" fmla="*/ 1964266 w 1998133"/>
              <a:gd name="csY49" fmla="*/ 482600 h 702734"/>
              <a:gd name="csX50" fmla="*/ 1998133 w 1998133"/>
              <a:gd name="csY50" fmla="*/ 448734 h 702734"/>
              <a:gd name="csX51" fmla="*/ 1998133 w 1998133"/>
              <a:gd name="csY51" fmla="*/ 465667 h 70273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</a:cxnLst>
            <a:rect l="l" t="t" r="r" b="b"/>
            <a:pathLst>
              <a:path w="1998133" h="702734">
                <a:moveTo>
                  <a:pt x="0" y="457200"/>
                </a:moveTo>
                <a:lnTo>
                  <a:pt x="0" y="457200"/>
                </a:lnTo>
                <a:cubicBezTo>
                  <a:pt x="11289" y="482600"/>
                  <a:pt x="21435" y="508539"/>
                  <a:pt x="33866" y="533400"/>
                </a:cubicBezTo>
                <a:cubicBezTo>
                  <a:pt x="38417" y="542502"/>
                  <a:pt x="45751" y="549965"/>
                  <a:pt x="50800" y="558800"/>
                </a:cubicBezTo>
                <a:cubicBezTo>
                  <a:pt x="102878" y="649935"/>
                  <a:pt x="18738" y="519174"/>
                  <a:pt x="101600" y="643467"/>
                </a:cubicBezTo>
                <a:cubicBezTo>
                  <a:pt x="107244" y="651934"/>
                  <a:pt x="110066" y="663223"/>
                  <a:pt x="118533" y="668867"/>
                </a:cubicBezTo>
                <a:cubicBezTo>
                  <a:pt x="127000" y="674511"/>
                  <a:pt x="134634" y="681667"/>
                  <a:pt x="143933" y="685800"/>
                </a:cubicBezTo>
                <a:cubicBezTo>
                  <a:pt x="160244" y="693049"/>
                  <a:pt x="194733" y="702734"/>
                  <a:pt x="194733" y="702734"/>
                </a:cubicBezTo>
                <a:cubicBezTo>
                  <a:pt x="231422" y="699912"/>
                  <a:pt x="269101" y="703192"/>
                  <a:pt x="304800" y="694267"/>
                </a:cubicBezTo>
                <a:cubicBezTo>
                  <a:pt x="320423" y="690361"/>
                  <a:pt x="337982" y="654449"/>
                  <a:pt x="347133" y="643467"/>
                </a:cubicBezTo>
                <a:cubicBezTo>
                  <a:pt x="377303" y="607263"/>
                  <a:pt x="364631" y="627776"/>
                  <a:pt x="397933" y="601134"/>
                </a:cubicBezTo>
                <a:cubicBezTo>
                  <a:pt x="404166" y="596147"/>
                  <a:pt x="408633" y="589187"/>
                  <a:pt x="414866" y="584200"/>
                </a:cubicBezTo>
                <a:cubicBezTo>
                  <a:pt x="422812" y="577843"/>
                  <a:pt x="432320" y="573624"/>
                  <a:pt x="440266" y="567267"/>
                </a:cubicBezTo>
                <a:cubicBezTo>
                  <a:pt x="500599" y="519002"/>
                  <a:pt x="404407" y="585530"/>
                  <a:pt x="482600" y="533400"/>
                </a:cubicBezTo>
                <a:cubicBezTo>
                  <a:pt x="502454" y="473832"/>
                  <a:pt x="476613" y="547369"/>
                  <a:pt x="508000" y="474134"/>
                </a:cubicBezTo>
                <a:cubicBezTo>
                  <a:pt x="516697" y="453842"/>
                  <a:pt x="518798" y="436338"/>
                  <a:pt x="524933" y="414867"/>
                </a:cubicBezTo>
                <a:cubicBezTo>
                  <a:pt x="527385" y="406286"/>
                  <a:pt x="529409" y="397449"/>
                  <a:pt x="533400" y="389467"/>
                </a:cubicBezTo>
                <a:cubicBezTo>
                  <a:pt x="537951" y="380366"/>
                  <a:pt x="544689" y="372534"/>
                  <a:pt x="550333" y="364067"/>
                </a:cubicBezTo>
                <a:cubicBezTo>
                  <a:pt x="553155" y="352778"/>
                  <a:pt x="553027" y="340303"/>
                  <a:pt x="558800" y="330200"/>
                </a:cubicBezTo>
                <a:cubicBezTo>
                  <a:pt x="564741" y="319804"/>
                  <a:pt x="576535" y="313998"/>
                  <a:pt x="584200" y="304800"/>
                </a:cubicBezTo>
                <a:cubicBezTo>
                  <a:pt x="590714" y="296983"/>
                  <a:pt x="596085" y="288235"/>
                  <a:pt x="601133" y="279400"/>
                </a:cubicBezTo>
                <a:cubicBezTo>
                  <a:pt x="628470" y="231560"/>
                  <a:pt x="604819" y="258781"/>
                  <a:pt x="635000" y="228600"/>
                </a:cubicBezTo>
                <a:cubicBezTo>
                  <a:pt x="645646" y="196659"/>
                  <a:pt x="648218" y="181515"/>
                  <a:pt x="677333" y="152400"/>
                </a:cubicBezTo>
                <a:cubicBezTo>
                  <a:pt x="685800" y="143933"/>
                  <a:pt x="694941" y="136091"/>
                  <a:pt x="702733" y="127000"/>
                </a:cubicBezTo>
                <a:cubicBezTo>
                  <a:pt x="719936" y="106930"/>
                  <a:pt x="726706" y="85142"/>
                  <a:pt x="753533" y="76200"/>
                </a:cubicBezTo>
                <a:cubicBezTo>
                  <a:pt x="769819" y="70771"/>
                  <a:pt x="787400" y="70556"/>
                  <a:pt x="804333" y="67734"/>
                </a:cubicBezTo>
                <a:cubicBezTo>
                  <a:pt x="854165" y="42817"/>
                  <a:pt x="826226" y="54791"/>
                  <a:pt x="889000" y="33867"/>
                </a:cubicBezTo>
                <a:cubicBezTo>
                  <a:pt x="905933" y="28223"/>
                  <a:pt x="922297" y="20435"/>
                  <a:pt x="939800" y="16934"/>
                </a:cubicBezTo>
                <a:cubicBezTo>
                  <a:pt x="993543" y="6185"/>
                  <a:pt x="968172" y="11957"/>
                  <a:pt x="1016000" y="0"/>
                </a:cubicBezTo>
                <a:cubicBezTo>
                  <a:pt x="1086555" y="2822"/>
                  <a:pt x="1157674" y="-865"/>
                  <a:pt x="1227666" y="8467"/>
                </a:cubicBezTo>
                <a:cubicBezTo>
                  <a:pt x="1243978" y="10642"/>
                  <a:pt x="1256609" y="24302"/>
                  <a:pt x="1270000" y="33867"/>
                </a:cubicBezTo>
                <a:cubicBezTo>
                  <a:pt x="1466523" y="174241"/>
                  <a:pt x="1283917" y="51612"/>
                  <a:pt x="1371600" y="110067"/>
                </a:cubicBezTo>
                <a:cubicBezTo>
                  <a:pt x="1377244" y="118534"/>
                  <a:pt x="1382619" y="127187"/>
                  <a:pt x="1388533" y="135467"/>
                </a:cubicBezTo>
                <a:cubicBezTo>
                  <a:pt x="1411692" y="167890"/>
                  <a:pt x="1416400" y="167035"/>
                  <a:pt x="1430866" y="203200"/>
                </a:cubicBezTo>
                <a:cubicBezTo>
                  <a:pt x="1437495" y="219773"/>
                  <a:pt x="1442156" y="237067"/>
                  <a:pt x="1447800" y="254000"/>
                </a:cubicBezTo>
                <a:cubicBezTo>
                  <a:pt x="1450622" y="262467"/>
                  <a:pt x="1454101" y="270742"/>
                  <a:pt x="1456266" y="279400"/>
                </a:cubicBezTo>
                <a:cubicBezTo>
                  <a:pt x="1459088" y="290689"/>
                  <a:pt x="1461536" y="302078"/>
                  <a:pt x="1464733" y="313267"/>
                </a:cubicBezTo>
                <a:cubicBezTo>
                  <a:pt x="1480954" y="370037"/>
                  <a:pt x="1470008" y="305778"/>
                  <a:pt x="1490133" y="406400"/>
                </a:cubicBezTo>
                <a:cubicBezTo>
                  <a:pt x="1492955" y="420511"/>
                  <a:pt x="1494049" y="435082"/>
                  <a:pt x="1498600" y="448734"/>
                </a:cubicBezTo>
                <a:cubicBezTo>
                  <a:pt x="1502591" y="460707"/>
                  <a:pt x="1511101" y="470782"/>
                  <a:pt x="1515533" y="482600"/>
                </a:cubicBezTo>
                <a:cubicBezTo>
                  <a:pt x="1523667" y="504290"/>
                  <a:pt x="1522236" y="521407"/>
                  <a:pt x="1532466" y="541867"/>
                </a:cubicBezTo>
                <a:cubicBezTo>
                  <a:pt x="1539825" y="556586"/>
                  <a:pt x="1549874" y="569815"/>
                  <a:pt x="1557866" y="584200"/>
                </a:cubicBezTo>
                <a:cubicBezTo>
                  <a:pt x="1563996" y="595233"/>
                  <a:pt x="1566720" y="608371"/>
                  <a:pt x="1574800" y="618067"/>
                </a:cubicBezTo>
                <a:cubicBezTo>
                  <a:pt x="1593811" y="640879"/>
                  <a:pt x="1625040" y="639473"/>
                  <a:pt x="1651000" y="643467"/>
                </a:cubicBezTo>
                <a:cubicBezTo>
                  <a:pt x="1670724" y="646502"/>
                  <a:pt x="1690511" y="649112"/>
                  <a:pt x="1710266" y="651934"/>
                </a:cubicBezTo>
                <a:cubicBezTo>
                  <a:pt x="1738488" y="646289"/>
                  <a:pt x="1768565" y="646536"/>
                  <a:pt x="1794933" y="635000"/>
                </a:cubicBezTo>
                <a:cubicBezTo>
                  <a:pt x="1815127" y="626165"/>
                  <a:pt x="1829581" y="607666"/>
                  <a:pt x="1845733" y="592667"/>
                </a:cubicBezTo>
                <a:cubicBezTo>
                  <a:pt x="1869131" y="570940"/>
                  <a:pt x="1890888" y="547512"/>
                  <a:pt x="1913466" y="524934"/>
                </a:cubicBezTo>
                <a:cubicBezTo>
                  <a:pt x="1919111" y="519289"/>
                  <a:pt x="1924014" y="512790"/>
                  <a:pt x="1930400" y="508000"/>
                </a:cubicBezTo>
                <a:cubicBezTo>
                  <a:pt x="1941689" y="499533"/>
                  <a:pt x="1953426" y="491634"/>
                  <a:pt x="1964266" y="482600"/>
                </a:cubicBezTo>
                <a:cubicBezTo>
                  <a:pt x="1964274" y="482593"/>
                  <a:pt x="1998125" y="448742"/>
                  <a:pt x="1998133" y="448734"/>
                </a:cubicBezTo>
                <a:lnTo>
                  <a:pt x="1998133" y="465667"/>
                </a:ln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F31CF3B2-75C8-2B20-8FA1-03E15004FFD6}"/>
              </a:ext>
            </a:extLst>
          </p:cNvPr>
          <p:cNvSpPr txBox="1"/>
          <p:nvPr/>
        </p:nvSpPr>
        <p:spPr>
          <a:xfrm>
            <a:off x="9524522" y="159148"/>
            <a:ext cx="241261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Convention followed: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Flexion </a:t>
            </a:r>
            <a:r>
              <a:rPr lang="en-US" sz="1600" i="1" dirty="0"/>
              <a:t>negative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extension </a:t>
            </a:r>
            <a:r>
              <a:rPr lang="en-US" sz="1600" i="1" dirty="0"/>
              <a:t>positive </a:t>
            </a:r>
          </a:p>
        </p:txBody>
      </p:sp>
    </p:spTree>
    <p:extLst>
      <p:ext uri="{BB962C8B-B14F-4D97-AF65-F5344CB8AC3E}">
        <p14:creationId xmlns:p14="http://schemas.microsoft.com/office/powerpoint/2010/main" val="32779165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2A16F3-C32C-8259-3F08-A19646A991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TextBox 192">
            <a:extLst>
              <a:ext uri="{FF2B5EF4-FFF2-40B4-BE49-F238E27FC236}">
                <a16:creationId xmlns:a16="http://schemas.microsoft.com/office/drawing/2014/main" id="{7FB190D5-CB4F-5B57-E45C-24E8A5F9A96D}"/>
              </a:ext>
            </a:extLst>
          </p:cNvPr>
          <p:cNvSpPr txBox="1"/>
          <p:nvPr/>
        </p:nvSpPr>
        <p:spPr>
          <a:xfrm>
            <a:off x="4455078" y="290696"/>
            <a:ext cx="2211786" cy="6563802"/>
          </a:xfrm>
          <a:prstGeom prst="rect">
            <a:avLst/>
          </a:prstGeom>
          <a:pattFill prst="wdDnDiag">
            <a:fgClr>
              <a:schemeClr val="accent1"/>
            </a:fgClr>
            <a:bgClr>
              <a:schemeClr val="bg1"/>
            </a:bgClr>
          </a:patt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B4ED30CB-10D6-3B28-9C22-44BF7DE42D2E}"/>
              </a:ext>
            </a:extLst>
          </p:cNvPr>
          <p:cNvGrpSpPr/>
          <p:nvPr/>
        </p:nvGrpSpPr>
        <p:grpSpPr>
          <a:xfrm>
            <a:off x="1818804" y="1711119"/>
            <a:ext cx="7374165" cy="5083727"/>
            <a:chOff x="1834171" y="1637290"/>
            <a:chExt cx="7374165" cy="5083727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8624661E-14F0-DC1A-C96E-B1443405526C}"/>
                </a:ext>
              </a:extLst>
            </p:cNvPr>
            <p:cNvGrpSpPr/>
            <p:nvPr/>
          </p:nvGrpSpPr>
          <p:grpSpPr>
            <a:xfrm>
              <a:off x="1945714" y="1637290"/>
              <a:ext cx="7262622" cy="1653540"/>
              <a:chOff x="0" y="0"/>
              <a:chExt cx="7262622" cy="1653540"/>
            </a:xfrm>
          </p:grpSpPr>
          <p:sp>
            <p:nvSpPr>
              <p:cNvPr id="24" name="Text Box 67">
                <a:extLst>
                  <a:ext uri="{FF2B5EF4-FFF2-40B4-BE49-F238E27FC236}">
                    <a16:creationId xmlns:a16="http://schemas.microsoft.com/office/drawing/2014/main" id="{A52A89B1-BA69-BC4B-840E-05838D52103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105650" y="1049020"/>
                <a:ext cx="141605" cy="2603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wpc="http://schemas.microsoft.com/office/word/2010/wordprocessingCanvas" xmlns:cx="http://schemas.microsoft.com/office/drawing/2014/chartex" xmlns:cx1="http://schemas.microsoft.com/office/drawing/2015/9/8/chartex" xmlns:mc="http://schemas.openxmlformats.org/markup-compatibility/2006" xmlns:m="http://schemas.openxmlformats.org/officeDocument/2006/math" xmlns:wp14="http://schemas.microsoft.com/office/word/2010/wordprocessingDrawing" xmlns:wp="http://schemas.openxmlformats.org/drawingml/2006/wordprocessingDrawing" xmlns:w14="http://schemas.microsoft.com/office/word/2010/wordml" xmlns:w15="http://schemas.microsoft.com/office/word/2012/wordml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 xmlns:mo="http://schemas.microsoft.com/office/mac/office/2008/main" xmlns:mv="urn:schemas-microsoft-com:mac:vml" xmlns:o="urn:schemas-microsoft-com:office:office" xmlns:v="urn:schemas-microsoft-com:vml" xmlns:w10="urn:schemas-microsoft-com:office:word" xmlns:w="http://schemas.openxmlformats.org/wordprocessingml/2006/main" xmlns:a14="http://schemas.microsoft.com/office/drawing/2010/main" xmlns:lc="http://schemas.openxmlformats.org/drawingml/2006/lockedCanvas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wpc="http://schemas.microsoft.com/office/word/2010/wordprocessingCanvas" xmlns:cx="http://schemas.microsoft.com/office/drawing/2014/chartex" xmlns:cx1="http://schemas.microsoft.com/office/drawing/2015/9/8/chartex" xmlns:mc="http://schemas.openxmlformats.org/markup-compatibility/2006" xmlns:m="http://schemas.openxmlformats.org/officeDocument/2006/math" xmlns:wp14="http://schemas.microsoft.com/office/word/2010/wordprocessingDrawing" xmlns:wp="http://schemas.openxmlformats.org/drawingml/2006/wordprocessingDrawing" xmlns:w14="http://schemas.microsoft.com/office/word/2010/wordml" xmlns:w15="http://schemas.microsoft.com/office/word/2012/wordml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 xmlns:mo="http://schemas.microsoft.com/office/mac/office/2008/main" xmlns:mv="urn:schemas-microsoft-com:mac:vml" xmlns:o="urn:schemas-microsoft-com:office:office" xmlns:v="urn:schemas-microsoft-com:vml" xmlns:w10="urn:schemas-microsoft-com:office:word" xmlns:w="http://schemas.openxmlformats.org/wordprocessingml/2006/main" xmlns:a14="http://schemas.microsoft.com/office/drawing/2010/main" xmlns:lc="http://schemas.openxmlformats.org/drawingml/2006/lockedCanvas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pPr marL="0" marR="0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</a:pPr>
                <a:r>
                  <a:rPr lang="en-US" sz="1100" dirty="0">
                    <a:effectLst/>
                    <a:latin typeface="Calibri" panose="020F0502020204030204" pitchFamily="34" charset="0"/>
                    <a:ea typeface="MS Mincho" panose="02020609040205080304" pitchFamily="49" charset="-128"/>
                    <a:cs typeface="Times New Roman" panose="02020603050405020304" pitchFamily="18" charset="0"/>
                  </a:rPr>
                  <a:t>t</a:t>
                </a:r>
              </a:p>
            </p:txBody>
          </p:sp>
          <p:cxnSp>
            <p:nvCxnSpPr>
              <p:cNvPr id="25" name="AutoShape 71">
                <a:extLst>
                  <a:ext uri="{FF2B5EF4-FFF2-40B4-BE49-F238E27FC236}">
                    <a16:creationId xmlns:a16="http://schemas.microsoft.com/office/drawing/2014/main" id="{5714D475-2C64-04E5-D98D-9F3A6A804139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355727" y="1291830"/>
                <a:ext cx="6906895" cy="1270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wpc="http://schemas.microsoft.com/office/word/2010/wordprocessingCanvas" xmlns:cx="http://schemas.microsoft.com/office/drawing/2014/chartex" xmlns:cx1="http://schemas.microsoft.com/office/drawing/2015/9/8/chartex" xmlns:mc="http://schemas.openxmlformats.org/markup-compatibility/2006" xmlns:m="http://schemas.openxmlformats.org/officeDocument/2006/math" xmlns:wp14="http://schemas.microsoft.com/office/word/2010/wordprocessingDrawing" xmlns:wp="http://schemas.openxmlformats.org/drawingml/2006/wordprocessingDrawing" xmlns:w14="http://schemas.microsoft.com/office/word/2010/wordml" xmlns:w15="http://schemas.microsoft.com/office/word/2012/wordml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 xmlns:mo="http://schemas.microsoft.com/office/mac/office/2008/main" xmlns:mv="urn:schemas-microsoft-com:mac:vml" xmlns:o="urn:schemas-microsoft-com:office:office" xmlns:v="urn:schemas-microsoft-com:vml" xmlns:w10="urn:schemas-microsoft-com:office:word" xmlns:w="http://schemas.openxmlformats.org/wordprocessingml/2006/main" xmlns:a14="http://schemas.microsoft.com/office/drawing/2010/main" xmlns:lc="http://schemas.openxmlformats.org/drawingml/2006/lockedCanvas">
                    <a:noFill/>
                  </a14:hiddenFill>
                </a:ext>
              </a:extLst>
            </p:spPr>
          </p:cxnSp>
          <p:cxnSp>
            <p:nvCxnSpPr>
              <p:cNvPr id="26" name="AutoShape 73">
                <a:extLst>
                  <a:ext uri="{FF2B5EF4-FFF2-40B4-BE49-F238E27FC236}">
                    <a16:creationId xmlns:a16="http://schemas.microsoft.com/office/drawing/2014/main" id="{70C2E51E-6ED0-F252-BAE8-B91698384A98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>
                <a:off x="342900" y="0"/>
                <a:ext cx="38735" cy="165354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wpc="http://schemas.microsoft.com/office/word/2010/wordprocessingCanvas" xmlns:cx="http://schemas.microsoft.com/office/drawing/2014/chartex" xmlns:cx1="http://schemas.microsoft.com/office/drawing/2015/9/8/chartex" xmlns:mc="http://schemas.openxmlformats.org/markup-compatibility/2006" xmlns:m="http://schemas.openxmlformats.org/officeDocument/2006/math" xmlns:wp14="http://schemas.microsoft.com/office/word/2010/wordprocessingDrawing" xmlns:wp="http://schemas.openxmlformats.org/drawingml/2006/wordprocessingDrawing" xmlns:w14="http://schemas.microsoft.com/office/word/2010/wordml" xmlns:w15="http://schemas.microsoft.com/office/word/2012/wordml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 xmlns:mo="http://schemas.microsoft.com/office/mac/office/2008/main" xmlns:mv="urn:schemas-microsoft-com:mac:vml" xmlns:o="urn:schemas-microsoft-com:office:office" xmlns:v="urn:schemas-microsoft-com:vml" xmlns:w10="urn:schemas-microsoft-com:office:word" xmlns:w="http://schemas.openxmlformats.org/wordprocessingml/2006/main" xmlns:a14="http://schemas.microsoft.com/office/drawing/2010/main" xmlns:lc="http://schemas.openxmlformats.org/drawingml/2006/lockedCanvas">
                    <a:noFill/>
                  </a14:hiddenFill>
                </a:ext>
              </a:extLst>
            </p:spPr>
          </p:cxnSp>
          <p:sp>
            <p:nvSpPr>
              <p:cNvPr id="27" name="Text Box 76">
                <a:extLst>
                  <a:ext uri="{FF2B5EF4-FFF2-40B4-BE49-F238E27FC236}">
                    <a16:creationId xmlns:a16="http://schemas.microsoft.com/office/drawing/2014/main" id="{F6C259E3-FE4D-3BA2-176C-4F7D8A08902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0" y="883920"/>
                <a:ext cx="375920" cy="4203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wpc="http://schemas.microsoft.com/office/word/2010/wordprocessingCanvas" xmlns:cx="http://schemas.microsoft.com/office/drawing/2014/chartex" xmlns:cx1="http://schemas.microsoft.com/office/drawing/2015/9/8/chartex" xmlns:mc="http://schemas.openxmlformats.org/markup-compatibility/2006" xmlns:m="http://schemas.openxmlformats.org/officeDocument/2006/math" xmlns:wp14="http://schemas.microsoft.com/office/word/2010/wordprocessingDrawing" xmlns:wp="http://schemas.openxmlformats.org/drawingml/2006/wordprocessingDrawing" xmlns:w14="http://schemas.microsoft.com/office/word/2010/wordml" xmlns:w15="http://schemas.microsoft.com/office/word/2012/wordml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 xmlns:mo="http://schemas.microsoft.com/office/mac/office/2008/main" xmlns:mv="urn:schemas-microsoft-com:mac:vml" xmlns:o="urn:schemas-microsoft-com:office:office" xmlns:v="urn:schemas-microsoft-com:vml" xmlns:w10="urn:schemas-microsoft-com:office:word" xmlns:w="http://schemas.openxmlformats.org/wordprocessingml/2006/main" xmlns:a14="http://schemas.microsoft.com/office/drawing/2010/main" xmlns:lc="http://schemas.openxmlformats.org/drawingml/2006/lockedCanvas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wpc="http://schemas.microsoft.com/office/word/2010/wordprocessingCanvas" xmlns:cx="http://schemas.microsoft.com/office/drawing/2014/chartex" xmlns:cx1="http://schemas.microsoft.com/office/drawing/2015/9/8/chartex" xmlns:mc="http://schemas.openxmlformats.org/markup-compatibility/2006" xmlns:m="http://schemas.openxmlformats.org/officeDocument/2006/math" xmlns:wp14="http://schemas.microsoft.com/office/word/2010/wordprocessingDrawing" xmlns:wp="http://schemas.openxmlformats.org/drawingml/2006/wordprocessingDrawing" xmlns:w14="http://schemas.microsoft.com/office/word/2010/wordml" xmlns:w15="http://schemas.microsoft.com/office/word/2012/wordml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 xmlns:mo="http://schemas.microsoft.com/office/mac/office/2008/main" xmlns:mv="urn:schemas-microsoft-com:mac:vml" xmlns:o="urn:schemas-microsoft-com:office:office" xmlns:v="urn:schemas-microsoft-com:vml" xmlns:w10="urn:schemas-microsoft-com:office:word" xmlns:w="http://schemas.openxmlformats.org/wordprocessingml/2006/main" xmlns:a14="http://schemas.microsoft.com/office/drawing/2010/main" xmlns:lc="http://schemas.openxmlformats.org/drawingml/2006/lockedCanvas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pPr marL="0" marR="0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</a:pPr>
                <a:r>
                  <a:rPr lang="en-US" sz="1400" dirty="0">
                    <a:effectLst/>
                    <a:latin typeface="Calibri" panose="020F0502020204030204" pitchFamily="34" charset="0"/>
                    <a:ea typeface="MS Mincho" panose="02020609040205080304" pitchFamily="49" charset="-128"/>
                    <a:cs typeface="Times New Roman" panose="02020603050405020304" pitchFamily="18" charset="0"/>
                    <a:sym typeface="Symbol" panose="05050102010706020507" pitchFamily="18" charset="2"/>
                  </a:rPr>
                  <a:t></a:t>
                </a:r>
                <a:endParaRPr lang="en-US" sz="1100" dirty="0">
                  <a:effectLst/>
                  <a:latin typeface="Calibri" panose="020F0502020204030204" pitchFamily="34" charset="0"/>
                  <a:ea typeface="MS Mincho" panose="02020609040205080304" pitchFamily="49" charset="-128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4AAD1F42-0FCB-6298-0D3F-E3A7E50832CB}"/>
                </a:ext>
              </a:extLst>
            </p:cNvPr>
            <p:cNvGrpSpPr/>
            <p:nvPr/>
          </p:nvGrpSpPr>
          <p:grpSpPr>
            <a:xfrm>
              <a:off x="1899714" y="3341306"/>
              <a:ext cx="7247255" cy="1653540"/>
              <a:chOff x="0" y="0"/>
              <a:chExt cx="7247255" cy="1653540"/>
            </a:xfrm>
          </p:grpSpPr>
          <p:sp>
            <p:nvSpPr>
              <p:cNvPr id="31" name="Text Box 67">
                <a:extLst>
                  <a:ext uri="{FF2B5EF4-FFF2-40B4-BE49-F238E27FC236}">
                    <a16:creationId xmlns:a16="http://schemas.microsoft.com/office/drawing/2014/main" id="{311EE32D-D00D-F5E7-87B6-569F07230FF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105650" y="1049020"/>
                <a:ext cx="141605" cy="2603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wpc="http://schemas.microsoft.com/office/word/2010/wordprocessingCanvas" xmlns:cx="http://schemas.microsoft.com/office/drawing/2014/chartex" xmlns:cx1="http://schemas.microsoft.com/office/drawing/2015/9/8/chartex" xmlns:mc="http://schemas.openxmlformats.org/markup-compatibility/2006" xmlns:m="http://schemas.openxmlformats.org/officeDocument/2006/math" xmlns:wp14="http://schemas.microsoft.com/office/word/2010/wordprocessingDrawing" xmlns:wp="http://schemas.openxmlformats.org/drawingml/2006/wordprocessingDrawing" xmlns:w14="http://schemas.microsoft.com/office/word/2010/wordml" xmlns:w15="http://schemas.microsoft.com/office/word/2012/wordml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 xmlns:mo="http://schemas.microsoft.com/office/mac/office/2008/main" xmlns:mv="urn:schemas-microsoft-com:mac:vml" xmlns:o="urn:schemas-microsoft-com:office:office" xmlns:v="urn:schemas-microsoft-com:vml" xmlns:w10="urn:schemas-microsoft-com:office:word" xmlns:w="http://schemas.openxmlformats.org/wordprocessingml/2006/main" xmlns:a14="http://schemas.microsoft.com/office/drawing/2010/main" xmlns:lc="http://schemas.openxmlformats.org/drawingml/2006/lockedCanvas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wpc="http://schemas.microsoft.com/office/word/2010/wordprocessingCanvas" xmlns:cx="http://schemas.microsoft.com/office/drawing/2014/chartex" xmlns:cx1="http://schemas.microsoft.com/office/drawing/2015/9/8/chartex" xmlns:mc="http://schemas.openxmlformats.org/markup-compatibility/2006" xmlns:m="http://schemas.openxmlformats.org/officeDocument/2006/math" xmlns:wp14="http://schemas.microsoft.com/office/word/2010/wordprocessingDrawing" xmlns:wp="http://schemas.openxmlformats.org/drawingml/2006/wordprocessingDrawing" xmlns:w14="http://schemas.microsoft.com/office/word/2010/wordml" xmlns:w15="http://schemas.microsoft.com/office/word/2012/wordml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 xmlns:mo="http://schemas.microsoft.com/office/mac/office/2008/main" xmlns:mv="urn:schemas-microsoft-com:mac:vml" xmlns:o="urn:schemas-microsoft-com:office:office" xmlns:v="urn:schemas-microsoft-com:vml" xmlns:w10="urn:schemas-microsoft-com:office:word" xmlns:w="http://schemas.openxmlformats.org/wordprocessingml/2006/main" xmlns:a14="http://schemas.microsoft.com/office/drawing/2010/main" xmlns:lc="http://schemas.openxmlformats.org/drawingml/2006/lockedCanvas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pPr marL="0" marR="0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</a:pPr>
                <a:r>
                  <a:rPr lang="en-US" sz="1100" dirty="0">
                    <a:effectLst/>
                    <a:latin typeface="Calibri" panose="020F0502020204030204" pitchFamily="34" charset="0"/>
                    <a:ea typeface="MS Mincho" panose="02020609040205080304" pitchFamily="49" charset="-128"/>
                    <a:cs typeface="Times New Roman" panose="02020603050405020304" pitchFamily="18" charset="0"/>
                  </a:rPr>
                  <a:t>t</a:t>
                </a:r>
              </a:p>
            </p:txBody>
          </p:sp>
          <p:cxnSp>
            <p:nvCxnSpPr>
              <p:cNvPr id="32" name="AutoShape 71">
                <a:extLst>
                  <a:ext uri="{FF2B5EF4-FFF2-40B4-BE49-F238E27FC236}">
                    <a16:creationId xmlns:a16="http://schemas.microsoft.com/office/drawing/2014/main" id="{36A50810-CCC5-46F1-D557-837F97D8ED44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304165" y="931545"/>
                <a:ext cx="6906895" cy="1270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wpc="http://schemas.microsoft.com/office/word/2010/wordprocessingCanvas" xmlns:cx="http://schemas.microsoft.com/office/drawing/2014/chartex" xmlns:cx1="http://schemas.microsoft.com/office/drawing/2015/9/8/chartex" xmlns:mc="http://schemas.openxmlformats.org/markup-compatibility/2006" xmlns:m="http://schemas.openxmlformats.org/officeDocument/2006/math" xmlns:wp14="http://schemas.microsoft.com/office/word/2010/wordprocessingDrawing" xmlns:wp="http://schemas.openxmlformats.org/drawingml/2006/wordprocessingDrawing" xmlns:w14="http://schemas.microsoft.com/office/word/2010/wordml" xmlns:w15="http://schemas.microsoft.com/office/word/2012/wordml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 xmlns:mo="http://schemas.microsoft.com/office/mac/office/2008/main" xmlns:mv="urn:schemas-microsoft-com:mac:vml" xmlns:o="urn:schemas-microsoft-com:office:office" xmlns:v="urn:schemas-microsoft-com:vml" xmlns:w10="urn:schemas-microsoft-com:office:word" xmlns:w="http://schemas.openxmlformats.org/wordprocessingml/2006/main" xmlns:a14="http://schemas.microsoft.com/office/drawing/2010/main" xmlns:lc="http://schemas.openxmlformats.org/drawingml/2006/lockedCanvas">
                    <a:noFill/>
                  </a14:hiddenFill>
                </a:ext>
              </a:extLst>
            </p:spPr>
          </p:cxnSp>
          <p:cxnSp>
            <p:nvCxnSpPr>
              <p:cNvPr id="33" name="AutoShape 73">
                <a:extLst>
                  <a:ext uri="{FF2B5EF4-FFF2-40B4-BE49-F238E27FC236}">
                    <a16:creationId xmlns:a16="http://schemas.microsoft.com/office/drawing/2014/main" id="{965B2ADD-102B-023A-241C-2A30EE8995D7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>
                <a:off x="342900" y="0"/>
                <a:ext cx="38735" cy="165354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wpc="http://schemas.microsoft.com/office/word/2010/wordprocessingCanvas" xmlns:cx="http://schemas.microsoft.com/office/drawing/2014/chartex" xmlns:cx1="http://schemas.microsoft.com/office/drawing/2015/9/8/chartex" xmlns:mc="http://schemas.openxmlformats.org/markup-compatibility/2006" xmlns:m="http://schemas.openxmlformats.org/officeDocument/2006/math" xmlns:wp14="http://schemas.microsoft.com/office/word/2010/wordprocessingDrawing" xmlns:wp="http://schemas.openxmlformats.org/drawingml/2006/wordprocessingDrawing" xmlns:w14="http://schemas.microsoft.com/office/word/2010/wordml" xmlns:w15="http://schemas.microsoft.com/office/word/2012/wordml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 xmlns:mo="http://schemas.microsoft.com/office/mac/office/2008/main" xmlns:mv="urn:schemas-microsoft-com:mac:vml" xmlns:o="urn:schemas-microsoft-com:office:office" xmlns:v="urn:schemas-microsoft-com:vml" xmlns:w10="urn:schemas-microsoft-com:office:word" xmlns:w="http://schemas.openxmlformats.org/wordprocessingml/2006/main" xmlns:a14="http://schemas.microsoft.com/office/drawing/2010/main" xmlns:lc="http://schemas.openxmlformats.org/drawingml/2006/lockedCanvas">
                    <a:noFill/>
                  </a14:hiddenFill>
                </a:ext>
              </a:extLst>
            </p:spPr>
          </p:cxnSp>
          <p:sp>
            <p:nvSpPr>
              <p:cNvPr id="34" name="Text Box 76">
                <a:extLst>
                  <a:ext uri="{FF2B5EF4-FFF2-40B4-BE49-F238E27FC236}">
                    <a16:creationId xmlns:a16="http://schemas.microsoft.com/office/drawing/2014/main" id="{6C1A4B10-2721-FDA2-FC9A-FD25AA82FAA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0" y="883920"/>
                <a:ext cx="375920" cy="4203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wpc="http://schemas.microsoft.com/office/word/2010/wordprocessingCanvas" xmlns:cx="http://schemas.microsoft.com/office/drawing/2014/chartex" xmlns:cx1="http://schemas.microsoft.com/office/drawing/2015/9/8/chartex" xmlns:mc="http://schemas.openxmlformats.org/markup-compatibility/2006" xmlns:m="http://schemas.openxmlformats.org/officeDocument/2006/math" xmlns:wp14="http://schemas.microsoft.com/office/word/2010/wordprocessingDrawing" xmlns:wp="http://schemas.openxmlformats.org/drawingml/2006/wordprocessingDrawing" xmlns:w14="http://schemas.microsoft.com/office/word/2010/wordml" xmlns:w15="http://schemas.microsoft.com/office/word/2012/wordml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 xmlns:mo="http://schemas.microsoft.com/office/mac/office/2008/main" xmlns:mv="urn:schemas-microsoft-com:mac:vml" xmlns:o="urn:schemas-microsoft-com:office:office" xmlns:v="urn:schemas-microsoft-com:vml" xmlns:w10="urn:schemas-microsoft-com:office:word" xmlns:w="http://schemas.openxmlformats.org/wordprocessingml/2006/main" xmlns:a14="http://schemas.microsoft.com/office/drawing/2010/main" xmlns:lc="http://schemas.openxmlformats.org/drawingml/2006/lockedCanvas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wpc="http://schemas.microsoft.com/office/word/2010/wordprocessingCanvas" xmlns:cx="http://schemas.microsoft.com/office/drawing/2014/chartex" xmlns:cx1="http://schemas.microsoft.com/office/drawing/2015/9/8/chartex" xmlns:mc="http://schemas.openxmlformats.org/markup-compatibility/2006" xmlns:m="http://schemas.openxmlformats.org/officeDocument/2006/math" xmlns:wp14="http://schemas.microsoft.com/office/word/2010/wordprocessingDrawing" xmlns:wp="http://schemas.openxmlformats.org/drawingml/2006/wordprocessingDrawing" xmlns:w14="http://schemas.microsoft.com/office/word/2010/wordml" xmlns:w15="http://schemas.microsoft.com/office/word/2012/wordml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 xmlns:mo="http://schemas.microsoft.com/office/mac/office/2008/main" xmlns:mv="urn:schemas-microsoft-com:mac:vml" xmlns:o="urn:schemas-microsoft-com:office:office" xmlns:v="urn:schemas-microsoft-com:vml" xmlns:w10="urn:schemas-microsoft-com:office:word" xmlns:w="http://schemas.openxmlformats.org/wordprocessingml/2006/main" xmlns:a14="http://schemas.microsoft.com/office/drawing/2010/main" xmlns:lc="http://schemas.openxmlformats.org/drawingml/2006/lockedCanvas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pPr marL="0" marR="0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</a:pPr>
                <a:r>
                  <a:rPr lang="en-US" b="1" dirty="0">
                    <a:solidFill>
                      <a:srgbClr val="FF0000"/>
                    </a:solidFill>
                    <a:effectLst/>
                    <a:latin typeface="Calibri" panose="020F0502020204030204" pitchFamily="34" charset="0"/>
                    <a:ea typeface="MS Mincho" panose="02020609040205080304" pitchFamily="49" charset="-128"/>
                    <a:cs typeface="Times New Roman" panose="02020603050405020304" pitchFamily="18" charset="0"/>
                    <a:sym typeface="Symbol" panose="05050102010706020507" pitchFamily="18" charset="2"/>
                  </a:rPr>
                  <a:t></a:t>
                </a:r>
                <a:endParaRPr lang="en-US" b="1" dirty="0">
                  <a:solidFill>
                    <a:srgbClr val="FF0000"/>
                  </a:solidFill>
                  <a:effectLst/>
                  <a:latin typeface="Calibri" panose="020F0502020204030204" pitchFamily="34" charset="0"/>
                  <a:ea typeface="MS Mincho" panose="02020609040205080304" pitchFamily="49" charset="-128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4C6C098A-196A-9780-6F98-6BC55DCC9BA9}"/>
                </a:ext>
              </a:extLst>
            </p:cNvPr>
            <p:cNvGrpSpPr/>
            <p:nvPr/>
          </p:nvGrpSpPr>
          <p:grpSpPr>
            <a:xfrm>
              <a:off x="1834171" y="5127802"/>
              <a:ext cx="7295461" cy="1593215"/>
              <a:chOff x="-19482" y="0"/>
              <a:chExt cx="7266737" cy="1653540"/>
            </a:xfrm>
          </p:grpSpPr>
          <p:sp>
            <p:nvSpPr>
              <p:cNvPr id="36" name="Text Box 67">
                <a:extLst>
                  <a:ext uri="{FF2B5EF4-FFF2-40B4-BE49-F238E27FC236}">
                    <a16:creationId xmlns:a16="http://schemas.microsoft.com/office/drawing/2014/main" id="{BB8D1878-1507-748E-78C3-83C79457632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105650" y="1049020"/>
                <a:ext cx="141605" cy="2603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wpc="http://schemas.microsoft.com/office/word/2010/wordprocessingCanvas" xmlns:cx="http://schemas.microsoft.com/office/drawing/2014/chartex" xmlns:cx1="http://schemas.microsoft.com/office/drawing/2015/9/8/chartex" xmlns:mc="http://schemas.openxmlformats.org/markup-compatibility/2006" xmlns:m="http://schemas.openxmlformats.org/officeDocument/2006/math" xmlns:wp14="http://schemas.microsoft.com/office/word/2010/wordprocessingDrawing" xmlns:wp="http://schemas.openxmlformats.org/drawingml/2006/wordprocessingDrawing" xmlns:w14="http://schemas.microsoft.com/office/word/2010/wordml" xmlns:w15="http://schemas.microsoft.com/office/word/2012/wordml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 xmlns:mo="http://schemas.microsoft.com/office/mac/office/2008/main" xmlns:mv="urn:schemas-microsoft-com:mac:vml" xmlns:o="urn:schemas-microsoft-com:office:office" xmlns:v="urn:schemas-microsoft-com:vml" xmlns:w10="urn:schemas-microsoft-com:office:word" xmlns:w="http://schemas.openxmlformats.org/wordprocessingml/2006/main" xmlns:a14="http://schemas.microsoft.com/office/drawing/2010/main" xmlns:lc="http://schemas.openxmlformats.org/drawingml/2006/lockedCanvas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wpc="http://schemas.microsoft.com/office/word/2010/wordprocessingCanvas" xmlns:cx="http://schemas.microsoft.com/office/drawing/2014/chartex" xmlns:cx1="http://schemas.microsoft.com/office/drawing/2015/9/8/chartex" xmlns:mc="http://schemas.openxmlformats.org/markup-compatibility/2006" xmlns:m="http://schemas.openxmlformats.org/officeDocument/2006/math" xmlns:wp14="http://schemas.microsoft.com/office/word/2010/wordprocessingDrawing" xmlns:wp="http://schemas.openxmlformats.org/drawingml/2006/wordprocessingDrawing" xmlns:w14="http://schemas.microsoft.com/office/word/2010/wordml" xmlns:w15="http://schemas.microsoft.com/office/word/2012/wordml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 xmlns:mo="http://schemas.microsoft.com/office/mac/office/2008/main" xmlns:mv="urn:schemas-microsoft-com:mac:vml" xmlns:o="urn:schemas-microsoft-com:office:office" xmlns:v="urn:schemas-microsoft-com:vml" xmlns:w10="urn:schemas-microsoft-com:office:word" xmlns:w="http://schemas.openxmlformats.org/wordprocessingml/2006/main" xmlns:a14="http://schemas.microsoft.com/office/drawing/2010/main" xmlns:lc="http://schemas.openxmlformats.org/drawingml/2006/lockedCanvas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pPr marL="0" marR="0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</a:pPr>
                <a:r>
                  <a:rPr lang="en-US" sz="1100" dirty="0">
                    <a:effectLst/>
                    <a:latin typeface="Calibri" panose="020F0502020204030204" pitchFamily="34" charset="0"/>
                    <a:ea typeface="MS Mincho" panose="02020609040205080304" pitchFamily="49" charset="-128"/>
                    <a:cs typeface="Times New Roman" panose="02020603050405020304" pitchFamily="18" charset="0"/>
                  </a:rPr>
                  <a:t>t</a:t>
                </a:r>
              </a:p>
            </p:txBody>
          </p:sp>
          <p:cxnSp>
            <p:nvCxnSpPr>
              <p:cNvPr id="37" name="AutoShape 71">
                <a:extLst>
                  <a:ext uri="{FF2B5EF4-FFF2-40B4-BE49-F238E27FC236}">
                    <a16:creationId xmlns:a16="http://schemas.microsoft.com/office/drawing/2014/main" id="{3568D5B8-82F9-02E7-2A74-18A885014B1A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304165" y="931545"/>
                <a:ext cx="6906895" cy="1270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wpc="http://schemas.microsoft.com/office/word/2010/wordprocessingCanvas" xmlns:cx="http://schemas.microsoft.com/office/drawing/2014/chartex" xmlns:cx1="http://schemas.microsoft.com/office/drawing/2015/9/8/chartex" xmlns:mc="http://schemas.openxmlformats.org/markup-compatibility/2006" xmlns:m="http://schemas.openxmlformats.org/officeDocument/2006/math" xmlns:wp14="http://schemas.microsoft.com/office/word/2010/wordprocessingDrawing" xmlns:wp="http://schemas.openxmlformats.org/drawingml/2006/wordprocessingDrawing" xmlns:w14="http://schemas.microsoft.com/office/word/2010/wordml" xmlns:w15="http://schemas.microsoft.com/office/word/2012/wordml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 xmlns:mo="http://schemas.microsoft.com/office/mac/office/2008/main" xmlns:mv="urn:schemas-microsoft-com:mac:vml" xmlns:o="urn:schemas-microsoft-com:office:office" xmlns:v="urn:schemas-microsoft-com:vml" xmlns:w10="urn:schemas-microsoft-com:office:word" xmlns:w="http://schemas.openxmlformats.org/wordprocessingml/2006/main" xmlns:a14="http://schemas.microsoft.com/office/drawing/2010/main" xmlns:lc="http://schemas.openxmlformats.org/drawingml/2006/lockedCanvas">
                    <a:noFill/>
                  </a14:hiddenFill>
                </a:ext>
              </a:extLst>
            </p:spPr>
          </p:cxnSp>
          <p:cxnSp>
            <p:nvCxnSpPr>
              <p:cNvPr id="38" name="AutoShape 73">
                <a:extLst>
                  <a:ext uri="{FF2B5EF4-FFF2-40B4-BE49-F238E27FC236}">
                    <a16:creationId xmlns:a16="http://schemas.microsoft.com/office/drawing/2014/main" id="{68F8F4AA-938B-1BA1-27A0-E5FD197BE2FE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>
                <a:off x="342900" y="0"/>
                <a:ext cx="38735" cy="165354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wpc="http://schemas.microsoft.com/office/word/2010/wordprocessingCanvas" xmlns:cx="http://schemas.microsoft.com/office/drawing/2014/chartex" xmlns:cx1="http://schemas.microsoft.com/office/drawing/2015/9/8/chartex" xmlns:mc="http://schemas.openxmlformats.org/markup-compatibility/2006" xmlns:m="http://schemas.openxmlformats.org/officeDocument/2006/math" xmlns:wp14="http://schemas.microsoft.com/office/word/2010/wordprocessingDrawing" xmlns:wp="http://schemas.openxmlformats.org/drawingml/2006/wordprocessingDrawing" xmlns:w14="http://schemas.microsoft.com/office/word/2010/wordml" xmlns:w15="http://schemas.microsoft.com/office/word/2012/wordml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 xmlns:mo="http://schemas.microsoft.com/office/mac/office/2008/main" xmlns:mv="urn:schemas-microsoft-com:mac:vml" xmlns:o="urn:schemas-microsoft-com:office:office" xmlns:v="urn:schemas-microsoft-com:vml" xmlns:w10="urn:schemas-microsoft-com:office:word" xmlns:w="http://schemas.openxmlformats.org/wordprocessingml/2006/main" xmlns:a14="http://schemas.microsoft.com/office/drawing/2010/main" xmlns:lc="http://schemas.openxmlformats.org/drawingml/2006/lockedCanvas">
                    <a:noFill/>
                  </a14:hiddenFill>
                </a:ext>
              </a:extLst>
            </p:spPr>
          </p:cxnSp>
          <p:sp>
            <p:nvSpPr>
              <p:cNvPr id="39" name="Text Box 76">
                <a:extLst>
                  <a:ext uri="{FF2B5EF4-FFF2-40B4-BE49-F238E27FC236}">
                    <a16:creationId xmlns:a16="http://schemas.microsoft.com/office/drawing/2014/main" id="{5B61E76D-1AA7-F19D-F667-B0F31BA9CF5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-19482" y="889000"/>
                <a:ext cx="375920" cy="4203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wpc="http://schemas.microsoft.com/office/word/2010/wordprocessingCanvas" xmlns:cx="http://schemas.microsoft.com/office/drawing/2014/chartex" xmlns:cx1="http://schemas.microsoft.com/office/drawing/2015/9/8/chartex" xmlns:mc="http://schemas.openxmlformats.org/markup-compatibility/2006" xmlns:m="http://schemas.openxmlformats.org/officeDocument/2006/math" xmlns:wp14="http://schemas.microsoft.com/office/word/2010/wordprocessingDrawing" xmlns:wp="http://schemas.openxmlformats.org/drawingml/2006/wordprocessingDrawing" xmlns:w14="http://schemas.microsoft.com/office/word/2010/wordml" xmlns:w15="http://schemas.microsoft.com/office/word/2012/wordml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 xmlns:mo="http://schemas.microsoft.com/office/mac/office/2008/main" xmlns:mv="urn:schemas-microsoft-com:mac:vml" xmlns:o="urn:schemas-microsoft-com:office:office" xmlns:v="urn:schemas-microsoft-com:vml" xmlns:w10="urn:schemas-microsoft-com:office:word" xmlns:w="http://schemas.openxmlformats.org/wordprocessingml/2006/main" xmlns:a14="http://schemas.microsoft.com/office/drawing/2010/main" xmlns:lc="http://schemas.openxmlformats.org/drawingml/2006/lockedCanvas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wpc="http://schemas.microsoft.com/office/word/2010/wordprocessingCanvas" xmlns:cx="http://schemas.microsoft.com/office/drawing/2014/chartex" xmlns:cx1="http://schemas.microsoft.com/office/drawing/2015/9/8/chartex" xmlns:mc="http://schemas.openxmlformats.org/markup-compatibility/2006" xmlns:m="http://schemas.openxmlformats.org/officeDocument/2006/math" xmlns:wp14="http://schemas.microsoft.com/office/word/2010/wordprocessingDrawing" xmlns:wp="http://schemas.openxmlformats.org/drawingml/2006/wordprocessingDrawing" xmlns:w14="http://schemas.microsoft.com/office/word/2010/wordml" xmlns:w15="http://schemas.microsoft.com/office/word/2012/wordml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 xmlns:mo="http://schemas.microsoft.com/office/mac/office/2008/main" xmlns:mv="urn:schemas-microsoft-com:mac:vml" xmlns:o="urn:schemas-microsoft-com:office:office" xmlns:v="urn:schemas-microsoft-com:vml" xmlns:w10="urn:schemas-microsoft-com:office:word" xmlns:w="http://schemas.openxmlformats.org/wordprocessingml/2006/main" xmlns:a14="http://schemas.microsoft.com/office/drawing/2010/main" xmlns:lc="http://schemas.openxmlformats.org/drawingml/2006/lockedCanvas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pPr marL="0" marR="0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</a:pPr>
                <a:r>
                  <a:rPr lang="en-US" b="1" dirty="0">
                    <a:solidFill>
                      <a:srgbClr val="0070C0"/>
                    </a:solidFill>
                    <a:effectLst/>
                    <a:latin typeface="Calibri" panose="020F0502020204030204" pitchFamily="34" charset="0"/>
                    <a:ea typeface="MS Mincho" panose="02020609040205080304" pitchFamily="49" charset="-128"/>
                    <a:cs typeface="Times New Roman" panose="02020603050405020304" pitchFamily="18" charset="0"/>
                    <a:sym typeface="Symbol" panose="05050102010706020507" pitchFamily="18" charset="2"/>
                  </a:rPr>
                  <a:t></a:t>
                </a:r>
                <a:endParaRPr lang="en-US" b="1" dirty="0">
                  <a:solidFill>
                    <a:srgbClr val="0070C0"/>
                  </a:solidFill>
                  <a:effectLst/>
                  <a:latin typeface="Calibri" panose="020F0502020204030204" pitchFamily="34" charset="0"/>
                  <a:ea typeface="MS Mincho" panose="02020609040205080304" pitchFamily="49" charset="-128"/>
                  <a:cs typeface="Times New Roman" panose="02020603050405020304" pitchFamily="18" charset="0"/>
                </a:endParaRPr>
              </a:p>
            </p:txBody>
          </p:sp>
        </p:grpSp>
      </p:grp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55B29DC2-4B4A-1838-E1E1-1FB25ECD16A4}"/>
              </a:ext>
            </a:extLst>
          </p:cNvPr>
          <p:cNvCxnSpPr>
            <a:cxnSpLocks/>
          </p:cNvCxnSpPr>
          <p:nvPr/>
        </p:nvCxnSpPr>
        <p:spPr>
          <a:xfrm>
            <a:off x="4455384" y="1740323"/>
            <a:ext cx="20547" cy="58950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89014AD4-3E16-3A4B-FC6A-1BB96BFBCEC3}"/>
              </a:ext>
            </a:extLst>
          </p:cNvPr>
          <p:cNvCxnSpPr/>
          <p:nvPr/>
        </p:nvCxnSpPr>
        <p:spPr>
          <a:xfrm flipH="1">
            <a:off x="6617490" y="1536171"/>
            <a:ext cx="79513" cy="59566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E126C2D9-742B-4685-F793-DDE0736FF698}"/>
              </a:ext>
            </a:extLst>
          </p:cNvPr>
          <p:cNvCxnSpPr/>
          <p:nvPr/>
        </p:nvCxnSpPr>
        <p:spPr>
          <a:xfrm flipH="1">
            <a:off x="3437356" y="1454070"/>
            <a:ext cx="79513" cy="59566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926FA2CE-6BBF-659E-0CE4-343DA4A32C94}"/>
              </a:ext>
            </a:extLst>
          </p:cNvPr>
          <p:cNvCxnSpPr/>
          <p:nvPr/>
        </p:nvCxnSpPr>
        <p:spPr>
          <a:xfrm flipH="1">
            <a:off x="7602945" y="1814319"/>
            <a:ext cx="79513" cy="59566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917D15B2-9A6D-9877-F1FB-722D98DAFC29}"/>
              </a:ext>
            </a:extLst>
          </p:cNvPr>
          <p:cNvCxnSpPr/>
          <p:nvPr/>
        </p:nvCxnSpPr>
        <p:spPr>
          <a:xfrm flipH="1">
            <a:off x="1277510" y="1373931"/>
            <a:ext cx="79513" cy="59566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1D21DC45-EA9D-081E-115C-9F95A6DB8FD3}"/>
              </a:ext>
            </a:extLst>
          </p:cNvPr>
          <p:cNvCxnSpPr/>
          <p:nvPr/>
        </p:nvCxnSpPr>
        <p:spPr>
          <a:xfrm flipH="1">
            <a:off x="1429910" y="1526331"/>
            <a:ext cx="79513" cy="59566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066552D9-ABB9-82D8-B600-0A528621125E}"/>
              </a:ext>
            </a:extLst>
          </p:cNvPr>
          <p:cNvCxnSpPr/>
          <p:nvPr/>
        </p:nvCxnSpPr>
        <p:spPr>
          <a:xfrm flipH="1">
            <a:off x="1582310" y="1678731"/>
            <a:ext cx="79513" cy="59566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Arc 49">
            <a:extLst>
              <a:ext uri="{FF2B5EF4-FFF2-40B4-BE49-F238E27FC236}">
                <a16:creationId xmlns:a16="http://schemas.microsoft.com/office/drawing/2014/main" id="{2B151C96-B952-077F-1AA7-47B29FC08891}"/>
              </a:ext>
            </a:extLst>
          </p:cNvPr>
          <p:cNvSpPr/>
          <p:nvPr/>
        </p:nvSpPr>
        <p:spPr>
          <a:xfrm>
            <a:off x="9477920" y="2826194"/>
            <a:ext cx="783772" cy="843802"/>
          </a:xfrm>
          <a:prstGeom prst="arc">
            <a:avLst/>
          </a:prstGeom>
          <a:ln w="25400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Arc 51">
            <a:extLst>
              <a:ext uri="{FF2B5EF4-FFF2-40B4-BE49-F238E27FC236}">
                <a16:creationId xmlns:a16="http://schemas.microsoft.com/office/drawing/2014/main" id="{D6B3A268-208C-4C43-5BC7-B6EABF81FE6B}"/>
              </a:ext>
            </a:extLst>
          </p:cNvPr>
          <p:cNvSpPr/>
          <p:nvPr/>
        </p:nvSpPr>
        <p:spPr>
          <a:xfrm>
            <a:off x="9744518" y="2759849"/>
            <a:ext cx="783772" cy="843802"/>
          </a:xfrm>
          <a:prstGeom prst="arc">
            <a:avLst/>
          </a:prstGeom>
          <a:ln w="25400">
            <a:solidFill>
              <a:srgbClr val="FF0000"/>
            </a:solidFill>
            <a:headEnd type="triangl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219738C-3FAC-69A7-453D-B174E7C4D60B}"/>
              </a:ext>
            </a:extLst>
          </p:cNvPr>
          <p:cNvSpPr txBox="1"/>
          <p:nvPr/>
        </p:nvSpPr>
        <p:spPr>
          <a:xfrm>
            <a:off x="11645233" y="3862808"/>
            <a:ext cx="8573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Ext</a:t>
            </a:r>
          </a:p>
        </p:txBody>
      </p:sp>
      <p:sp>
        <p:nvSpPr>
          <p:cNvPr id="56" name="Arc 55">
            <a:extLst>
              <a:ext uri="{FF2B5EF4-FFF2-40B4-BE49-F238E27FC236}">
                <a16:creationId xmlns:a16="http://schemas.microsoft.com/office/drawing/2014/main" id="{37DAB839-90C0-A398-01E9-47F17F246F94}"/>
              </a:ext>
            </a:extLst>
          </p:cNvPr>
          <p:cNvSpPr/>
          <p:nvPr/>
        </p:nvSpPr>
        <p:spPr>
          <a:xfrm>
            <a:off x="9009249" y="4241442"/>
            <a:ext cx="783772" cy="843802"/>
          </a:xfrm>
          <a:prstGeom prst="arc">
            <a:avLst/>
          </a:prstGeom>
          <a:noFill/>
          <a:ln w="25400">
            <a:solidFill>
              <a:srgbClr val="0070C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8" name="Arc 57">
            <a:extLst>
              <a:ext uri="{FF2B5EF4-FFF2-40B4-BE49-F238E27FC236}">
                <a16:creationId xmlns:a16="http://schemas.microsoft.com/office/drawing/2014/main" id="{912D13BA-6000-8EBD-2304-A8207AE3554E}"/>
              </a:ext>
            </a:extLst>
          </p:cNvPr>
          <p:cNvSpPr/>
          <p:nvPr/>
        </p:nvSpPr>
        <p:spPr>
          <a:xfrm>
            <a:off x="9856430" y="2640057"/>
            <a:ext cx="783772" cy="843802"/>
          </a:xfrm>
          <a:prstGeom prst="arc">
            <a:avLst/>
          </a:prstGeom>
          <a:ln w="25400">
            <a:solidFill>
              <a:srgbClr val="FF0000"/>
            </a:solidFill>
            <a:headEnd type="triangl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75963B6-9BAB-BE0D-556C-8BC20D2D4E9B}"/>
              </a:ext>
            </a:extLst>
          </p:cNvPr>
          <p:cNvSpPr txBox="1"/>
          <p:nvPr/>
        </p:nvSpPr>
        <p:spPr>
          <a:xfrm>
            <a:off x="11621385" y="2974859"/>
            <a:ext cx="7536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Flex</a:t>
            </a:r>
          </a:p>
        </p:txBody>
      </p:sp>
      <p:sp>
        <p:nvSpPr>
          <p:cNvPr id="62" name="Arc 61">
            <a:extLst>
              <a:ext uri="{FF2B5EF4-FFF2-40B4-BE49-F238E27FC236}">
                <a16:creationId xmlns:a16="http://schemas.microsoft.com/office/drawing/2014/main" id="{7E2B3E22-3FD9-0672-5CCE-5DE44523D70B}"/>
              </a:ext>
            </a:extLst>
          </p:cNvPr>
          <p:cNvSpPr/>
          <p:nvPr/>
        </p:nvSpPr>
        <p:spPr>
          <a:xfrm>
            <a:off x="9146969" y="2999195"/>
            <a:ext cx="783772" cy="843802"/>
          </a:xfrm>
          <a:prstGeom prst="arc">
            <a:avLst/>
          </a:prstGeom>
          <a:ln w="25400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4" name="Arc 63">
            <a:extLst>
              <a:ext uri="{FF2B5EF4-FFF2-40B4-BE49-F238E27FC236}">
                <a16:creationId xmlns:a16="http://schemas.microsoft.com/office/drawing/2014/main" id="{9379CB91-F62A-3E24-B82F-515206648771}"/>
              </a:ext>
            </a:extLst>
          </p:cNvPr>
          <p:cNvSpPr/>
          <p:nvPr/>
        </p:nvSpPr>
        <p:spPr>
          <a:xfrm>
            <a:off x="10389482" y="3631855"/>
            <a:ext cx="783772" cy="843802"/>
          </a:xfrm>
          <a:prstGeom prst="arc">
            <a:avLst/>
          </a:prstGeom>
          <a:ln w="25400">
            <a:solidFill>
              <a:srgbClr val="0070C0"/>
            </a:solidFill>
            <a:headEnd type="triangl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9B54981E-5FCB-DEC2-B467-0263D9B3972B}"/>
              </a:ext>
            </a:extLst>
          </p:cNvPr>
          <p:cNvSpPr txBox="1"/>
          <p:nvPr/>
        </p:nvSpPr>
        <p:spPr>
          <a:xfrm>
            <a:off x="11275986" y="3865641"/>
            <a:ext cx="7536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Ext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0C836DE7-FDE0-F25A-658E-3206B0FFE8CE}"/>
              </a:ext>
            </a:extLst>
          </p:cNvPr>
          <p:cNvSpPr txBox="1"/>
          <p:nvPr/>
        </p:nvSpPr>
        <p:spPr>
          <a:xfrm>
            <a:off x="11657513" y="1944913"/>
            <a:ext cx="7536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Ext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329A83D2-7198-BACC-89C1-F102CD107C32}"/>
              </a:ext>
            </a:extLst>
          </p:cNvPr>
          <p:cNvSpPr txBox="1"/>
          <p:nvPr/>
        </p:nvSpPr>
        <p:spPr>
          <a:xfrm>
            <a:off x="11621386" y="2614949"/>
            <a:ext cx="7536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Flex</a:t>
            </a:r>
          </a:p>
        </p:txBody>
      </p:sp>
      <p:sp>
        <p:nvSpPr>
          <p:cNvPr id="72" name="Arc 71">
            <a:extLst>
              <a:ext uri="{FF2B5EF4-FFF2-40B4-BE49-F238E27FC236}">
                <a16:creationId xmlns:a16="http://schemas.microsoft.com/office/drawing/2014/main" id="{6F06B890-6EFB-5ECC-279C-6FD8B521D241}"/>
              </a:ext>
            </a:extLst>
          </p:cNvPr>
          <p:cNvSpPr/>
          <p:nvPr/>
        </p:nvSpPr>
        <p:spPr>
          <a:xfrm>
            <a:off x="9629478" y="3915003"/>
            <a:ext cx="783772" cy="843802"/>
          </a:xfrm>
          <a:prstGeom prst="arc">
            <a:avLst/>
          </a:prstGeom>
          <a:noFill/>
          <a:ln w="25400">
            <a:solidFill>
              <a:srgbClr val="0070C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4" name="Arc 73">
            <a:extLst>
              <a:ext uri="{FF2B5EF4-FFF2-40B4-BE49-F238E27FC236}">
                <a16:creationId xmlns:a16="http://schemas.microsoft.com/office/drawing/2014/main" id="{2E96ED0A-005F-9DB6-62F9-F6B19AC9503F}"/>
              </a:ext>
            </a:extLst>
          </p:cNvPr>
          <p:cNvSpPr/>
          <p:nvPr/>
        </p:nvSpPr>
        <p:spPr>
          <a:xfrm>
            <a:off x="10033473" y="3758231"/>
            <a:ext cx="783772" cy="843802"/>
          </a:xfrm>
          <a:prstGeom prst="arc">
            <a:avLst/>
          </a:prstGeom>
          <a:ln w="25400">
            <a:solidFill>
              <a:srgbClr val="0070C0"/>
            </a:solidFill>
            <a:headEnd type="triangl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6" name="Arc 75">
            <a:extLst>
              <a:ext uri="{FF2B5EF4-FFF2-40B4-BE49-F238E27FC236}">
                <a16:creationId xmlns:a16="http://schemas.microsoft.com/office/drawing/2014/main" id="{78B31250-736F-DC18-2F3D-C372D030C603}"/>
              </a:ext>
            </a:extLst>
          </p:cNvPr>
          <p:cNvSpPr/>
          <p:nvPr/>
        </p:nvSpPr>
        <p:spPr>
          <a:xfrm>
            <a:off x="9237592" y="4075705"/>
            <a:ext cx="783772" cy="783771"/>
          </a:xfrm>
          <a:prstGeom prst="arc">
            <a:avLst/>
          </a:prstGeom>
          <a:noFill/>
          <a:ln w="25400">
            <a:solidFill>
              <a:srgbClr val="0070C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8" name="Arc 77">
            <a:extLst>
              <a:ext uri="{FF2B5EF4-FFF2-40B4-BE49-F238E27FC236}">
                <a16:creationId xmlns:a16="http://schemas.microsoft.com/office/drawing/2014/main" id="{412E8F8C-D9E3-AB52-8696-DF8794184090}"/>
              </a:ext>
            </a:extLst>
          </p:cNvPr>
          <p:cNvSpPr/>
          <p:nvPr/>
        </p:nvSpPr>
        <p:spPr>
          <a:xfrm>
            <a:off x="9856430" y="3806384"/>
            <a:ext cx="783772" cy="783771"/>
          </a:xfrm>
          <a:prstGeom prst="arc">
            <a:avLst/>
          </a:prstGeom>
          <a:noFill/>
          <a:ln w="25400">
            <a:solidFill>
              <a:srgbClr val="0070C0"/>
            </a:solidFill>
            <a:headEnd type="triangl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3763D0C8-0EBA-CDF9-A7D8-C421A631E922}"/>
              </a:ext>
            </a:extLst>
          </p:cNvPr>
          <p:cNvSpPr txBox="1"/>
          <p:nvPr/>
        </p:nvSpPr>
        <p:spPr>
          <a:xfrm>
            <a:off x="11627558" y="2311420"/>
            <a:ext cx="8573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Ext</a:t>
            </a:r>
          </a:p>
        </p:txBody>
      </p:sp>
      <p:sp>
        <p:nvSpPr>
          <p:cNvPr id="82" name="Arc 81">
            <a:extLst>
              <a:ext uri="{FF2B5EF4-FFF2-40B4-BE49-F238E27FC236}">
                <a16:creationId xmlns:a16="http://schemas.microsoft.com/office/drawing/2014/main" id="{2D13B75F-BD45-F3CF-7A77-02C470303524}"/>
              </a:ext>
            </a:extLst>
          </p:cNvPr>
          <p:cNvSpPr/>
          <p:nvPr/>
        </p:nvSpPr>
        <p:spPr>
          <a:xfrm>
            <a:off x="8961318" y="3100980"/>
            <a:ext cx="783772" cy="783771"/>
          </a:xfrm>
          <a:prstGeom prst="arc">
            <a:avLst/>
          </a:prstGeom>
          <a:ln w="25400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4" name="Arc 83">
            <a:extLst>
              <a:ext uri="{FF2B5EF4-FFF2-40B4-BE49-F238E27FC236}">
                <a16:creationId xmlns:a16="http://schemas.microsoft.com/office/drawing/2014/main" id="{36030CD2-A292-7F0C-360E-E411C25A78AF}"/>
              </a:ext>
            </a:extLst>
          </p:cNvPr>
          <p:cNvSpPr/>
          <p:nvPr/>
        </p:nvSpPr>
        <p:spPr>
          <a:xfrm>
            <a:off x="10263929" y="2477707"/>
            <a:ext cx="783772" cy="783771"/>
          </a:xfrm>
          <a:prstGeom prst="arc">
            <a:avLst/>
          </a:prstGeom>
          <a:ln w="25400">
            <a:solidFill>
              <a:srgbClr val="FF0000"/>
            </a:solidFill>
            <a:headEnd type="triangl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F3F1F61F-8CD3-7D34-92D9-2981146256DD}"/>
              </a:ext>
            </a:extLst>
          </p:cNvPr>
          <p:cNvSpPr txBox="1"/>
          <p:nvPr/>
        </p:nvSpPr>
        <p:spPr>
          <a:xfrm>
            <a:off x="11047701" y="2943407"/>
            <a:ext cx="7536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Flex</a:t>
            </a:r>
          </a:p>
        </p:txBody>
      </p:sp>
      <p:sp>
        <p:nvSpPr>
          <p:cNvPr id="88" name="Arc 87">
            <a:extLst>
              <a:ext uri="{FF2B5EF4-FFF2-40B4-BE49-F238E27FC236}">
                <a16:creationId xmlns:a16="http://schemas.microsoft.com/office/drawing/2014/main" id="{721669A8-D3D2-BA74-2C4C-99C6A202732B}"/>
              </a:ext>
            </a:extLst>
          </p:cNvPr>
          <p:cNvSpPr/>
          <p:nvPr/>
        </p:nvSpPr>
        <p:spPr>
          <a:xfrm>
            <a:off x="9320759" y="2909291"/>
            <a:ext cx="783772" cy="783771"/>
          </a:xfrm>
          <a:prstGeom prst="arc">
            <a:avLst/>
          </a:prstGeom>
          <a:ln w="25400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0" name="Arc 89">
            <a:extLst>
              <a:ext uri="{FF2B5EF4-FFF2-40B4-BE49-F238E27FC236}">
                <a16:creationId xmlns:a16="http://schemas.microsoft.com/office/drawing/2014/main" id="{632FF020-1BBA-B818-42E9-BFC35F6F7EDD}"/>
              </a:ext>
            </a:extLst>
          </p:cNvPr>
          <p:cNvSpPr/>
          <p:nvPr/>
        </p:nvSpPr>
        <p:spPr>
          <a:xfrm>
            <a:off x="10079110" y="2557116"/>
            <a:ext cx="783772" cy="783771"/>
          </a:xfrm>
          <a:prstGeom prst="arc">
            <a:avLst/>
          </a:prstGeom>
          <a:ln w="25400">
            <a:solidFill>
              <a:srgbClr val="FF0000"/>
            </a:solidFill>
            <a:headEnd type="triangl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569BE92F-E24E-7D1F-071A-0D8102E26161}"/>
              </a:ext>
            </a:extLst>
          </p:cNvPr>
          <p:cNvSpPr txBox="1"/>
          <p:nvPr/>
        </p:nvSpPr>
        <p:spPr>
          <a:xfrm>
            <a:off x="11256605" y="1988433"/>
            <a:ext cx="7536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Ext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121DA424-1E7D-2DBB-5312-03127C10617A}"/>
              </a:ext>
            </a:extLst>
          </p:cNvPr>
          <p:cNvSpPr txBox="1"/>
          <p:nvPr/>
        </p:nvSpPr>
        <p:spPr>
          <a:xfrm>
            <a:off x="11232520" y="2270725"/>
            <a:ext cx="7536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Ext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11250189-7E28-70CA-A611-20BFD451328C}"/>
              </a:ext>
            </a:extLst>
          </p:cNvPr>
          <p:cNvSpPr txBox="1"/>
          <p:nvPr/>
        </p:nvSpPr>
        <p:spPr>
          <a:xfrm>
            <a:off x="11147266" y="2589841"/>
            <a:ext cx="7536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Flex</a:t>
            </a:r>
          </a:p>
        </p:txBody>
      </p:sp>
      <p:sp>
        <p:nvSpPr>
          <p:cNvPr id="98" name="Arc 97">
            <a:extLst>
              <a:ext uri="{FF2B5EF4-FFF2-40B4-BE49-F238E27FC236}">
                <a16:creationId xmlns:a16="http://schemas.microsoft.com/office/drawing/2014/main" id="{AE0D10AC-051C-9ACA-4F82-A27624C2B2AD}"/>
              </a:ext>
            </a:extLst>
          </p:cNvPr>
          <p:cNvSpPr/>
          <p:nvPr/>
        </p:nvSpPr>
        <p:spPr>
          <a:xfrm>
            <a:off x="9414635" y="4040528"/>
            <a:ext cx="783772" cy="783771"/>
          </a:xfrm>
          <a:prstGeom prst="arc">
            <a:avLst/>
          </a:prstGeom>
          <a:noFill/>
          <a:ln w="25400">
            <a:solidFill>
              <a:srgbClr val="0070C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0" name="Arc 99">
            <a:extLst>
              <a:ext uri="{FF2B5EF4-FFF2-40B4-BE49-F238E27FC236}">
                <a16:creationId xmlns:a16="http://schemas.microsoft.com/office/drawing/2014/main" id="{322A3F8C-3B99-E1D6-4D77-7225F0DF5736}"/>
              </a:ext>
            </a:extLst>
          </p:cNvPr>
          <p:cNvSpPr/>
          <p:nvPr/>
        </p:nvSpPr>
        <p:spPr>
          <a:xfrm>
            <a:off x="10248316" y="3728633"/>
            <a:ext cx="783772" cy="783771"/>
          </a:xfrm>
          <a:prstGeom prst="arc">
            <a:avLst/>
          </a:prstGeom>
          <a:ln w="25400">
            <a:solidFill>
              <a:srgbClr val="0070C0"/>
            </a:solidFill>
            <a:headEnd type="triangl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C287F2CE-E048-201F-D536-3D6C29AAB592}"/>
              </a:ext>
            </a:extLst>
          </p:cNvPr>
          <p:cNvSpPr txBox="1"/>
          <p:nvPr/>
        </p:nvSpPr>
        <p:spPr>
          <a:xfrm>
            <a:off x="11597589" y="4168076"/>
            <a:ext cx="7536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Flex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19F6F2A2-EB8F-BD0A-FDBD-B788827662D3}"/>
              </a:ext>
            </a:extLst>
          </p:cNvPr>
          <p:cNvSpPr txBox="1"/>
          <p:nvPr/>
        </p:nvSpPr>
        <p:spPr>
          <a:xfrm>
            <a:off x="11147265" y="4119865"/>
            <a:ext cx="7536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Flex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07A58B0F-3989-4749-FADF-0A58F3FA9213}"/>
              </a:ext>
            </a:extLst>
          </p:cNvPr>
          <p:cNvSpPr txBox="1"/>
          <p:nvPr/>
        </p:nvSpPr>
        <p:spPr>
          <a:xfrm>
            <a:off x="11032088" y="4463427"/>
            <a:ext cx="7536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Flex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842785C2-7EE0-A250-7B32-3485245CC836}"/>
              </a:ext>
            </a:extLst>
          </p:cNvPr>
          <p:cNvSpPr txBox="1"/>
          <p:nvPr/>
        </p:nvSpPr>
        <p:spPr>
          <a:xfrm>
            <a:off x="11679419" y="3593773"/>
            <a:ext cx="7536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Ext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32EBF560-3DE8-7CAC-0736-C04F06CEC0E0}"/>
              </a:ext>
            </a:extLst>
          </p:cNvPr>
          <p:cNvSpPr txBox="1"/>
          <p:nvPr/>
        </p:nvSpPr>
        <p:spPr>
          <a:xfrm>
            <a:off x="11253932" y="3583639"/>
            <a:ext cx="7536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Ext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B8136DE9-8366-39B7-2523-18FEB485FECD}"/>
              </a:ext>
            </a:extLst>
          </p:cNvPr>
          <p:cNvSpPr txBox="1"/>
          <p:nvPr/>
        </p:nvSpPr>
        <p:spPr>
          <a:xfrm>
            <a:off x="11574714" y="4478677"/>
            <a:ext cx="7536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Flex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1DF996B2-B21C-72DE-272B-786E653901CB}"/>
              </a:ext>
            </a:extLst>
          </p:cNvPr>
          <p:cNvSpPr txBox="1"/>
          <p:nvPr/>
        </p:nvSpPr>
        <p:spPr>
          <a:xfrm>
            <a:off x="9373117" y="56285"/>
            <a:ext cx="241261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Convention followed: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Flexion </a:t>
            </a:r>
            <a:r>
              <a:rPr lang="en-US" sz="1600" i="1" dirty="0"/>
              <a:t>negative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extension </a:t>
            </a:r>
            <a:r>
              <a:rPr lang="en-US" sz="1600" i="1" dirty="0"/>
              <a:t>positive </a:t>
            </a:r>
          </a:p>
        </p:txBody>
      </p:sp>
      <p:sp>
        <p:nvSpPr>
          <p:cNvPr id="115" name="Text Box 76">
            <a:extLst>
              <a:ext uri="{FF2B5EF4-FFF2-40B4-BE49-F238E27FC236}">
                <a16:creationId xmlns:a16="http://schemas.microsoft.com/office/drawing/2014/main" id="{219FE0B1-D7A4-4CBF-2E9D-9D784DDE33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45382" y="2110479"/>
            <a:ext cx="375920" cy="4203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lc="http://schemas.openxmlformats.org/drawingml/2006/lockedCanvas" xmlns:a14="http://schemas.microsoft.com/office/drawing/2010/main" xmlns:w="http://schemas.openxmlformats.org/wordprocessingml/2006/main" xmlns:w10="urn:schemas-microsoft-com:office:word" xmlns:v="urn:schemas-microsoft-com:vml" xmlns:o="urn:schemas-microsoft-com:office:office" xmlns:mv="urn:schemas-microsoft-com:mac:vml" xmlns:mo="http://schemas.microsoft.com/office/mac/office/2008/main" xmlns:wps="http://schemas.microsoft.com/office/word/2010/wordprocessingShape" xmlns:wne="http://schemas.microsoft.com/office/word/2006/wordml" xmlns:wpi="http://schemas.microsoft.com/office/word/2010/wordprocessingInk" xmlns:wpg="http://schemas.microsoft.com/office/word/2010/wordprocessingGroup" xmlns:w16se="http://schemas.microsoft.com/office/word/2015/wordml/symex" xmlns:w15="http://schemas.microsoft.com/office/word/2012/wordml" xmlns:w14="http://schemas.microsoft.com/office/word/2010/wordml" xmlns:wp="http://schemas.openxmlformats.org/drawingml/2006/wordprocessingDrawing" xmlns:wp14="http://schemas.microsoft.com/office/word/2010/wordprocessingDrawing" xmlns:m="http://schemas.openxmlformats.org/officeDocument/2006/math" xmlns:mc="http://schemas.openxmlformats.org/markup-compatibility/2006" xmlns:cx1="http://schemas.microsoft.com/office/drawing/2015/9/8/chartex" xmlns:cx="http://schemas.microsoft.com/office/drawing/2014/chartex" xmlns:wpc="http://schemas.microsoft.com/office/word/2010/wordprocessingCanvas" xmlns="">
                <a:solidFill>
                  <a:srgbClr val="FFFFFF"/>
                </a:solidFill>
              </a14:hiddenFill>
            </a:ext>
            <a:ext uri="{91240B29-F687-4f45-9708-019B960494DF}">
              <a14:hiddenLine xmlns:lc="http://schemas.openxmlformats.org/drawingml/2006/lockedCanvas" xmlns:a14="http://schemas.microsoft.com/office/drawing/2010/main" xmlns:w="http://schemas.openxmlformats.org/wordprocessingml/2006/main" xmlns:w10="urn:schemas-microsoft-com:office:word" xmlns:v="urn:schemas-microsoft-com:vml" xmlns:o="urn:schemas-microsoft-com:office:office" xmlns:mv="urn:schemas-microsoft-com:mac:vml" xmlns:mo="http://schemas.microsoft.com/office/mac/office/2008/main" xmlns:wps="http://schemas.microsoft.com/office/word/2010/wordprocessingShape" xmlns:wne="http://schemas.microsoft.com/office/word/2006/wordml" xmlns:wpi="http://schemas.microsoft.com/office/word/2010/wordprocessingInk" xmlns:wpg="http://schemas.microsoft.com/office/word/2010/wordprocessingGroup" xmlns:w16se="http://schemas.microsoft.com/office/word/2015/wordml/symex" xmlns:w15="http://schemas.microsoft.com/office/word/2012/wordml" xmlns:w14="http://schemas.microsoft.com/office/word/2010/wordml" xmlns:wp="http://schemas.openxmlformats.org/drawingml/2006/wordprocessingDrawing" xmlns:wp14="http://schemas.microsoft.com/office/word/2010/wordprocessingDrawing" xmlns:m="http://schemas.openxmlformats.org/officeDocument/2006/math" xmlns:mc="http://schemas.openxmlformats.org/markup-compatibility/2006" xmlns:cx1="http://schemas.microsoft.com/office/drawing/2015/9/8/chartex" xmlns:cx="http://schemas.microsoft.com/office/drawing/2014/chartex" xmlns:wpc="http://schemas.microsoft.com/office/word/2010/wordprocessingCanvas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b="1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  <a:sym typeface="Symbol" panose="05050102010706020507" pitchFamily="18" charset="2"/>
              </a:rPr>
              <a:t></a:t>
            </a:r>
            <a:endParaRPr lang="en-US" b="1" dirty="0">
              <a:solidFill>
                <a:srgbClr val="FF0000"/>
              </a:solidFill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117" name="Text Box 76">
            <a:extLst>
              <a:ext uri="{FF2B5EF4-FFF2-40B4-BE49-F238E27FC236}">
                <a16:creationId xmlns:a16="http://schemas.microsoft.com/office/drawing/2014/main" id="{5F5F68FB-604B-DE2E-8F58-501555DDAF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86459" y="3506441"/>
            <a:ext cx="377406" cy="4050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lc="http://schemas.openxmlformats.org/drawingml/2006/lockedCanvas" xmlns:a14="http://schemas.microsoft.com/office/drawing/2010/main" xmlns:w="http://schemas.openxmlformats.org/wordprocessingml/2006/main" xmlns:w10="urn:schemas-microsoft-com:office:word" xmlns:v="urn:schemas-microsoft-com:vml" xmlns:o="urn:schemas-microsoft-com:office:office" xmlns:mv="urn:schemas-microsoft-com:mac:vml" xmlns:mo="http://schemas.microsoft.com/office/mac/office/2008/main" xmlns:wps="http://schemas.microsoft.com/office/word/2010/wordprocessingShape" xmlns:wne="http://schemas.microsoft.com/office/word/2006/wordml" xmlns:wpi="http://schemas.microsoft.com/office/word/2010/wordprocessingInk" xmlns:wpg="http://schemas.microsoft.com/office/word/2010/wordprocessingGroup" xmlns:w16se="http://schemas.microsoft.com/office/word/2015/wordml/symex" xmlns:w15="http://schemas.microsoft.com/office/word/2012/wordml" xmlns:w14="http://schemas.microsoft.com/office/word/2010/wordml" xmlns:wp="http://schemas.openxmlformats.org/drawingml/2006/wordprocessingDrawing" xmlns:wp14="http://schemas.microsoft.com/office/word/2010/wordprocessingDrawing" xmlns:m="http://schemas.openxmlformats.org/officeDocument/2006/math" xmlns:mc="http://schemas.openxmlformats.org/markup-compatibility/2006" xmlns:cx1="http://schemas.microsoft.com/office/drawing/2015/9/8/chartex" xmlns:cx="http://schemas.microsoft.com/office/drawing/2014/chartex" xmlns:wpc="http://schemas.microsoft.com/office/word/2010/wordprocessingCanvas" xmlns="">
                <a:solidFill>
                  <a:srgbClr val="FFFFFF"/>
                </a:solidFill>
              </a14:hiddenFill>
            </a:ext>
            <a:ext uri="{91240B29-F687-4f45-9708-019B960494DF}">
              <a14:hiddenLine xmlns:lc="http://schemas.openxmlformats.org/drawingml/2006/lockedCanvas" xmlns:a14="http://schemas.microsoft.com/office/drawing/2010/main" xmlns:w="http://schemas.openxmlformats.org/wordprocessingml/2006/main" xmlns:w10="urn:schemas-microsoft-com:office:word" xmlns:v="urn:schemas-microsoft-com:vml" xmlns:o="urn:schemas-microsoft-com:office:office" xmlns:mv="urn:schemas-microsoft-com:mac:vml" xmlns:mo="http://schemas.microsoft.com/office/mac/office/2008/main" xmlns:wps="http://schemas.microsoft.com/office/word/2010/wordprocessingShape" xmlns:wne="http://schemas.microsoft.com/office/word/2006/wordml" xmlns:wpi="http://schemas.microsoft.com/office/word/2010/wordprocessingInk" xmlns:wpg="http://schemas.microsoft.com/office/word/2010/wordprocessingGroup" xmlns:w16se="http://schemas.microsoft.com/office/word/2015/wordml/symex" xmlns:w15="http://schemas.microsoft.com/office/word/2012/wordml" xmlns:w14="http://schemas.microsoft.com/office/word/2010/wordml" xmlns:wp="http://schemas.openxmlformats.org/drawingml/2006/wordprocessingDrawing" xmlns:wp14="http://schemas.microsoft.com/office/word/2010/wordprocessingDrawing" xmlns:m="http://schemas.openxmlformats.org/officeDocument/2006/math" xmlns:mc="http://schemas.openxmlformats.org/markup-compatibility/2006" xmlns:cx1="http://schemas.microsoft.com/office/drawing/2015/9/8/chartex" xmlns:cx="http://schemas.microsoft.com/office/drawing/2014/chartex" xmlns:wpc="http://schemas.microsoft.com/office/word/2010/wordprocessingCanvas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b="1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  <a:sym typeface="Symbol" panose="05050102010706020507" pitchFamily="18" charset="2"/>
              </a:rPr>
              <a:t></a:t>
            </a:r>
            <a:endParaRPr lang="en-US" b="1" dirty="0">
              <a:solidFill>
                <a:srgbClr val="0070C0"/>
              </a:solidFill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53425CCD-8EE7-F203-CE3E-BC8C61B76360}"/>
              </a:ext>
            </a:extLst>
          </p:cNvPr>
          <p:cNvSpPr txBox="1"/>
          <p:nvPr/>
        </p:nvSpPr>
        <p:spPr>
          <a:xfrm>
            <a:off x="3180091" y="4038616"/>
            <a:ext cx="7398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sym typeface="Symbol" panose="05050102010706020507" pitchFamily="18" charset="2"/>
              </a:rPr>
              <a:t> = 0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2F727CE4-0915-957F-E4D4-47025BD2C94D}"/>
              </a:ext>
            </a:extLst>
          </p:cNvPr>
          <p:cNvSpPr txBox="1"/>
          <p:nvPr/>
        </p:nvSpPr>
        <p:spPr>
          <a:xfrm>
            <a:off x="9414635" y="5464867"/>
            <a:ext cx="1047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sym typeface="Symbol" panose="05050102010706020507" pitchFamily="18" charset="2"/>
              </a:rPr>
              <a:t></a:t>
            </a:r>
            <a:r>
              <a:rPr lang="en-US" sz="1200" dirty="0">
                <a:solidFill>
                  <a:srgbClr val="FF0000"/>
                </a:solidFill>
                <a:sym typeface="Symbol" panose="05050102010706020507" pitchFamily="18" charset="2"/>
              </a:rPr>
              <a:t>peak 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6AB69EFB-EA53-F4C1-4053-FFED835A00F9}"/>
              </a:ext>
            </a:extLst>
          </p:cNvPr>
          <p:cNvSpPr txBox="1"/>
          <p:nvPr/>
        </p:nvSpPr>
        <p:spPr>
          <a:xfrm>
            <a:off x="9365386" y="5763412"/>
            <a:ext cx="1047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sym typeface="Symbol" panose="05050102010706020507" pitchFamily="18" charset="2"/>
              </a:rPr>
              <a:t></a:t>
            </a:r>
            <a:r>
              <a:rPr lang="en-US" sz="1200" dirty="0">
                <a:solidFill>
                  <a:srgbClr val="FF0000"/>
                </a:solidFill>
                <a:sym typeface="Symbol" panose="05050102010706020507" pitchFamily="18" charset="2"/>
              </a:rPr>
              <a:t>peak 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9824578F-4A8A-C633-50B0-90860057858F}"/>
              </a:ext>
            </a:extLst>
          </p:cNvPr>
          <p:cNvSpPr txBox="1"/>
          <p:nvPr/>
        </p:nvSpPr>
        <p:spPr>
          <a:xfrm>
            <a:off x="9334237" y="6098045"/>
            <a:ext cx="1047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sym typeface="Symbol" panose="05050102010706020507" pitchFamily="18" charset="2"/>
              </a:rPr>
              <a:t></a:t>
            </a:r>
            <a:r>
              <a:rPr lang="en-US" sz="1200" dirty="0">
                <a:solidFill>
                  <a:srgbClr val="FF0000"/>
                </a:solidFill>
                <a:sym typeface="Symbol" panose="05050102010706020507" pitchFamily="18" charset="2"/>
              </a:rPr>
              <a:t>peak 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0CD524FC-BA00-A663-5DEA-4C6011483A18}"/>
              </a:ext>
            </a:extLst>
          </p:cNvPr>
          <p:cNvSpPr txBox="1"/>
          <p:nvPr/>
        </p:nvSpPr>
        <p:spPr>
          <a:xfrm>
            <a:off x="9310918" y="6325268"/>
            <a:ext cx="1047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sym typeface="Symbol" panose="05050102010706020507" pitchFamily="18" charset="2"/>
              </a:rPr>
              <a:t></a:t>
            </a:r>
            <a:r>
              <a:rPr lang="en-US" sz="1200" dirty="0">
                <a:solidFill>
                  <a:srgbClr val="FF0000"/>
                </a:solidFill>
                <a:sym typeface="Symbol" panose="05050102010706020507" pitchFamily="18" charset="2"/>
              </a:rPr>
              <a:t>peak 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226214C0-F587-3A59-024C-901D1EF02682}"/>
              </a:ext>
            </a:extLst>
          </p:cNvPr>
          <p:cNvSpPr txBox="1"/>
          <p:nvPr/>
        </p:nvSpPr>
        <p:spPr>
          <a:xfrm>
            <a:off x="10925730" y="5195868"/>
            <a:ext cx="7398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  <a:sym typeface="Symbol" panose="05050102010706020507" pitchFamily="18" charset="2"/>
              </a:rPr>
              <a:t>= 0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D6487D89-33B8-C4DA-94F3-B8B173A8A9CD}"/>
              </a:ext>
            </a:extLst>
          </p:cNvPr>
          <p:cNvSpPr txBox="1"/>
          <p:nvPr/>
        </p:nvSpPr>
        <p:spPr>
          <a:xfrm>
            <a:off x="10942371" y="5449421"/>
            <a:ext cx="7398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  <a:sym typeface="Symbol" panose="05050102010706020507" pitchFamily="18" charset="2"/>
              </a:rPr>
              <a:t>= 0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CE89DB31-C5A7-95A1-E583-D28F00E19616}"/>
              </a:ext>
            </a:extLst>
          </p:cNvPr>
          <p:cNvSpPr txBox="1"/>
          <p:nvPr/>
        </p:nvSpPr>
        <p:spPr>
          <a:xfrm>
            <a:off x="10939535" y="5657732"/>
            <a:ext cx="7398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  <a:sym typeface="Symbol" panose="05050102010706020507" pitchFamily="18" charset="2"/>
              </a:rPr>
              <a:t>= 0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538B8C81-4F10-BADA-935F-9258C2C41067}"/>
              </a:ext>
            </a:extLst>
          </p:cNvPr>
          <p:cNvSpPr txBox="1"/>
          <p:nvPr/>
        </p:nvSpPr>
        <p:spPr>
          <a:xfrm>
            <a:off x="10941206" y="5924409"/>
            <a:ext cx="7398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  <a:sym typeface="Symbol" panose="05050102010706020507" pitchFamily="18" charset="2"/>
              </a:rPr>
              <a:t>= 0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AED92C92-7214-5494-D661-E072BCBF0903}"/>
              </a:ext>
            </a:extLst>
          </p:cNvPr>
          <p:cNvSpPr txBox="1"/>
          <p:nvPr/>
        </p:nvSpPr>
        <p:spPr>
          <a:xfrm>
            <a:off x="7339742" y="4056776"/>
            <a:ext cx="7398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sym typeface="Symbol" panose="05050102010706020507" pitchFamily="18" charset="2"/>
              </a:rPr>
              <a:t> = 0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7D87DB38-198C-5232-8600-F05BBA5B5FAC}"/>
              </a:ext>
            </a:extLst>
          </p:cNvPr>
          <p:cNvSpPr txBox="1"/>
          <p:nvPr/>
        </p:nvSpPr>
        <p:spPr>
          <a:xfrm>
            <a:off x="10174606" y="5432601"/>
            <a:ext cx="7398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sym typeface="Symbol" panose="05050102010706020507" pitchFamily="18" charset="2"/>
              </a:rPr>
              <a:t> = 0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335E8B16-DA8F-5AE8-E6AE-DCA47211401E}"/>
              </a:ext>
            </a:extLst>
          </p:cNvPr>
          <p:cNvSpPr txBox="1"/>
          <p:nvPr/>
        </p:nvSpPr>
        <p:spPr>
          <a:xfrm>
            <a:off x="10327006" y="5585001"/>
            <a:ext cx="7398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sym typeface="Symbol" panose="05050102010706020507" pitchFamily="18" charset="2"/>
              </a:rPr>
              <a:t> = 0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43" name="Text Box 28">
            <a:extLst>
              <a:ext uri="{FF2B5EF4-FFF2-40B4-BE49-F238E27FC236}">
                <a16:creationId xmlns:a16="http://schemas.microsoft.com/office/drawing/2014/main" id="{B8CD69D0-8D86-B1DF-6FD3-235573C50B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13978" y="990683"/>
            <a:ext cx="214312" cy="254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+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5" name="Text Box 27">
            <a:extLst>
              <a:ext uri="{FF2B5EF4-FFF2-40B4-BE49-F238E27FC236}">
                <a16:creationId xmlns:a16="http://schemas.microsoft.com/office/drawing/2014/main" id="{FC8BF716-64E9-B9BB-2C11-423FD72075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81623" y="1374427"/>
            <a:ext cx="214312" cy="254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+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7" name="Text Box 28">
            <a:extLst>
              <a:ext uri="{FF2B5EF4-FFF2-40B4-BE49-F238E27FC236}">
                <a16:creationId xmlns:a16="http://schemas.microsoft.com/office/drawing/2014/main" id="{81951DC9-69E6-4CCC-F206-F3EE769421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46196" y="882427"/>
            <a:ext cx="214312" cy="254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+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9" name="Text Box 33">
            <a:extLst>
              <a:ext uri="{FF2B5EF4-FFF2-40B4-BE49-F238E27FC236}">
                <a16:creationId xmlns:a16="http://schemas.microsoft.com/office/drawing/2014/main" id="{6B091AF5-5724-A965-0901-82EBAA08A2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54294" y="1041410"/>
            <a:ext cx="214312" cy="254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-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1" name="Text Box 29">
            <a:extLst>
              <a:ext uri="{FF2B5EF4-FFF2-40B4-BE49-F238E27FC236}">
                <a16:creationId xmlns:a16="http://schemas.microsoft.com/office/drawing/2014/main" id="{8826EBFB-3D39-2B67-D101-D777F3AF04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61641" y="1665677"/>
            <a:ext cx="214312" cy="254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-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3" name="Text Box 29">
            <a:extLst>
              <a:ext uri="{FF2B5EF4-FFF2-40B4-BE49-F238E27FC236}">
                <a16:creationId xmlns:a16="http://schemas.microsoft.com/office/drawing/2014/main" id="{895991E4-09A5-13BE-7612-54A17F441B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027666" y="1426306"/>
            <a:ext cx="214312" cy="254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-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5" name="Text Box 29">
            <a:extLst>
              <a:ext uri="{FF2B5EF4-FFF2-40B4-BE49-F238E27FC236}">
                <a16:creationId xmlns:a16="http://schemas.microsoft.com/office/drawing/2014/main" id="{954B2E7B-18C8-E3D5-1146-EAC339BBF2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47654" y="1023150"/>
            <a:ext cx="214312" cy="254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-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7" name="Text Box 29">
            <a:extLst>
              <a:ext uri="{FF2B5EF4-FFF2-40B4-BE49-F238E27FC236}">
                <a16:creationId xmlns:a16="http://schemas.microsoft.com/office/drawing/2014/main" id="{51A041B0-6E3B-3C81-695B-B0DC7022D7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19910" y="1093386"/>
            <a:ext cx="214312" cy="254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-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9" name="Text Box 27">
            <a:extLst>
              <a:ext uri="{FF2B5EF4-FFF2-40B4-BE49-F238E27FC236}">
                <a16:creationId xmlns:a16="http://schemas.microsoft.com/office/drawing/2014/main" id="{01FB6A5A-F27A-78E4-0961-DFB7DE826F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77920" y="1813093"/>
            <a:ext cx="214312" cy="254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+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1" name="Text Box 27">
            <a:extLst>
              <a:ext uri="{FF2B5EF4-FFF2-40B4-BE49-F238E27FC236}">
                <a16:creationId xmlns:a16="http://schemas.microsoft.com/office/drawing/2014/main" id="{C602FCB0-617C-92AB-A2E7-0066AD40DE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97664" y="1282171"/>
            <a:ext cx="214312" cy="254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+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3" name="Text Box 27">
            <a:extLst>
              <a:ext uri="{FF2B5EF4-FFF2-40B4-BE49-F238E27FC236}">
                <a16:creationId xmlns:a16="http://schemas.microsoft.com/office/drawing/2014/main" id="{35AF8409-34A6-2E1D-37D3-845327D30B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95099" y="1592633"/>
            <a:ext cx="214312" cy="254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+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5" name="Text Box 27">
            <a:extLst>
              <a:ext uri="{FF2B5EF4-FFF2-40B4-BE49-F238E27FC236}">
                <a16:creationId xmlns:a16="http://schemas.microsoft.com/office/drawing/2014/main" id="{1D32257E-40FD-9F19-8DD2-5A68E19014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82326" y="1583109"/>
            <a:ext cx="214312" cy="254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+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7" name="Text Box 28">
            <a:extLst>
              <a:ext uri="{FF2B5EF4-FFF2-40B4-BE49-F238E27FC236}">
                <a16:creationId xmlns:a16="http://schemas.microsoft.com/office/drawing/2014/main" id="{2FC9B49E-D57E-1D3D-EDEE-6CDC411CDE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21147" y="1224460"/>
            <a:ext cx="214312" cy="254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+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9" name="Text Box 28">
            <a:extLst>
              <a:ext uri="{FF2B5EF4-FFF2-40B4-BE49-F238E27FC236}">
                <a16:creationId xmlns:a16="http://schemas.microsoft.com/office/drawing/2014/main" id="{7BEECCF0-7D22-485D-FBE4-9D0CF96AF7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73361" y="1215245"/>
            <a:ext cx="214312" cy="254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+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1" name="Text Box 28">
            <a:extLst>
              <a:ext uri="{FF2B5EF4-FFF2-40B4-BE49-F238E27FC236}">
                <a16:creationId xmlns:a16="http://schemas.microsoft.com/office/drawing/2014/main" id="{EDC0D412-3C6D-E8AC-AB12-7F53D3B90B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62249" y="1492141"/>
            <a:ext cx="214312" cy="254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+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3" name="Text Box 28">
            <a:extLst>
              <a:ext uri="{FF2B5EF4-FFF2-40B4-BE49-F238E27FC236}">
                <a16:creationId xmlns:a16="http://schemas.microsoft.com/office/drawing/2014/main" id="{5BCFD7C1-86A6-90D3-A6CC-1141FD5E9B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20961" y="1062845"/>
            <a:ext cx="214312" cy="254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+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5" name="Text Box 29">
            <a:extLst>
              <a:ext uri="{FF2B5EF4-FFF2-40B4-BE49-F238E27FC236}">
                <a16:creationId xmlns:a16="http://schemas.microsoft.com/office/drawing/2014/main" id="{082025F5-44A4-269C-A5E6-D15EE49ABD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00054" y="1175550"/>
            <a:ext cx="214312" cy="254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-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7" name="Text Box 29">
            <a:extLst>
              <a:ext uri="{FF2B5EF4-FFF2-40B4-BE49-F238E27FC236}">
                <a16:creationId xmlns:a16="http://schemas.microsoft.com/office/drawing/2014/main" id="{256E3D19-F17B-A3A5-8C8B-E740AA258D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52454" y="1327950"/>
            <a:ext cx="214312" cy="254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-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9" name="Text Box 29">
            <a:extLst>
              <a:ext uri="{FF2B5EF4-FFF2-40B4-BE49-F238E27FC236}">
                <a16:creationId xmlns:a16="http://schemas.microsoft.com/office/drawing/2014/main" id="{30483C93-7FB2-9308-81F1-ACE99582F1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14041" y="1818077"/>
            <a:ext cx="214312" cy="254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-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81" name="Text Box 29">
            <a:extLst>
              <a:ext uri="{FF2B5EF4-FFF2-40B4-BE49-F238E27FC236}">
                <a16:creationId xmlns:a16="http://schemas.microsoft.com/office/drawing/2014/main" id="{E9AA5FB3-AECB-489A-A4FA-F4AEEF3EBC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066441" y="1970477"/>
            <a:ext cx="214312" cy="254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-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83" name="Text Box 29">
            <a:extLst>
              <a:ext uri="{FF2B5EF4-FFF2-40B4-BE49-F238E27FC236}">
                <a16:creationId xmlns:a16="http://schemas.microsoft.com/office/drawing/2014/main" id="{7598A529-52AA-556F-015F-EBEB42C11E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19290" y="1645357"/>
            <a:ext cx="214312" cy="254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-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184" name="Straight Connector 183">
            <a:extLst>
              <a:ext uri="{FF2B5EF4-FFF2-40B4-BE49-F238E27FC236}">
                <a16:creationId xmlns:a16="http://schemas.microsoft.com/office/drawing/2014/main" id="{A358406C-9F01-8418-AA4F-66BD9D8632DD}"/>
              </a:ext>
            </a:extLst>
          </p:cNvPr>
          <p:cNvCxnSpPr/>
          <p:nvPr/>
        </p:nvCxnSpPr>
        <p:spPr>
          <a:xfrm>
            <a:off x="1404418" y="1342245"/>
            <a:ext cx="903563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85" name="Straight Connector 184">
            <a:extLst>
              <a:ext uri="{FF2B5EF4-FFF2-40B4-BE49-F238E27FC236}">
                <a16:creationId xmlns:a16="http://schemas.microsoft.com/office/drawing/2014/main" id="{1569323A-969A-95FF-A589-BED5C3D0C9FA}"/>
              </a:ext>
            </a:extLst>
          </p:cNvPr>
          <p:cNvCxnSpPr/>
          <p:nvPr/>
        </p:nvCxnSpPr>
        <p:spPr>
          <a:xfrm>
            <a:off x="1291096" y="1518683"/>
            <a:ext cx="903563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86" name="Straight Connector 185">
            <a:extLst>
              <a:ext uri="{FF2B5EF4-FFF2-40B4-BE49-F238E27FC236}">
                <a16:creationId xmlns:a16="http://schemas.microsoft.com/office/drawing/2014/main" id="{21FA928B-53C6-1560-0AC0-40AD7ED29AFD}"/>
              </a:ext>
            </a:extLst>
          </p:cNvPr>
          <p:cNvCxnSpPr/>
          <p:nvPr/>
        </p:nvCxnSpPr>
        <p:spPr>
          <a:xfrm>
            <a:off x="1230111" y="1187997"/>
            <a:ext cx="903563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87" name="Straight Connector 186">
            <a:extLst>
              <a:ext uri="{FF2B5EF4-FFF2-40B4-BE49-F238E27FC236}">
                <a16:creationId xmlns:a16="http://schemas.microsoft.com/office/drawing/2014/main" id="{7C430840-44D9-6807-DEDC-5996B203A031}"/>
              </a:ext>
            </a:extLst>
          </p:cNvPr>
          <p:cNvCxnSpPr>
            <a:cxnSpLocks/>
            <a:endCxn id="5" idx="0"/>
          </p:cNvCxnSpPr>
          <p:nvPr/>
        </p:nvCxnSpPr>
        <p:spPr>
          <a:xfrm flipV="1">
            <a:off x="2307981" y="2999194"/>
            <a:ext cx="349612" cy="1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88" name="Straight Connector 187">
            <a:extLst>
              <a:ext uri="{FF2B5EF4-FFF2-40B4-BE49-F238E27FC236}">
                <a16:creationId xmlns:a16="http://schemas.microsoft.com/office/drawing/2014/main" id="{2E7CFCAE-2738-E8DD-A577-B73BE1367C22}"/>
              </a:ext>
            </a:extLst>
          </p:cNvPr>
          <p:cNvCxnSpPr/>
          <p:nvPr/>
        </p:nvCxnSpPr>
        <p:spPr>
          <a:xfrm>
            <a:off x="1210041" y="941586"/>
            <a:ext cx="903563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89" name="Straight Connector 188">
            <a:extLst>
              <a:ext uri="{FF2B5EF4-FFF2-40B4-BE49-F238E27FC236}">
                <a16:creationId xmlns:a16="http://schemas.microsoft.com/office/drawing/2014/main" id="{5BE8542A-152B-BBA5-09D5-5A92AEB8EE7D}"/>
              </a:ext>
            </a:extLst>
          </p:cNvPr>
          <p:cNvCxnSpPr/>
          <p:nvPr/>
        </p:nvCxnSpPr>
        <p:spPr>
          <a:xfrm>
            <a:off x="1362441" y="1093986"/>
            <a:ext cx="903563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64" name="TextBox 163">
            <a:extLst>
              <a:ext uri="{FF2B5EF4-FFF2-40B4-BE49-F238E27FC236}">
                <a16:creationId xmlns:a16="http://schemas.microsoft.com/office/drawing/2014/main" id="{9966C44B-273A-CDB1-0DF0-3E7836E16CCE}"/>
              </a:ext>
            </a:extLst>
          </p:cNvPr>
          <p:cNvSpPr txBox="1"/>
          <p:nvPr/>
        </p:nvSpPr>
        <p:spPr>
          <a:xfrm>
            <a:off x="310308" y="216412"/>
            <a:ext cx="1119602" cy="370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jump</a:t>
            </a:r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E08589DF-BE22-FE4D-9975-2F5F20EF903A}"/>
              </a:ext>
            </a:extLst>
          </p:cNvPr>
          <p:cNvSpPr/>
          <p:nvPr/>
        </p:nvSpPr>
        <p:spPr>
          <a:xfrm flipV="1">
            <a:off x="288350" y="2003109"/>
            <a:ext cx="1275755" cy="594158"/>
          </a:xfrm>
          <a:custGeom>
            <a:avLst/>
            <a:gdLst>
              <a:gd name="connsiteX0" fmla="*/ 0 w 1750748"/>
              <a:gd name="connsiteY0" fmla="*/ 6002 h 740056"/>
              <a:gd name="connsiteX1" fmla="*/ 238125 w 1750748"/>
              <a:gd name="connsiteY1" fmla="*/ 25052 h 740056"/>
              <a:gd name="connsiteX2" fmla="*/ 666750 w 1750748"/>
              <a:gd name="connsiteY2" fmla="*/ 206027 h 740056"/>
              <a:gd name="connsiteX3" fmla="*/ 828675 w 1750748"/>
              <a:gd name="connsiteY3" fmla="*/ 491777 h 740056"/>
              <a:gd name="connsiteX4" fmla="*/ 1123950 w 1750748"/>
              <a:gd name="connsiteY4" fmla="*/ 691802 h 740056"/>
              <a:gd name="connsiteX5" fmla="*/ 1571625 w 1750748"/>
              <a:gd name="connsiteY5" fmla="*/ 739427 h 740056"/>
              <a:gd name="connsiteX6" fmla="*/ 1743075 w 1750748"/>
              <a:gd name="connsiteY6" fmla="*/ 720377 h 740056"/>
              <a:gd name="connsiteX7" fmla="*/ 1704975 w 1750748"/>
              <a:gd name="connsiteY7" fmla="*/ 739427 h 7400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50748" h="740056">
                <a:moveTo>
                  <a:pt x="0" y="6002"/>
                </a:moveTo>
                <a:cubicBezTo>
                  <a:pt x="63500" y="-1142"/>
                  <a:pt x="127000" y="-8286"/>
                  <a:pt x="238125" y="25052"/>
                </a:cubicBezTo>
                <a:cubicBezTo>
                  <a:pt x="349250" y="58390"/>
                  <a:pt x="568325" y="128240"/>
                  <a:pt x="666750" y="206027"/>
                </a:cubicBezTo>
                <a:cubicBezTo>
                  <a:pt x="765175" y="283814"/>
                  <a:pt x="752475" y="410815"/>
                  <a:pt x="828675" y="491777"/>
                </a:cubicBezTo>
                <a:cubicBezTo>
                  <a:pt x="904875" y="572739"/>
                  <a:pt x="1000125" y="650527"/>
                  <a:pt x="1123950" y="691802"/>
                </a:cubicBezTo>
                <a:cubicBezTo>
                  <a:pt x="1247775" y="733077"/>
                  <a:pt x="1468438" y="734665"/>
                  <a:pt x="1571625" y="739427"/>
                </a:cubicBezTo>
                <a:cubicBezTo>
                  <a:pt x="1674812" y="744189"/>
                  <a:pt x="1720850" y="720377"/>
                  <a:pt x="1743075" y="720377"/>
                </a:cubicBezTo>
                <a:cubicBezTo>
                  <a:pt x="1765300" y="720377"/>
                  <a:pt x="1735137" y="729902"/>
                  <a:pt x="1704975" y="739427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5FFA1CD5-522B-B203-F3D0-BFBFFDBA4D50}"/>
              </a:ext>
            </a:extLst>
          </p:cNvPr>
          <p:cNvSpPr/>
          <p:nvPr/>
        </p:nvSpPr>
        <p:spPr>
          <a:xfrm flipV="1">
            <a:off x="188732" y="2708911"/>
            <a:ext cx="1307526" cy="421012"/>
          </a:xfrm>
          <a:custGeom>
            <a:avLst/>
            <a:gdLst>
              <a:gd name="connsiteX0" fmla="*/ 0 w 1933575"/>
              <a:gd name="connsiteY0" fmla="*/ 732366 h 732366"/>
              <a:gd name="connsiteX1" fmla="*/ 438150 w 1933575"/>
              <a:gd name="connsiteY1" fmla="*/ 637116 h 732366"/>
              <a:gd name="connsiteX2" fmla="*/ 914400 w 1933575"/>
              <a:gd name="connsiteY2" fmla="*/ 332316 h 732366"/>
              <a:gd name="connsiteX3" fmla="*/ 1285875 w 1933575"/>
              <a:gd name="connsiteY3" fmla="*/ 122766 h 732366"/>
              <a:gd name="connsiteX4" fmla="*/ 1533525 w 1933575"/>
              <a:gd name="connsiteY4" fmla="*/ 8466 h 732366"/>
              <a:gd name="connsiteX5" fmla="*/ 1924050 w 1933575"/>
              <a:gd name="connsiteY5" fmla="*/ 8466 h 732366"/>
              <a:gd name="connsiteX6" fmla="*/ 1933575 w 1933575"/>
              <a:gd name="connsiteY6" fmla="*/ 8466 h 732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933575" h="732366">
                <a:moveTo>
                  <a:pt x="0" y="732366"/>
                </a:moveTo>
                <a:cubicBezTo>
                  <a:pt x="142875" y="718078"/>
                  <a:pt x="285750" y="703791"/>
                  <a:pt x="438150" y="637116"/>
                </a:cubicBezTo>
                <a:cubicBezTo>
                  <a:pt x="590550" y="570441"/>
                  <a:pt x="773113" y="418041"/>
                  <a:pt x="914400" y="332316"/>
                </a:cubicBezTo>
                <a:cubicBezTo>
                  <a:pt x="1055688" y="246591"/>
                  <a:pt x="1182688" y="176741"/>
                  <a:pt x="1285875" y="122766"/>
                </a:cubicBezTo>
                <a:cubicBezTo>
                  <a:pt x="1389062" y="68791"/>
                  <a:pt x="1427162" y="27516"/>
                  <a:pt x="1533525" y="8466"/>
                </a:cubicBezTo>
                <a:cubicBezTo>
                  <a:pt x="1639888" y="-10584"/>
                  <a:pt x="1924050" y="8466"/>
                  <a:pt x="1924050" y="8466"/>
                </a:cubicBezTo>
                <a:lnTo>
                  <a:pt x="1933575" y="8466"/>
                </a:ln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9C30997E-F151-8E22-399E-0D157AC74802}"/>
              </a:ext>
            </a:extLst>
          </p:cNvPr>
          <p:cNvSpPr/>
          <p:nvPr/>
        </p:nvSpPr>
        <p:spPr>
          <a:xfrm flipV="1">
            <a:off x="312264" y="3138248"/>
            <a:ext cx="1225450" cy="471743"/>
          </a:xfrm>
          <a:custGeom>
            <a:avLst/>
            <a:gdLst>
              <a:gd name="connsiteX0" fmla="*/ 0 w 1829311"/>
              <a:gd name="connsiteY0" fmla="*/ 5997 h 799985"/>
              <a:gd name="connsiteX1" fmla="*/ 390525 w 1829311"/>
              <a:gd name="connsiteY1" fmla="*/ 425097 h 799985"/>
              <a:gd name="connsiteX2" fmla="*/ 819150 w 1829311"/>
              <a:gd name="connsiteY2" fmla="*/ 796572 h 799985"/>
              <a:gd name="connsiteX3" fmla="*/ 1314450 w 1829311"/>
              <a:gd name="connsiteY3" fmla="*/ 577497 h 799985"/>
              <a:gd name="connsiteX4" fmla="*/ 1781175 w 1829311"/>
              <a:gd name="connsiteY4" fmla="*/ 53622 h 799985"/>
              <a:gd name="connsiteX5" fmla="*/ 1790700 w 1829311"/>
              <a:gd name="connsiteY5" fmla="*/ 44097 h 7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29311" h="799985">
                <a:moveTo>
                  <a:pt x="0" y="5997"/>
                </a:moveTo>
                <a:cubicBezTo>
                  <a:pt x="127000" y="149665"/>
                  <a:pt x="254000" y="293334"/>
                  <a:pt x="390525" y="425097"/>
                </a:cubicBezTo>
                <a:cubicBezTo>
                  <a:pt x="527050" y="556860"/>
                  <a:pt x="665163" y="771172"/>
                  <a:pt x="819150" y="796572"/>
                </a:cubicBezTo>
                <a:cubicBezTo>
                  <a:pt x="973137" y="821972"/>
                  <a:pt x="1154113" y="701322"/>
                  <a:pt x="1314450" y="577497"/>
                </a:cubicBezTo>
                <a:cubicBezTo>
                  <a:pt x="1474787" y="453672"/>
                  <a:pt x="1701800" y="142522"/>
                  <a:pt x="1781175" y="53622"/>
                </a:cubicBezTo>
                <a:cubicBezTo>
                  <a:pt x="1860550" y="-35278"/>
                  <a:pt x="1825625" y="4409"/>
                  <a:pt x="1790700" y="44097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5C12E94C-A6DB-4C45-C0C9-92E1925DE1F2}"/>
              </a:ext>
            </a:extLst>
          </p:cNvPr>
          <p:cNvSpPr/>
          <p:nvPr/>
        </p:nvSpPr>
        <p:spPr>
          <a:xfrm flipV="1">
            <a:off x="2657593" y="2999194"/>
            <a:ext cx="1746945" cy="522543"/>
          </a:xfrm>
          <a:custGeom>
            <a:avLst/>
            <a:gdLst>
              <a:gd name="connsiteX0" fmla="*/ 0 w 1819275"/>
              <a:gd name="connsiteY0" fmla="*/ 646319 h 646319"/>
              <a:gd name="connsiteX1" fmla="*/ 295275 w 1819275"/>
              <a:gd name="connsiteY1" fmla="*/ 265319 h 646319"/>
              <a:gd name="connsiteX2" fmla="*/ 647700 w 1819275"/>
              <a:gd name="connsiteY2" fmla="*/ 27194 h 646319"/>
              <a:gd name="connsiteX3" fmla="*/ 1219200 w 1819275"/>
              <a:gd name="connsiteY3" fmla="*/ 74819 h 646319"/>
              <a:gd name="connsiteX4" fmla="*/ 1819275 w 1819275"/>
              <a:gd name="connsiteY4" fmla="*/ 646319 h 646319"/>
              <a:gd name="connsiteX5" fmla="*/ 1819275 w 1819275"/>
              <a:gd name="connsiteY5" fmla="*/ 646319 h 646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19275" h="646319">
                <a:moveTo>
                  <a:pt x="0" y="646319"/>
                </a:moveTo>
                <a:cubicBezTo>
                  <a:pt x="93662" y="507412"/>
                  <a:pt x="187325" y="368506"/>
                  <a:pt x="295275" y="265319"/>
                </a:cubicBezTo>
                <a:cubicBezTo>
                  <a:pt x="403225" y="162132"/>
                  <a:pt x="493713" y="58944"/>
                  <a:pt x="647700" y="27194"/>
                </a:cubicBezTo>
                <a:cubicBezTo>
                  <a:pt x="801687" y="-4556"/>
                  <a:pt x="1023937" y="-28369"/>
                  <a:pt x="1219200" y="74819"/>
                </a:cubicBezTo>
                <a:cubicBezTo>
                  <a:pt x="1414463" y="178007"/>
                  <a:pt x="1819275" y="646319"/>
                  <a:pt x="1819275" y="646319"/>
                </a:cubicBezTo>
                <a:lnTo>
                  <a:pt x="1819275" y="646319"/>
                </a:ln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D94D5CB7-5B1C-4B32-232E-53C991487089}"/>
              </a:ext>
            </a:extLst>
          </p:cNvPr>
          <p:cNvSpPr/>
          <p:nvPr/>
        </p:nvSpPr>
        <p:spPr>
          <a:xfrm>
            <a:off x="263396" y="3913824"/>
            <a:ext cx="969675" cy="688209"/>
          </a:xfrm>
          <a:custGeom>
            <a:avLst/>
            <a:gdLst>
              <a:gd name="connsiteX0" fmla="*/ 0 w 1990725"/>
              <a:gd name="connsiteY0" fmla="*/ 576955 h 1178193"/>
              <a:gd name="connsiteX1" fmla="*/ 333375 w 1990725"/>
              <a:gd name="connsiteY1" fmla="*/ 138805 h 1178193"/>
              <a:gd name="connsiteX2" fmla="*/ 762000 w 1990725"/>
              <a:gd name="connsiteY2" fmla="*/ 34030 h 1178193"/>
              <a:gd name="connsiteX3" fmla="*/ 1047750 w 1990725"/>
              <a:gd name="connsiteY3" fmla="*/ 672205 h 1178193"/>
              <a:gd name="connsiteX4" fmla="*/ 1428750 w 1990725"/>
              <a:gd name="connsiteY4" fmla="*/ 1157980 h 1178193"/>
              <a:gd name="connsiteX5" fmla="*/ 1476375 w 1990725"/>
              <a:gd name="connsiteY5" fmla="*/ 1091305 h 1178193"/>
              <a:gd name="connsiteX6" fmla="*/ 1381125 w 1990725"/>
              <a:gd name="connsiteY6" fmla="*/ 1138930 h 1178193"/>
              <a:gd name="connsiteX7" fmla="*/ 1562100 w 1990725"/>
              <a:gd name="connsiteY7" fmla="*/ 1148455 h 1178193"/>
              <a:gd name="connsiteX8" fmla="*/ 1781175 w 1990725"/>
              <a:gd name="connsiteY8" fmla="*/ 1043680 h 1178193"/>
              <a:gd name="connsiteX9" fmla="*/ 1828800 w 1990725"/>
              <a:gd name="connsiteY9" fmla="*/ 853180 h 1178193"/>
              <a:gd name="connsiteX10" fmla="*/ 1990725 w 1990725"/>
              <a:gd name="connsiteY10" fmla="*/ 557905 h 1178193"/>
              <a:gd name="connsiteX11" fmla="*/ 1990725 w 1990725"/>
              <a:gd name="connsiteY11" fmla="*/ 557905 h 11781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990725" h="1178193">
                <a:moveTo>
                  <a:pt x="0" y="576955"/>
                </a:moveTo>
                <a:cubicBezTo>
                  <a:pt x="103187" y="403123"/>
                  <a:pt x="206375" y="229292"/>
                  <a:pt x="333375" y="138805"/>
                </a:cubicBezTo>
                <a:cubicBezTo>
                  <a:pt x="460375" y="48318"/>
                  <a:pt x="642938" y="-54870"/>
                  <a:pt x="762000" y="34030"/>
                </a:cubicBezTo>
                <a:cubicBezTo>
                  <a:pt x="881062" y="122930"/>
                  <a:pt x="936625" y="484880"/>
                  <a:pt x="1047750" y="672205"/>
                </a:cubicBezTo>
                <a:cubicBezTo>
                  <a:pt x="1158875" y="859530"/>
                  <a:pt x="1357313" y="1088130"/>
                  <a:pt x="1428750" y="1157980"/>
                </a:cubicBezTo>
                <a:cubicBezTo>
                  <a:pt x="1500187" y="1227830"/>
                  <a:pt x="1484313" y="1094480"/>
                  <a:pt x="1476375" y="1091305"/>
                </a:cubicBezTo>
                <a:cubicBezTo>
                  <a:pt x="1468437" y="1088130"/>
                  <a:pt x="1366838" y="1129405"/>
                  <a:pt x="1381125" y="1138930"/>
                </a:cubicBezTo>
                <a:cubicBezTo>
                  <a:pt x="1395412" y="1148455"/>
                  <a:pt x="1495425" y="1164330"/>
                  <a:pt x="1562100" y="1148455"/>
                </a:cubicBezTo>
                <a:cubicBezTo>
                  <a:pt x="1628775" y="1132580"/>
                  <a:pt x="1736725" y="1092892"/>
                  <a:pt x="1781175" y="1043680"/>
                </a:cubicBezTo>
                <a:cubicBezTo>
                  <a:pt x="1825625" y="994468"/>
                  <a:pt x="1793875" y="934143"/>
                  <a:pt x="1828800" y="853180"/>
                </a:cubicBezTo>
                <a:cubicBezTo>
                  <a:pt x="1863725" y="772218"/>
                  <a:pt x="1990725" y="557905"/>
                  <a:pt x="1990725" y="557905"/>
                </a:cubicBezTo>
                <a:lnTo>
                  <a:pt x="1990725" y="557905"/>
                </a:ln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F005CF-1DC3-0D4D-5D50-61A6BA5705D3}"/>
              </a:ext>
            </a:extLst>
          </p:cNvPr>
          <p:cNvSpPr/>
          <p:nvPr/>
        </p:nvSpPr>
        <p:spPr>
          <a:xfrm>
            <a:off x="408797" y="4687870"/>
            <a:ext cx="906942" cy="539230"/>
          </a:xfrm>
          <a:custGeom>
            <a:avLst/>
            <a:gdLst>
              <a:gd name="connsiteX0" fmla="*/ 0 w 1790700"/>
              <a:gd name="connsiteY0" fmla="*/ 513621 h 1079057"/>
              <a:gd name="connsiteX1" fmla="*/ 276225 w 1790700"/>
              <a:gd name="connsiteY1" fmla="*/ 999396 h 1079057"/>
              <a:gd name="connsiteX2" fmla="*/ 647700 w 1790700"/>
              <a:gd name="connsiteY2" fmla="*/ 1027971 h 1079057"/>
              <a:gd name="connsiteX3" fmla="*/ 952500 w 1790700"/>
              <a:gd name="connsiteY3" fmla="*/ 494571 h 1079057"/>
              <a:gd name="connsiteX4" fmla="*/ 1257300 w 1790700"/>
              <a:gd name="connsiteY4" fmla="*/ 27846 h 1079057"/>
              <a:gd name="connsiteX5" fmla="*/ 1628775 w 1790700"/>
              <a:gd name="connsiteY5" fmla="*/ 104046 h 1079057"/>
              <a:gd name="connsiteX6" fmla="*/ 1790700 w 1790700"/>
              <a:gd name="connsiteY6" fmla="*/ 523146 h 1079057"/>
              <a:gd name="connsiteX7" fmla="*/ 1790700 w 1790700"/>
              <a:gd name="connsiteY7" fmla="*/ 523146 h 1079057"/>
              <a:gd name="connsiteX8" fmla="*/ 1790700 w 1790700"/>
              <a:gd name="connsiteY8" fmla="*/ 523146 h 10790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790700" h="1079057">
                <a:moveTo>
                  <a:pt x="0" y="513621"/>
                </a:moveTo>
                <a:cubicBezTo>
                  <a:pt x="84137" y="713646"/>
                  <a:pt x="168275" y="913671"/>
                  <a:pt x="276225" y="999396"/>
                </a:cubicBezTo>
                <a:cubicBezTo>
                  <a:pt x="384175" y="1085121"/>
                  <a:pt x="534988" y="1112108"/>
                  <a:pt x="647700" y="1027971"/>
                </a:cubicBezTo>
                <a:cubicBezTo>
                  <a:pt x="760412" y="943834"/>
                  <a:pt x="850900" y="661258"/>
                  <a:pt x="952500" y="494571"/>
                </a:cubicBezTo>
                <a:cubicBezTo>
                  <a:pt x="1054100" y="327884"/>
                  <a:pt x="1144588" y="92933"/>
                  <a:pt x="1257300" y="27846"/>
                </a:cubicBezTo>
                <a:cubicBezTo>
                  <a:pt x="1370012" y="-37241"/>
                  <a:pt x="1539875" y="21496"/>
                  <a:pt x="1628775" y="104046"/>
                </a:cubicBezTo>
                <a:cubicBezTo>
                  <a:pt x="1717675" y="186596"/>
                  <a:pt x="1790700" y="523146"/>
                  <a:pt x="1790700" y="523146"/>
                </a:cubicBezTo>
                <a:lnTo>
                  <a:pt x="1790700" y="523146"/>
                </a:lnTo>
                <a:lnTo>
                  <a:pt x="1790700" y="523146"/>
                </a:ln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57723DE8-773F-ECFD-F1E2-4095813EB172}"/>
              </a:ext>
            </a:extLst>
          </p:cNvPr>
          <p:cNvGrpSpPr>
            <a:grpSpLocks/>
          </p:cNvGrpSpPr>
          <p:nvPr/>
        </p:nvGrpSpPr>
        <p:grpSpPr bwMode="auto">
          <a:xfrm>
            <a:off x="3470126" y="417910"/>
            <a:ext cx="539571" cy="1481447"/>
            <a:chOff x="1586" y="2993"/>
            <a:chExt cx="2198" cy="6125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424D56F8-0188-582B-7E2E-7E6E12C1569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591780">
              <a:off x="1586" y="3703"/>
              <a:ext cx="859" cy="279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D603E0EF-300D-708D-D7EE-C53C2DA98B4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8947280">
              <a:off x="1697" y="5969"/>
              <a:ext cx="559" cy="178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3BB1CC4F-3E2D-7DB2-357F-D5CB1E5F28B1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994166">
              <a:off x="1883" y="7362"/>
              <a:ext cx="382" cy="1643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5EBC42DF-A9D6-E819-9F90-3DEAC8B4CA6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977303">
              <a:off x="2320" y="4044"/>
              <a:ext cx="314" cy="1427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5AA2D3F3-AFDF-A6DB-8712-BC218B372CA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213792">
              <a:off x="1591" y="8912"/>
              <a:ext cx="806" cy="206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8722342F-A3AE-183C-1868-820ED7A59799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827567" flipV="1">
              <a:off x="3259" y="5829"/>
              <a:ext cx="525" cy="187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2618B672-606F-CBBC-639E-50039F2BF4A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319648">
              <a:off x="2635" y="2993"/>
              <a:ext cx="615" cy="975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F8DF013C-E172-CF9A-51BA-DC5D269C88E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6840179">
              <a:off x="2589" y="4905"/>
              <a:ext cx="290" cy="120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D667D92-99DB-1289-4E24-BD0DEBFA5B58}"/>
              </a:ext>
            </a:extLst>
          </p:cNvPr>
          <p:cNvGrpSpPr>
            <a:grpSpLocks/>
          </p:cNvGrpSpPr>
          <p:nvPr/>
        </p:nvGrpSpPr>
        <p:grpSpPr bwMode="auto">
          <a:xfrm>
            <a:off x="7374265" y="407429"/>
            <a:ext cx="714432" cy="1532664"/>
            <a:chOff x="979" y="3484"/>
            <a:chExt cx="2531" cy="5749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49DA290B-51E1-688F-B685-0B84A8CC14F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852261">
              <a:off x="1665" y="4171"/>
              <a:ext cx="859" cy="279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480CC1D-4C11-E77F-4D3A-4A67D05004D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8459039">
              <a:off x="1611" y="6219"/>
              <a:ext cx="549" cy="1813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576E8DF-D390-028E-780F-332D1FD5044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2053654">
              <a:off x="1856" y="7422"/>
              <a:ext cx="396" cy="1811"/>
            </a:xfrm>
            <a:prstGeom prst="ellipse">
              <a:avLst/>
            </a:prstGeom>
            <a:solidFill>
              <a:srgbClr val="FF0000">
                <a:alpha val="99000"/>
              </a:srgbClr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C2A00894-20F0-F5B9-A493-7521948E7AC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977303">
              <a:off x="2198" y="4556"/>
              <a:ext cx="314" cy="1427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B50C16CE-3B80-2B5F-A669-9D61EC067D9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213792">
              <a:off x="1591" y="8912"/>
              <a:ext cx="806" cy="206"/>
            </a:xfrm>
            <a:prstGeom prst="ellipse">
              <a:avLst/>
            </a:prstGeom>
            <a:solidFill>
              <a:srgbClr val="FF0000">
                <a:alpha val="99000"/>
              </a:srgbClr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2C2D6EC2-5D11-1A5E-BA83-DBA48A7B6461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827567">
              <a:off x="2985" y="6278"/>
              <a:ext cx="525" cy="20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F51CD4DC-BFBB-A150-FD9B-C2C5CFA20E81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73071">
              <a:off x="2635" y="3484"/>
              <a:ext cx="615" cy="975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77527909-18DF-521A-D730-4F480A32B90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6840179">
              <a:off x="2490" y="5434"/>
              <a:ext cx="290" cy="120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AC4B3FED-51AF-8511-61C8-2BE1A4E75D9E}"/>
              </a:ext>
            </a:extLst>
          </p:cNvPr>
          <p:cNvGrpSpPr>
            <a:grpSpLocks/>
          </p:cNvGrpSpPr>
          <p:nvPr/>
        </p:nvGrpSpPr>
        <p:grpSpPr bwMode="auto">
          <a:xfrm>
            <a:off x="4352705" y="156622"/>
            <a:ext cx="986221" cy="1697292"/>
            <a:chOff x="4613" y="2030"/>
            <a:chExt cx="2974" cy="7024"/>
          </a:xfrm>
        </p:grpSpPr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49A1CCC5-67B8-F5D2-C136-714364B1753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311211">
              <a:off x="5316" y="2223"/>
              <a:ext cx="615" cy="975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8D02F125-4FB2-D678-1B8A-F094341520B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771523">
              <a:off x="4860" y="3247"/>
              <a:ext cx="825" cy="290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3716C00C-275E-9CE0-FBAF-915F36C3221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3022798">
              <a:off x="5834" y="2922"/>
              <a:ext cx="324" cy="1473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4F0DAB2F-F93A-73BA-EBD6-D1AA976CF5A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463322">
              <a:off x="4759" y="5757"/>
              <a:ext cx="451" cy="1747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F599764F-7AE5-95A8-146A-785B9FCAE61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865148">
              <a:off x="4759" y="7387"/>
              <a:ext cx="322" cy="1467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DA300D30-7193-4CD9-EE0E-5C2F6F56499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2016205">
              <a:off x="6644" y="2196"/>
              <a:ext cx="264" cy="1353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AF35C832-7A7C-65D5-3F11-FF1BB1882079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2492681">
              <a:off x="4613" y="8854"/>
              <a:ext cx="711" cy="20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8BB32BFE-B471-BBAE-AC73-074CD4EC312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1483145">
              <a:off x="7062" y="2030"/>
              <a:ext cx="525" cy="20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25B2174E-F028-967B-7EE0-22EA2F2C5C33}"/>
              </a:ext>
            </a:extLst>
          </p:cNvPr>
          <p:cNvGrpSpPr>
            <a:grpSpLocks/>
          </p:cNvGrpSpPr>
          <p:nvPr/>
        </p:nvGrpSpPr>
        <p:grpSpPr bwMode="auto">
          <a:xfrm>
            <a:off x="5574061" y="157530"/>
            <a:ext cx="919998" cy="1689103"/>
            <a:chOff x="4613" y="1919"/>
            <a:chExt cx="2974" cy="7135"/>
          </a:xfrm>
        </p:grpSpPr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98912C32-4BD1-A8C0-95B6-10E5F7A7B92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311211">
              <a:off x="5526" y="2142"/>
              <a:ext cx="615" cy="975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2400" dirty="0"/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C5B54229-0187-E068-2649-C9A403957EF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829013">
              <a:off x="4860" y="3247"/>
              <a:ext cx="825" cy="290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2400" dirty="0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FD5B6563-F6CB-DB04-6EB3-DF43305AA74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3022798">
              <a:off x="5834" y="2922"/>
              <a:ext cx="324" cy="1473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2400" dirty="0"/>
            </a:p>
          </p:txBody>
        </p: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9FE7E9F8-967D-09BF-C4E0-FCB767362561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463322">
              <a:off x="4759" y="5757"/>
              <a:ext cx="451" cy="1747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2400" dirty="0"/>
            </a:p>
          </p:txBody>
        </p:sp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F7851268-C8C6-03F2-5940-ECEF23302BC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865148">
              <a:off x="4759" y="7387"/>
              <a:ext cx="322" cy="1467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2400" dirty="0"/>
            </a:p>
          </p:txBody>
        </p:sp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60830BB8-72B6-1914-621D-D9DFECCC2501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2414153">
              <a:off x="6692" y="1919"/>
              <a:ext cx="127" cy="138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2400" dirty="0"/>
            </a:p>
          </p:txBody>
        </p:sp>
        <p:sp>
          <p:nvSpPr>
            <p:cNvPr id="83" name="Oval 82">
              <a:extLst>
                <a:ext uri="{FF2B5EF4-FFF2-40B4-BE49-F238E27FC236}">
                  <a16:creationId xmlns:a16="http://schemas.microsoft.com/office/drawing/2014/main" id="{016B3E7B-A97D-5801-A12F-DA150456E96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2492681">
              <a:off x="4613" y="8854"/>
              <a:ext cx="711" cy="20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2400" dirty="0"/>
            </a:p>
          </p:txBody>
        </p:sp>
        <p:sp>
          <p:nvSpPr>
            <p:cNvPr id="85" name="Oval 84">
              <a:extLst>
                <a:ext uri="{FF2B5EF4-FFF2-40B4-BE49-F238E27FC236}">
                  <a16:creationId xmlns:a16="http://schemas.microsoft.com/office/drawing/2014/main" id="{5C73B90C-56DA-005F-0FA5-84210868CF1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1483145">
              <a:off x="7062" y="2030"/>
              <a:ext cx="525" cy="20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2400" dirty="0"/>
            </a:p>
          </p:txBody>
        </p:sp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0E13BC67-91A7-9D3F-967A-1E5DDC3800B5}"/>
              </a:ext>
            </a:extLst>
          </p:cNvPr>
          <p:cNvGrpSpPr>
            <a:grpSpLocks/>
          </p:cNvGrpSpPr>
          <p:nvPr/>
        </p:nvGrpSpPr>
        <p:grpSpPr bwMode="auto">
          <a:xfrm>
            <a:off x="6553909" y="-102229"/>
            <a:ext cx="424237" cy="2031325"/>
            <a:chOff x="9162" y="999"/>
            <a:chExt cx="1577" cy="8346"/>
          </a:xfrm>
        </p:grpSpPr>
        <p:sp>
          <p:nvSpPr>
            <p:cNvPr id="89" name="Oval 88">
              <a:extLst>
                <a:ext uri="{FF2B5EF4-FFF2-40B4-BE49-F238E27FC236}">
                  <a16:creationId xmlns:a16="http://schemas.microsoft.com/office/drawing/2014/main" id="{399BBB5D-57AF-8E58-D258-2D5792AC2873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9162" y="3424"/>
              <a:ext cx="859" cy="279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91" name="Oval 90">
              <a:extLst>
                <a:ext uri="{FF2B5EF4-FFF2-40B4-BE49-F238E27FC236}">
                  <a16:creationId xmlns:a16="http://schemas.microsoft.com/office/drawing/2014/main" id="{AF6D1536-6E81-5F55-1365-03524C3FB5C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21209547" flipH="1">
              <a:off x="9387" y="5886"/>
              <a:ext cx="495" cy="161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93" name="Oval 92">
              <a:extLst>
                <a:ext uri="{FF2B5EF4-FFF2-40B4-BE49-F238E27FC236}">
                  <a16:creationId xmlns:a16="http://schemas.microsoft.com/office/drawing/2014/main" id="{A760F35D-37CD-B74A-8B71-F577A5444AF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40580" flipH="1">
              <a:off x="9710" y="2541"/>
              <a:ext cx="311" cy="154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95" name="Oval 94">
              <a:extLst>
                <a:ext uri="{FF2B5EF4-FFF2-40B4-BE49-F238E27FC236}">
                  <a16:creationId xmlns:a16="http://schemas.microsoft.com/office/drawing/2014/main" id="{BBDC1EA4-16A3-4DD9-7D2D-BF60DD47DEC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371614" flipH="1">
              <a:off x="9478" y="7297"/>
              <a:ext cx="318" cy="1557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97" name="Oval 96">
              <a:extLst>
                <a:ext uri="{FF2B5EF4-FFF2-40B4-BE49-F238E27FC236}">
                  <a16:creationId xmlns:a16="http://schemas.microsoft.com/office/drawing/2014/main" id="{2251F853-F634-2D9D-6069-E0F9675AF96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873091" flipH="1">
              <a:off x="10152" y="1362"/>
              <a:ext cx="314" cy="1427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99" name="Oval 98">
              <a:extLst>
                <a:ext uri="{FF2B5EF4-FFF2-40B4-BE49-F238E27FC236}">
                  <a16:creationId xmlns:a16="http://schemas.microsoft.com/office/drawing/2014/main" id="{8DC00FF4-F7F7-CD31-361B-AF5B379373F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3748000" flipH="1">
              <a:off x="9315" y="8895"/>
              <a:ext cx="668" cy="232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01" name="Oval 100">
              <a:extLst>
                <a:ext uri="{FF2B5EF4-FFF2-40B4-BE49-F238E27FC236}">
                  <a16:creationId xmlns:a16="http://schemas.microsoft.com/office/drawing/2014/main" id="{9FADAB3C-6381-0AAA-BE71-FB09F701966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8666725" flipH="1">
              <a:off x="10376" y="1162"/>
              <a:ext cx="525" cy="20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03" name="Oval 102">
              <a:extLst>
                <a:ext uri="{FF2B5EF4-FFF2-40B4-BE49-F238E27FC236}">
                  <a16:creationId xmlns:a16="http://schemas.microsoft.com/office/drawing/2014/main" id="{83CBBA6E-7DF0-3E27-900E-FB236BFBA4FF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9268" y="2449"/>
              <a:ext cx="615" cy="975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678C821C-9DD0-19ED-8E5B-B50E294703A5}"/>
              </a:ext>
            </a:extLst>
          </p:cNvPr>
          <p:cNvGrpSpPr/>
          <p:nvPr/>
        </p:nvGrpSpPr>
        <p:grpSpPr>
          <a:xfrm>
            <a:off x="2146715" y="90441"/>
            <a:ext cx="303920" cy="1756192"/>
            <a:chOff x="-678648" y="0"/>
            <a:chExt cx="692119" cy="4054167"/>
          </a:xfrm>
        </p:grpSpPr>
        <p:sp>
          <p:nvSpPr>
            <p:cNvPr id="107" name="Oval 106">
              <a:extLst>
                <a:ext uri="{FF2B5EF4-FFF2-40B4-BE49-F238E27FC236}">
                  <a16:creationId xmlns:a16="http://schemas.microsoft.com/office/drawing/2014/main" id="{F2085A6A-21B4-9C6F-4270-4A95363FEDD5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-678648" y="619126"/>
              <a:ext cx="545465" cy="177165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09" name="Oval 108">
              <a:extLst>
                <a:ext uri="{FF2B5EF4-FFF2-40B4-BE49-F238E27FC236}">
                  <a16:creationId xmlns:a16="http://schemas.microsoft.com/office/drawing/2014/main" id="{8CC7524B-6BA1-4723-B825-DAEBBA18C982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-535772" y="2105025"/>
              <a:ext cx="314325" cy="102743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1" name="Oval 110">
              <a:extLst>
                <a:ext uri="{FF2B5EF4-FFF2-40B4-BE49-F238E27FC236}">
                  <a16:creationId xmlns:a16="http://schemas.microsoft.com/office/drawing/2014/main" id="{E2073A95-734E-9A48-8B94-63B40653F3B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226429" flipH="1">
              <a:off x="-500717" y="973771"/>
              <a:ext cx="260987" cy="936625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4" name="Oval 113">
              <a:extLst>
                <a:ext uri="{FF2B5EF4-FFF2-40B4-BE49-F238E27FC236}">
                  <a16:creationId xmlns:a16="http://schemas.microsoft.com/office/drawing/2014/main" id="{D0EC3EC0-0832-433B-F0C7-1C748293416E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-516722" y="2990849"/>
              <a:ext cx="190499" cy="1050291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6" name="Oval 115">
              <a:extLst>
                <a:ext uri="{FF2B5EF4-FFF2-40B4-BE49-F238E27FC236}">
                  <a16:creationId xmlns:a16="http://schemas.microsoft.com/office/drawing/2014/main" id="{450A990D-C118-8567-BED3-84FDE6E9DF7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9665110" flipH="1">
              <a:off x="-296730" y="1652010"/>
              <a:ext cx="179069" cy="72453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66" name="Oval 165">
              <a:extLst>
                <a:ext uri="{FF2B5EF4-FFF2-40B4-BE49-F238E27FC236}">
                  <a16:creationId xmlns:a16="http://schemas.microsoft.com/office/drawing/2014/main" id="{54B82454-0D96-77C5-E242-C534306B0D99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79041" flipH="1">
              <a:off x="-459573" y="3905250"/>
              <a:ext cx="424180" cy="148917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68" name="Oval 167">
              <a:extLst>
                <a:ext uri="{FF2B5EF4-FFF2-40B4-BE49-F238E27FC236}">
                  <a16:creationId xmlns:a16="http://schemas.microsoft.com/office/drawing/2014/main" id="{021066B9-EB82-0665-778F-30CE8A69C45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4038305" flipH="1" flipV="1">
              <a:off x="-266882" y="2324097"/>
              <a:ext cx="412116" cy="14859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70" name="Oval 169">
              <a:extLst>
                <a:ext uri="{FF2B5EF4-FFF2-40B4-BE49-F238E27FC236}">
                  <a16:creationId xmlns:a16="http://schemas.microsoft.com/office/drawing/2014/main" id="{05B42A80-67A4-0161-032E-FBF8C0B8FFAF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-611973" y="0"/>
              <a:ext cx="390526" cy="61912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172" name="Group 171">
            <a:extLst>
              <a:ext uri="{FF2B5EF4-FFF2-40B4-BE49-F238E27FC236}">
                <a16:creationId xmlns:a16="http://schemas.microsoft.com/office/drawing/2014/main" id="{DC7CD395-F0C7-CB13-7259-966FF41173C8}"/>
              </a:ext>
            </a:extLst>
          </p:cNvPr>
          <p:cNvGrpSpPr/>
          <p:nvPr/>
        </p:nvGrpSpPr>
        <p:grpSpPr>
          <a:xfrm>
            <a:off x="8747593" y="114974"/>
            <a:ext cx="374049" cy="1750549"/>
            <a:chOff x="839557" y="0"/>
            <a:chExt cx="851822" cy="4041140"/>
          </a:xfrm>
        </p:grpSpPr>
        <p:sp>
          <p:nvSpPr>
            <p:cNvPr id="174" name="Oval 173">
              <a:extLst>
                <a:ext uri="{FF2B5EF4-FFF2-40B4-BE49-F238E27FC236}">
                  <a16:creationId xmlns:a16="http://schemas.microsoft.com/office/drawing/2014/main" id="{3C8B5AFA-CD8A-53F7-1B11-C5AE235D3AD5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839557" y="619126"/>
              <a:ext cx="545464" cy="177165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76" name="Oval 175">
              <a:extLst>
                <a:ext uri="{FF2B5EF4-FFF2-40B4-BE49-F238E27FC236}">
                  <a16:creationId xmlns:a16="http://schemas.microsoft.com/office/drawing/2014/main" id="{EF2FEF0B-49EE-A02B-641E-7388740C715F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982433" y="2105025"/>
              <a:ext cx="314325" cy="102743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78" name="Oval 177">
              <a:extLst>
                <a:ext uri="{FF2B5EF4-FFF2-40B4-BE49-F238E27FC236}">
                  <a16:creationId xmlns:a16="http://schemas.microsoft.com/office/drawing/2014/main" id="{C5833A69-8533-C2AE-7D2D-200636866D8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226429" flipH="1">
              <a:off x="1071725" y="889601"/>
              <a:ext cx="189162" cy="132335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80" name="Oval 179">
              <a:extLst>
                <a:ext uri="{FF2B5EF4-FFF2-40B4-BE49-F238E27FC236}">
                  <a16:creationId xmlns:a16="http://schemas.microsoft.com/office/drawing/2014/main" id="{3317E1C8-D37F-9C28-48C8-E9E70A70211E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1001482" y="2990849"/>
              <a:ext cx="190501" cy="1050291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82" name="Oval 181">
              <a:extLst>
                <a:ext uri="{FF2B5EF4-FFF2-40B4-BE49-F238E27FC236}">
                  <a16:creationId xmlns:a16="http://schemas.microsoft.com/office/drawing/2014/main" id="{EB2CCF6B-146C-C56F-43B2-4E243BE6EFE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9665110" flipH="1">
              <a:off x="1199045" y="1714755"/>
              <a:ext cx="104116" cy="52364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90" name="Oval 189">
              <a:extLst>
                <a:ext uri="{FF2B5EF4-FFF2-40B4-BE49-F238E27FC236}">
                  <a16:creationId xmlns:a16="http://schemas.microsoft.com/office/drawing/2014/main" id="{D707467F-6859-19E2-536F-59575D9DE8C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79041">
              <a:off x="1006000" y="3917105"/>
              <a:ext cx="540144" cy="11787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91" name="Oval 190">
              <a:extLst>
                <a:ext uri="{FF2B5EF4-FFF2-40B4-BE49-F238E27FC236}">
                  <a16:creationId xmlns:a16="http://schemas.microsoft.com/office/drawing/2014/main" id="{CED215F2-5B3B-D228-1DB2-B7F489898459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7938561" flipV="1">
              <a:off x="1373248" y="2120705"/>
              <a:ext cx="178488" cy="45777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92" name="Oval 191">
              <a:extLst>
                <a:ext uri="{FF2B5EF4-FFF2-40B4-BE49-F238E27FC236}">
                  <a16:creationId xmlns:a16="http://schemas.microsoft.com/office/drawing/2014/main" id="{F05DC1BD-C251-DA23-797D-3A510913A0B6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906232" y="0"/>
              <a:ext cx="390525" cy="61912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96" name="TextBox 195">
            <a:extLst>
              <a:ext uri="{FF2B5EF4-FFF2-40B4-BE49-F238E27FC236}">
                <a16:creationId xmlns:a16="http://schemas.microsoft.com/office/drawing/2014/main" id="{B4C79EFD-2832-8C4F-8731-CC5F051AC7E7}"/>
              </a:ext>
            </a:extLst>
          </p:cNvPr>
          <p:cNvSpPr txBox="1"/>
          <p:nvPr/>
        </p:nvSpPr>
        <p:spPr>
          <a:xfrm>
            <a:off x="2765323" y="103239"/>
            <a:ext cx="13199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take-off</a:t>
            </a:r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8DE5C1AC-241E-801D-9F2F-157245E82563}"/>
              </a:ext>
            </a:extLst>
          </p:cNvPr>
          <p:cNvSpPr txBox="1"/>
          <p:nvPr/>
        </p:nvSpPr>
        <p:spPr>
          <a:xfrm>
            <a:off x="8014257" y="74992"/>
            <a:ext cx="13199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landing</a:t>
            </a:r>
          </a:p>
        </p:txBody>
      </p:sp>
      <p:sp>
        <p:nvSpPr>
          <p:cNvPr id="198" name="TextBox 197">
            <a:extLst>
              <a:ext uri="{FF2B5EF4-FFF2-40B4-BE49-F238E27FC236}">
                <a16:creationId xmlns:a16="http://schemas.microsoft.com/office/drawing/2014/main" id="{67366148-AC7F-0261-E4F1-01729808E9D6}"/>
              </a:ext>
            </a:extLst>
          </p:cNvPr>
          <p:cNvSpPr txBox="1"/>
          <p:nvPr/>
        </p:nvSpPr>
        <p:spPr>
          <a:xfrm>
            <a:off x="4906465" y="2132862"/>
            <a:ext cx="143087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Ignore In air</a:t>
            </a: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01B4F386-9B57-5C2A-3408-85012A09C045}"/>
              </a:ext>
            </a:extLst>
          </p:cNvPr>
          <p:cNvSpPr txBox="1"/>
          <p:nvPr/>
        </p:nvSpPr>
        <p:spPr>
          <a:xfrm>
            <a:off x="4352641" y="56285"/>
            <a:ext cx="3502386" cy="369332"/>
          </a:xfrm>
          <a:prstGeom prst="rect">
            <a:avLst/>
          </a:prstGeom>
          <a:solidFill>
            <a:srgbClr val="F5FFAE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Rotation of lower leg around knee</a:t>
            </a:r>
          </a:p>
        </p:txBody>
      </p: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65D22A25-CFA2-467D-2E5A-539FE8A6B0E3}"/>
              </a:ext>
            </a:extLst>
          </p:cNvPr>
          <p:cNvCxnSpPr>
            <a:cxnSpLocks/>
            <a:endCxn id="24" idx="2"/>
          </p:cNvCxnSpPr>
          <p:nvPr/>
        </p:nvCxnSpPr>
        <p:spPr>
          <a:xfrm>
            <a:off x="8479664" y="2999196"/>
            <a:ext cx="627136" cy="21293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25" name="Freeform: Shape 124">
            <a:extLst>
              <a:ext uri="{FF2B5EF4-FFF2-40B4-BE49-F238E27FC236}">
                <a16:creationId xmlns:a16="http://schemas.microsoft.com/office/drawing/2014/main" id="{980A4DC4-9C44-EB8B-A474-39A8C92E9270}"/>
              </a:ext>
            </a:extLst>
          </p:cNvPr>
          <p:cNvSpPr/>
          <p:nvPr/>
        </p:nvSpPr>
        <p:spPr>
          <a:xfrm flipV="1">
            <a:off x="6727753" y="3043893"/>
            <a:ext cx="1746945" cy="522543"/>
          </a:xfrm>
          <a:custGeom>
            <a:avLst/>
            <a:gdLst>
              <a:gd name="connsiteX0" fmla="*/ 0 w 1819275"/>
              <a:gd name="connsiteY0" fmla="*/ 646319 h 646319"/>
              <a:gd name="connsiteX1" fmla="*/ 295275 w 1819275"/>
              <a:gd name="connsiteY1" fmla="*/ 265319 h 646319"/>
              <a:gd name="connsiteX2" fmla="*/ 647700 w 1819275"/>
              <a:gd name="connsiteY2" fmla="*/ 27194 h 646319"/>
              <a:gd name="connsiteX3" fmla="*/ 1219200 w 1819275"/>
              <a:gd name="connsiteY3" fmla="*/ 74819 h 646319"/>
              <a:gd name="connsiteX4" fmla="*/ 1819275 w 1819275"/>
              <a:gd name="connsiteY4" fmla="*/ 646319 h 646319"/>
              <a:gd name="connsiteX5" fmla="*/ 1819275 w 1819275"/>
              <a:gd name="connsiteY5" fmla="*/ 646319 h 646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19275" h="646319">
                <a:moveTo>
                  <a:pt x="0" y="646319"/>
                </a:moveTo>
                <a:cubicBezTo>
                  <a:pt x="93662" y="507412"/>
                  <a:pt x="187325" y="368506"/>
                  <a:pt x="295275" y="265319"/>
                </a:cubicBezTo>
                <a:cubicBezTo>
                  <a:pt x="403225" y="162132"/>
                  <a:pt x="493713" y="58944"/>
                  <a:pt x="647700" y="27194"/>
                </a:cubicBezTo>
                <a:cubicBezTo>
                  <a:pt x="801687" y="-4556"/>
                  <a:pt x="1023937" y="-28369"/>
                  <a:pt x="1219200" y="74819"/>
                </a:cubicBezTo>
                <a:cubicBezTo>
                  <a:pt x="1414463" y="178007"/>
                  <a:pt x="1819275" y="646319"/>
                  <a:pt x="1819275" y="646319"/>
                </a:cubicBezTo>
                <a:lnTo>
                  <a:pt x="1819275" y="646319"/>
                </a:ln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9" name="Freeform: Shape 128">
            <a:extLst>
              <a:ext uri="{FF2B5EF4-FFF2-40B4-BE49-F238E27FC236}">
                <a16:creationId xmlns:a16="http://schemas.microsoft.com/office/drawing/2014/main" id="{9F9FFE2F-03C9-5D9A-FDCA-BF3CB9D0B205}"/>
              </a:ext>
            </a:extLst>
          </p:cNvPr>
          <p:cNvSpPr/>
          <p:nvPr/>
        </p:nvSpPr>
        <p:spPr>
          <a:xfrm>
            <a:off x="212446" y="5266266"/>
            <a:ext cx="1586610" cy="517701"/>
          </a:xfrm>
          <a:custGeom>
            <a:avLst/>
            <a:gdLst>
              <a:gd name="csX0" fmla="*/ 0 w 1998133"/>
              <a:gd name="csY0" fmla="*/ 457200 h 702734"/>
              <a:gd name="csX1" fmla="*/ 0 w 1998133"/>
              <a:gd name="csY1" fmla="*/ 457200 h 702734"/>
              <a:gd name="csX2" fmla="*/ 33866 w 1998133"/>
              <a:gd name="csY2" fmla="*/ 533400 h 702734"/>
              <a:gd name="csX3" fmla="*/ 50800 w 1998133"/>
              <a:gd name="csY3" fmla="*/ 558800 h 702734"/>
              <a:gd name="csX4" fmla="*/ 101600 w 1998133"/>
              <a:gd name="csY4" fmla="*/ 643467 h 702734"/>
              <a:gd name="csX5" fmla="*/ 118533 w 1998133"/>
              <a:gd name="csY5" fmla="*/ 668867 h 702734"/>
              <a:gd name="csX6" fmla="*/ 143933 w 1998133"/>
              <a:gd name="csY6" fmla="*/ 685800 h 702734"/>
              <a:gd name="csX7" fmla="*/ 194733 w 1998133"/>
              <a:gd name="csY7" fmla="*/ 702734 h 702734"/>
              <a:gd name="csX8" fmla="*/ 304800 w 1998133"/>
              <a:gd name="csY8" fmla="*/ 694267 h 702734"/>
              <a:gd name="csX9" fmla="*/ 347133 w 1998133"/>
              <a:gd name="csY9" fmla="*/ 643467 h 702734"/>
              <a:gd name="csX10" fmla="*/ 397933 w 1998133"/>
              <a:gd name="csY10" fmla="*/ 601134 h 702734"/>
              <a:gd name="csX11" fmla="*/ 414866 w 1998133"/>
              <a:gd name="csY11" fmla="*/ 584200 h 702734"/>
              <a:gd name="csX12" fmla="*/ 440266 w 1998133"/>
              <a:gd name="csY12" fmla="*/ 567267 h 702734"/>
              <a:gd name="csX13" fmla="*/ 482600 w 1998133"/>
              <a:gd name="csY13" fmla="*/ 533400 h 702734"/>
              <a:gd name="csX14" fmla="*/ 508000 w 1998133"/>
              <a:gd name="csY14" fmla="*/ 474134 h 702734"/>
              <a:gd name="csX15" fmla="*/ 524933 w 1998133"/>
              <a:gd name="csY15" fmla="*/ 414867 h 702734"/>
              <a:gd name="csX16" fmla="*/ 533400 w 1998133"/>
              <a:gd name="csY16" fmla="*/ 389467 h 702734"/>
              <a:gd name="csX17" fmla="*/ 550333 w 1998133"/>
              <a:gd name="csY17" fmla="*/ 364067 h 702734"/>
              <a:gd name="csX18" fmla="*/ 558800 w 1998133"/>
              <a:gd name="csY18" fmla="*/ 330200 h 702734"/>
              <a:gd name="csX19" fmla="*/ 584200 w 1998133"/>
              <a:gd name="csY19" fmla="*/ 304800 h 702734"/>
              <a:gd name="csX20" fmla="*/ 601133 w 1998133"/>
              <a:gd name="csY20" fmla="*/ 279400 h 702734"/>
              <a:gd name="csX21" fmla="*/ 635000 w 1998133"/>
              <a:gd name="csY21" fmla="*/ 228600 h 702734"/>
              <a:gd name="csX22" fmla="*/ 677333 w 1998133"/>
              <a:gd name="csY22" fmla="*/ 152400 h 702734"/>
              <a:gd name="csX23" fmla="*/ 702733 w 1998133"/>
              <a:gd name="csY23" fmla="*/ 127000 h 702734"/>
              <a:gd name="csX24" fmla="*/ 753533 w 1998133"/>
              <a:gd name="csY24" fmla="*/ 76200 h 702734"/>
              <a:gd name="csX25" fmla="*/ 804333 w 1998133"/>
              <a:gd name="csY25" fmla="*/ 67734 h 702734"/>
              <a:gd name="csX26" fmla="*/ 889000 w 1998133"/>
              <a:gd name="csY26" fmla="*/ 33867 h 702734"/>
              <a:gd name="csX27" fmla="*/ 939800 w 1998133"/>
              <a:gd name="csY27" fmla="*/ 16934 h 702734"/>
              <a:gd name="csX28" fmla="*/ 1016000 w 1998133"/>
              <a:gd name="csY28" fmla="*/ 0 h 702734"/>
              <a:gd name="csX29" fmla="*/ 1227666 w 1998133"/>
              <a:gd name="csY29" fmla="*/ 8467 h 702734"/>
              <a:gd name="csX30" fmla="*/ 1270000 w 1998133"/>
              <a:gd name="csY30" fmla="*/ 33867 h 702734"/>
              <a:gd name="csX31" fmla="*/ 1371600 w 1998133"/>
              <a:gd name="csY31" fmla="*/ 110067 h 702734"/>
              <a:gd name="csX32" fmla="*/ 1388533 w 1998133"/>
              <a:gd name="csY32" fmla="*/ 135467 h 702734"/>
              <a:gd name="csX33" fmla="*/ 1430866 w 1998133"/>
              <a:gd name="csY33" fmla="*/ 203200 h 702734"/>
              <a:gd name="csX34" fmla="*/ 1447800 w 1998133"/>
              <a:gd name="csY34" fmla="*/ 254000 h 702734"/>
              <a:gd name="csX35" fmla="*/ 1456266 w 1998133"/>
              <a:gd name="csY35" fmla="*/ 279400 h 702734"/>
              <a:gd name="csX36" fmla="*/ 1464733 w 1998133"/>
              <a:gd name="csY36" fmla="*/ 313267 h 702734"/>
              <a:gd name="csX37" fmla="*/ 1490133 w 1998133"/>
              <a:gd name="csY37" fmla="*/ 406400 h 702734"/>
              <a:gd name="csX38" fmla="*/ 1498600 w 1998133"/>
              <a:gd name="csY38" fmla="*/ 448734 h 702734"/>
              <a:gd name="csX39" fmla="*/ 1515533 w 1998133"/>
              <a:gd name="csY39" fmla="*/ 482600 h 702734"/>
              <a:gd name="csX40" fmla="*/ 1532466 w 1998133"/>
              <a:gd name="csY40" fmla="*/ 541867 h 702734"/>
              <a:gd name="csX41" fmla="*/ 1557866 w 1998133"/>
              <a:gd name="csY41" fmla="*/ 584200 h 702734"/>
              <a:gd name="csX42" fmla="*/ 1574800 w 1998133"/>
              <a:gd name="csY42" fmla="*/ 618067 h 702734"/>
              <a:gd name="csX43" fmla="*/ 1651000 w 1998133"/>
              <a:gd name="csY43" fmla="*/ 643467 h 702734"/>
              <a:gd name="csX44" fmla="*/ 1710266 w 1998133"/>
              <a:gd name="csY44" fmla="*/ 651934 h 702734"/>
              <a:gd name="csX45" fmla="*/ 1794933 w 1998133"/>
              <a:gd name="csY45" fmla="*/ 635000 h 702734"/>
              <a:gd name="csX46" fmla="*/ 1845733 w 1998133"/>
              <a:gd name="csY46" fmla="*/ 592667 h 702734"/>
              <a:gd name="csX47" fmla="*/ 1913466 w 1998133"/>
              <a:gd name="csY47" fmla="*/ 524934 h 702734"/>
              <a:gd name="csX48" fmla="*/ 1930400 w 1998133"/>
              <a:gd name="csY48" fmla="*/ 508000 h 702734"/>
              <a:gd name="csX49" fmla="*/ 1964266 w 1998133"/>
              <a:gd name="csY49" fmla="*/ 482600 h 702734"/>
              <a:gd name="csX50" fmla="*/ 1998133 w 1998133"/>
              <a:gd name="csY50" fmla="*/ 448734 h 702734"/>
              <a:gd name="csX51" fmla="*/ 1998133 w 1998133"/>
              <a:gd name="csY51" fmla="*/ 465667 h 70273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</a:cxnLst>
            <a:rect l="l" t="t" r="r" b="b"/>
            <a:pathLst>
              <a:path w="1998133" h="702734">
                <a:moveTo>
                  <a:pt x="0" y="457200"/>
                </a:moveTo>
                <a:lnTo>
                  <a:pt x="0" y="457200"/>
                </a:lnTo>
                <a:cubicBezTo>
                  <a:pt x="11289" y="482600"/>
                  <a:pt x="21435" y="508539"/>
                  <a:pt x="33866" y="533400"/>
                </a:cubicBezTo>
                <a:cubicBezTo>
                  <a:pt x="38417" y="542502"/>
                  <a:pt x="45751" y="549965"/>
                  <a:pt x="50800" y="558800"/>
                </a:cubicBezTo>
                <a:cubicBezTo>
                  <a:pt x="102878" y="649935"/>
                  <a:pt x="18738" y="519174"/>
                  <a:pt x="101600" y="643467"/>
                </a:cubicBezTo>
                <a:cubicBezTo>
                  <a:pt x="107244" y="651934"/>
                  <a:pt x="110066" y="663223"/>
                  <a:pt x="118533" y="668867"/>
                </a:cubicBezTo>
                <a:cubicBezTo>
                  <a:pt x="127000" y="674511"/>
                  <a:pt x="134634" y="681667"/>
                  <a:pt x="143933" y="685800"/>
                </a:cubicBezTo>
                <a:cubicBezTo>
                  <a:pt x="160244" y="693049"/>
                  <a:pt x="194733" y="702734"/>
                  <a:pt x="194733" y="702734"/>
                </a:cubicBezTo>
                <a:cubicBezTo>
                  <a:pt x="231422" y="699912"/>
                  <a:pt x="269101" y="703192"/>
                  <a:pt x="304800" y="694267"/>
                </a:cubicBezTo>
                <a:cubicBezTo>
                  <a:pt x="320423" y="690361"/>
                  <a:pt x="337982" y="654449"/>
                  <a:pt x="347133" y="643467"/>
                </a:cubicBezTo>
                <a:cubicBezTo>
                  <a:pt x="377303" y="607263"/>
                  <a:pt x="364631" y="627776"/>
                  <a:pt x="397933" y="601134"/>
                </a:cubicBezTo>
                <a:cubicBezTo>
                  <a:pt x="404166" y="596147"/>
                  <a:pt x="408633" y="589187"/>
                  <a:pt x="414866" y="584200"/>
                </a:cubicBezTo>
                <a:cubicBezTo>
                  <a:pt x="422812" y="577843"/>
                  <a:pt x="432320" y="573624"/>
                  <a:pt x="440266" y="567267"/>
                </a:cubicBezTo>
                <a:cubicBezTo>
                  <a:pt x="500599" y="519002"/>
                  <a:pt x="404407" y="585530"/>
                  <a:pt x="482600" y="533400"/>
                </a:cubicBezTo>
                <a:cubicBezTo>
                  <a:pt x="502454" y="473832"/>
                  <a:pt x="476613" y="547369"/>
                  <a:pt x="508000" y="474134"/>
                </a:cubicBezTo>
                <a:cubicBezTo>
                  <a:pt x="516697" y="453842"/>
                  <a:pt x="518798" y="436338"/>
                  <a:pt x="524933" y="414867"/>
                </a:cubicBezTo>
                <a:cubicBezTo>
                  <a:pt x="527385" y="406286"/>
                  <a:pt x="529409" y="397449"/>
                  <a:pt x="533400" y="389467"/>
                </a:cubicBezTo>
                <a:cubicBezTo>
                  <a:pt x="537951" y="380366"/>
                  <a:pt x="544689" y="372534"/>
                  <a:pt x="550333" y="364067"/>
                </a:cubicBezTo>
                <a:cubicBezTo>
                  <a:pt x="553155" y="352778"/>
                  <a:pt x="553027" y="340303"/>
                  <a:pt x="558800" y="330200"/>
                </a:cubicBezTo>
                <a:cubicBezTo>
                  <a:pt x="564741" y="319804"/>
                  <a:pt x="576535" y="313998"/>
                  <a:pt x="584200" y="304800"/>
                </a:cubicBezTo>
                <a:cubicBezTo>
                  <a:pt x="590714" y="296983"/>
                  <a:pt x="596085" y="288235"/>
                  <a:pt x="601133" y="279400"/>
                </a:cubicBezTo>
                <a:cubicBezTo>
                  <a:pt x="628470" y="231560"/>
                  <a:pt x="604819" y="258781"/>
                  <a:pt x="635000" y="228600"/>
                </a:cubicBezTo>
                <a:cubicBezTo>
                  <a:pt x="645646" y="196659"/>
                  <a:pt x="648218" y="181515"/>
                  <a:pt x="677333" y="152400"/>
                </a:cubicBezTo>
                <a:cubicBezTo>
                  <a:pt x="685800" y="143933"/>
                  <a:pt x="694941" y="136091"/>
                  <a:pt x="702733" y="127000"/>
                </a:cubicBezTo>
                <a:cubicBezTo>
                  <a:pt x="719936" y="106930"/>
                  <a:pt x="726706" y="85142"/>
                  <a:pt x="753533" y="76200"/>
                </a:cubicBezTo>
                <a:cubicBezTo>
                  <a:pt x="769819" y="70771"/>
                  <a:pt x="787400" y="70556"/>
                  <a:pt x="804333" y="67734"/>
                </a:cubicBezTo>
                <a:cubicBezTo>
                  <a:pt x="854165" y="42817"/>
                  <a:pt x="826226" y="54791"/>
                  <a:pt x="889000" y="33867"/>
                </a:cubicBezTo>
                <a:cubicBezTo>
                  <a:pt x="905933" y="28223"/>
                  <a:pt x="922297" y="20435"/>
                  <a:pt x="939800" y="16934"/>
                </a:cubicBezTo>
                <a:cubicBezTo>
                  <a:pt x="993543" y="6185"/>
                  <a:pt x="968172" y="11957"/>
                  <a:pt x="1016000" y="0"/>
                </a:cubicBezTo>
                <a:cubicBezTo>
                  <a:pt x="1086555" y="2822"/>
                  <a:pt x="1157674" y="-865"/>
                  <a:pt x="1227666" y="8467"/>
                </a:cubicBezTo>
                <a:cubicBezTo>
                  <a:pt x="1243978" y="10642"/>
                  <a:pt x="1256609" y="24302"/>
                  <a:pt x="1270000" y="33867"/>
                </a:cubicBezTo>
                <a:cubicBezTo>
                  <a:pt x="1466523" y="174241"/>
                  <a:pt x="1283917" y="51612"/>
                  <a:pt x="1371600" y="110067"/>
                </a:cubicBezTo>
                <a:cubicBezTo>
                  <a:pt x="1377244" y="118534"/>
                  <a:pt x="1382619" y="127187"/>
                  <a:pt x="1388533" y="135467"/>
                </a:cubicBezTo>
                <a:cubicBezTo>
                  <a:pt x="1411692" y="167890"/>
                  <a:pt x="1416400" y="167035"/>
                  <a:pt x="1430866" y="203200"/>
                </a:cubicBezTo>
                <a:cubicBezTo>
                  <a:pt x="1437495" y="219773"/>
                  <a:pt x="1442156" y="237067"/>
                  <a:pt x="1447800" y="254000"/>
                </a:cubicBezTo>
                <a:cubicBezTo>
                  <a:pt x="1450622" y="262467"/>
                  <a:pt x="1454101" y="270742"/>
                  <a:pt x="1456266" y="279400"/>
                </a:cubicBezTo>
                <a:cubicBezTo>
                  <a:pt x="1459088" y="290689"/>
                  <a:pt x="1461536" y="302078"/>
                  <a:pt x="1464733" y="313267"/>
                </a:cubicBezTo>
                <a:cubicBezTo>
                  <a:pt x="1480954" y="370037"/>
                  <a:pt x="1470008" y="305778"/>
                  <a:pt x="1490133" y="406400"/>
                </a:cubicBezTo>
                <a:cubicBezTo>
                  <a:pt x="1492955" y="420511"/>
                  <a:pt x="1494049" y="435082"/>
                  <a:pt x="1498600" y="448734"/>
                </a:cubicBezTo>
                <a:cubicBezTo>
                  <a:pt x="1502591" y="460707"/>
                  <a:pt x="1511101" y="470782"/>
                  <a:pt x="1515533" y="482600"/>
                </a:cubicBezTo>
                <a:cubicBezTo>
                  <a:pt x="1523667" y="504290"/>
                  <a:pt x="1522236" y="521407"/>
                  <a:pt x="1532466" y="541867"/>
                </a:cubicBezTo>
                <a:cubicBezTo>
                  <a:pt x="1539825" y="556586"/>
                  <a:pt x="1549874" y="569815"/>
                  <a:pt x="1557866" y="584200"/>
                </a:cubicBezTo>
                <a:cubicBezTo>
                  <a:pt x="1563996" y="595233"/>
                  <a:pt x="1566720" y="608371"/>
                  <a:pt x="1574800" y="618067"/>
                </a:cubicBezTo>
                <a:cubicBezTo>
                  <a:pt x="1593811" y="640879"/>
                  <a:pt x="1625040" y="639473"/>
                  <a:pt x="1651000" y="643467"/>
                </a:cubicBezTo>
                <a:cubicBezTo>
                  <a:pt x="1670724" y="646502"/>
                  <a:pt x="1690511" y="649112"/>
                  <a:pt x="1710266" y="651934"/>
                </a:cubicBezTo>
                <a:cubicBezTo>
                  <a:pt x="1738488" y="646289"/>
                  <a:pt x="1768565" y="646536"/>
                  <a:pt x="1794933" y="635000"/>
                </a:cubicBezTo>
                <a:cubicBezTo>
                  <a:pt x="1815127" y="626165"/>
                  <a:pt x="1829581" y="607666"/>
                  <a:pt x="1845733" y="592667"/>
                </a:cubicBezTo>
                <a:cubicBezTo>
                  <a:pt x="1869131" y="570940"/>
                  <a:pt x="1890888" y="547512"/>
                  <a:pt x="1913466" y="524934"/>
                </a:cubicBezTo>
                <a:cubicBezTo>
                  <a:pt x="1919111" y="519289"/>
                  <a:pt x="1924014" y="512790"/>
                  <a:pt x="1930400" y="508000"/>
                </a:cubicBezTo>
                <a:cubicBezTo>
                  <a:pt x="1941689" y="499533"/>
                  <a:pt x="1953426" y="491634"/>
                  <a:pt x="1964266" y="482600"/>
                </a:cubicBezTo>
                <a:cubicBezTo>
                  <a:pt x="1964274" y="482593"/>
                  <a:pt x="1998125" y="448742"/>
                  <a:pt x="1998133" y="448734"/>
                </a:cubicBezTo>
                <a:lnTo>
                  <a:pt x="1998133" y="465667"/>
                </a:ln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" name="Freeform: Shape 130">
            <a:extLst>
              <a:ext uri="{FF2B5EF4-FFF2-40B4-BE49-F238E27FC236}">
                <a16:creationId xmlns:a16="http://schemas.microsoft.com/office/drawing/2014/main" id="{345F3C82-6967-11BE-133A-371310C3E29F}"/>
              </a:ext>
            </a:extLst>
          </p:cNvPr>
          <p:cNvSpPr/>
          <p:nvPr/>
        </p:nvSpPr>
        <p:spPr>
          <a:xfrm flipV="1">
            <a:off x="116106" y="6134958"/>
            <a:ext cx="1586610" cy="610749"/>
          </a:xfrm>
          <a:custGeom>
            <a:avLst/>
            <a:gdLst>
              <a:gd name="csX0" fmla="*/ 0 w 1998133"/>
              <a:gd name="csY0" fmla="*/ 457200 h 702734"/>
              <a:gd name="csX1" fmla="*/ 0 w 1998133"/>
              <a:gd name="csY1" fmla="*/ 457200 h 702734"/>
              <a:gd name="csX2" fmla="*/ 33866 w 1998133"/>
              <a:gd name="csY2" fmla="*/ 533400 h 702734"/>
              <a:gd name="csX3" fmla="*/ 50800 w 1998133"/>
              <a:gd name="csY3" fmla="*/ 558800 h 702734"/>
              <a:gd name="csX4" fmla="*/ 101600 w 1998133"/>
              <a:gd name="csY4" fmla="*/ 643467 h 702734"/>
              <a:gd name="csX5" fmla="*/ 118533 w 1998133"/>
              <a:gd name="csY5" fmla="*/ 668867 h 702734"/>
              <a:gd name="csX6" fmla="*/ 143933 w 1998133"/>
              <a:gd name="csY6" fmla="*/ 685800 h 702734"/>
              <a:gd name="csX7" fmla="*/ 194733 w 1998133"/>
              <a:gd name="csY7" fmla="*/ 702734 h 702734"/>
              <a:gd name="csX8" fmla="*/ 304800 w 1998133"/>
              <a:gd name="csY8" fmla="*/ 694267 h 702734"/>
              <a:gd name="csX9" fmla="*/ 347133 w 1998133"/>
              <a:gd name="csY9" fmla="*/ 643467 h 702734"/>
              <a:gd name="csX10" fmla="*/ 397933 w 1998133"/>
              <a:gd name="csY10" fmla="*/ 601134 h 702734"/>
              <a:gd name="csX11" fmla="*/ 414866 w 1998133"/>
              <a:gd name="csY11" fmla="*/ 584200 h 702734"/>
              <a:gd name="csX12" fmla="*/ 440266 w 1998133"/>
              <a:gd name="csY12" fmla="*/ 567267 h 702734"/>
              <a:gd name="csX13" fmla="*/ 482600 w 1998133"/>
              <a:gd name="csY13" fmla="*/ 533400 h 702734"/>
              <a:gd name="csX14" fmla="*/ 508000 w 1998133"/>
              <a:gd name="csY14" fmla="*/ 474134 h 702734"/>
              <a:gd name="csX15" fmla="*/ 524933 w 1998133"/>
              <a:gd name="csY15" fmla="*/ 414867 h 702734"/>
              <a:gd name="csX16" fmla="*/ 533400 w 1998133"/>
              <a:gd name="csY16" fmla="*/ 389467 h 702734"/>
              <a:gd name="csX17" fmla="*/ 550333 w 1998133"/>
              <a:gd name="csY17" fmla="*/ 364067 h 702734"/>
              <a:gd name="csX18" fmla="*/ 558800 w 1998133"/>
              <a:gd name="csY18" fmla="*/ 330200 h 702734"/>
              <a:gd name="csX19" fmla="*/ 584200 w 1998133"/>
              <a:gd name="csY19" fmla="*/ 304800 h 702734"/>
              <a:gd name="csX20" fmla="*/ 601133 w 1998133"/>
              <a:gd name="csY20" fmla="*/ 279400 h 702734"/>
              <a:gd name="csX21" fmla="*/ 635000 w 1998133"/>
              <a:gd name="csY21" fmla="*/ 228600 h 702734"/>
              <a:gd name="csX22" fmla="*/ 677333 w 1998133"/>
              <a:gd name="csY22" fmla="*/ 152400 h 702734"/>
              <a:gd name="csX23" fmla="*/ 702733 w 1998133"/>
              <a:gd name="csY23" fmla="*/ 127000 h 702734"/>
              <a:gd name="csX24" fmla="*/ 753533 w 1998133"/>
              <a:gd name="csY24" fmla="*/ 76200 h 702734"/>
              <a:gd name="csX25" fmla="*/ 804333 w 1998133"/>
              <a:gd name="csY25" fmla="*/ 67734 h 702734"/>
              <a:gd name="csX26" fmla="*/ 889000 w 1998133"/>
              <a:gd name="csY26" fmla="*/ 33867 h 702734"/>
              <a:gd name="csX27" fmla="*/ 939800 w 1998133"/>
              <a:gd name="csY27" fmla="*/ 16934 h 702734"/>
              <a:gd name="csX28" fmla="*/ 1016000 w 1998133"/>
              <a:gd name="csY28" fmla="*/ 0 h 702734"/>
              <a:gd name="csX29" fmla="*/ 1227666 w 1998133"/>
              <a:gd name="csY29" fmla="*/ 8467 h 702734"/>
              <a:gd name="csX30" fmla="*/ 1270000 w 1998133"/>
              <a:gd name="csY30" fmla="*/ 33867 h 702734"/>
              <a:gd name="csX31" fmla="*/ 1371600 w 1998133"/>
              <a:gd name="csY31" fmla="*/ 110067 h 702734"/>
              <a:gd name="csX32" fmla="*/ 1388533 w 1998133"/>
              <a:gd name="csY32" fmla="*/ 135467 h 702734"/>
              <a:gd name="csX33" fmla="*/ 1430866 w 1998133"/>
              <a:gd name="csY33" fmla="*/ 203200 h 702734"/>
              <a:gd name="csX34" fmla="*/ 1447800 w 1998133"/>
              <a:gd name="csY34" fmla="*/ 254000 h 702734"/>
              <a:gd name="csX35" fmla="*/ 1456266 w 1998133"/>
              <a:gd name="csY35" fmla="*/ 279400 h 702734"/>
              <a:gd name="csX36" fmla="*/ 1464733 w 1998133"/>
              <a:gd name="csY36" fmla="*/ 313267 h 702734"/>
              <a:gd name="csX37" fmla="*/ 1490133 w 1998133"/>
              <a:gd name="csY37" fmla="*/ 406400 h 702734"/>
              <a:gd name="csX38" fmla="*/ 1498600 w 1998133"/>
              <a:gd name="csY38" fmla="*/ 448734 h 702734"/>
              <a:gd name="csX39" fmla="*/ 1515533 w 1998133"/>
              <a:gd name="csY39" fmla="*/ 482600 h 702734"/>
              <a:gd name="csX40" fmla="*/ 1532466 w 1998133"/>
              <a:gd name="csY40" fmla="*/ 541867 h 702734"/>
              <a:gd name="csX41" fmla="*/ 1557866 w 1998133"/>
              <a:gd name="csY41" fmla="*/ 584200 h 702734"/>
              <a:gd name="csX42" fmla="*/ 1574800 w 1998133"/>
              <a:gd name="csY42" fmla="*/ 618067 h 702734"/>
              <a:gd name="csX43" fmla="*/ 1651000 w 1998133"/>
              <a:gd name="csY43" fmla="*/ 643467 h 702734"/>
              <a:gd name="csX44" fmla="*/ 1710266 w 1998133"/>
              <a:gd name="csY44" fmla="*/ 651934 h 702734"/>
              <a:gd name="csX45" fmla="*/ 1794933 w 1998133"/>
              <a:gd name="csY45" fmla="*/ 635000 h 702734"/>
              <a:gd name="csX46" fmla="*/ 1845733 w 1998133"/>
              <a:gd name="csY46" fmla="*/ 592667 h 702734"/>
              <a:gd name="csX47" fmla="*/ 1913466 w 1998133"/>
              <a:gd name="csY47" fmla="*/ 524934 h 702734"/>
              <a:gd name="csX48" fmla="*/ 1930400 w 1998133"/>
              <a:gd name="csY48" fmla="*/ 508000 h 702734"/>
              <a:gd name="csX49" fmla="*/ 1964266 w 1998133"/>
              <a:gd name="csY49" fmla="*/ 482600 h 702734"/>
              <a:gd name="csX50" fmla="*/ 1998133 w 1998133"/>
              <a:gd name="csY50" fmla="*/ 448734 h 702734"/>
              <a:gd name="csX51" fmla="*/ 1998133 w 1998133"/>
              <a:gd name="csY51" fmla="*/ 465667 h 70273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</a:cxnLst>
            <a:rect l="l" t="t" r="r" b="b"/>
            <a:pathLst>
              <a:path w="1998133" h="702734">
                <a:moveTo>
                  <a:pt x="0" y="457200"/>
                </a:moveTo>
                <a:lnTo>
                  <a:pt x="0" y="457200"/>
                </a:lnTo>
                <a:cubicBezTo>
                  <a:pt x="11289" y="482600"/>
                  <a:pt x="21435" y="508539"/>
                  <a:pt x="33866" y="533400"/>
                </a:cubicBezTo>
                <a:cubicBezTo>
                  <a:pt x="38417" y="542502"/>
                  <a:pt x="45751" y="549965"/>
                  <a:pt x="50800" y="558800"/>
                </a:cubicBezTo>
                <a:cubicBezTo>
                  <a:pt x="102878" y="649935"/>
                  <a:pt x="18738" y="519174"/>
                  <a:pt x="101600" y="643467"/>
                </a:cubicBezTo>
                <a:cubicBezTo>
                  <a:pt x="107244" y="651934"/>
                  <a:pt x="110066" y="663223"/>
                  <a:pt x="118533" y="668867"/>
                </a:cubicBezTo>
                <a:cubicBezTo>
                  <a:pt x="127000" y="674511"/>
                  <a:pt x="134634" y="681667"/>
                  <a:pt x="143933" y="685800"/>
                </a:cubicBezTo>
                <a:cubicBezTo>
                  <a:pt x="160244" y="693049"/>
                  <a:pt x="194733" y="702734"/>
                  <a:pt x="194733" y="702734"/>
                </a:cubicBezTo>
                <a:cubicBezTo>
                  <a:pt x="231422" y="699912"/>
                  <a:pt x="269101" y="703192"/>
                  <a:pt x="304800" y="694267"/>
                </a:cubicBezTo>
                <a:cubicBezTo>
                  <a:pt x="320423" y="690361"/>
                  <a:pt x="337982" y="654449"/>
                  <a:pt x="347133" y="643467"/>
                </a:cubicBezTo>
                <a:cubicBezTo>
                  <a:pt x="377303" y="607263"/>
                  <a:pt x="364631" y="627776"/>
                  <a:pt x="397933" y="601134"/>
                </a:cubicBezTo>
                <a:cubicBezTo>
                  <a:pt x="404166" y="596147"/>
                  <a:pt x="408633" y="589187"/>
                  <a:pt x="414866" y="584200"/>
                </a:cubicBezTo>
                <a:cubicBezTo>
                  <a:pt x="422812" y="577843"/>
                  <a:pt x="432320" y="573624"/>
                  <a:pt x="440266" y="567267"/>
                </a:cubicBezTo>
                <a:cubicBezTo>
                  <a:pt x="500599" y="519002"/>
                  <a:pt x="404407" y="585530"/>
                  <a:pt x="482600" y="533400"/>
                </a:cubicBezTo>
                <a:cubicBezTo>
                  <a:pt x="502454" y="473832"/>
                  <a:pt x="476613" y="547369"/>
                  <a:pt x="508000" y="474134"/>
                </a:cubicBezTo>
                <a:cubicBezTo>
                  <a:pt x="516697" y="453842"/>
                  <a:pt x="518798" y="436338"/>
                  <a:pt x="524933" y="414867"/>
                </a:cubicBezTo>
                <a:cubicBezTo>
                  <a:pt x="527385" y="406286"/>
                  <a:pt x="529409" y="397449"/>
                  <a:pt x="533400" y="389467"/>
                </a:cubicBezTo>
                <a:cubicBezTo>
                  <a:pt x="537951" y="380366"/>
                  <a:pt x="544689" y="372534"/>
                  <a:pt x="550333" y="364067"/>
                </a:cubicBezTo>
                <a:cubicBezTo>
                  <a:pt x="553155" y="352778"/>
                  <a:pt x="553027" y="340303"/>
                  <a:pt x="558800" y="330200"/>
                </a:cubicBezTo>
                <a:cubicBezTo>
                  <a:pt x="564741" y="319804"/>
                  <a:pt x="576535" y="313998"/>
                  <a:pt x="584200" y="304800"/>
                </a:cubicBezTo>
                <a:cubicBezTo>
                  <a:pt x="590714" y="296983"/>
                  <a:pt x="596085" y="288235"/>
                  <a:pt x="601133" y="279400"/>
                </a:cubicBezTo>
                <a:cubicBezTo>
                  <a:pt x="628470" y="231560"/>
                  <a:pt x="604819" y="258781"/>
                  <a:pt x="635000" y="228600"/>
                </a:cubicBezTo>
                <a:cubicBezTo>
                  <a:pt x="645646" y="196659"/>
                  <a:pt x="648218" y="181515"/>
                  <a:pt x="677333" y="152400"/>
                </a:cubicBezTo>
                <a:cubicBezTo>
                  <a:pt x="685800" y="143933"/>
                  <a:pt x="694941" y="136091"/>
                  <a:pt x="702733" y="127000"/>
                </a:cubicBezTo>
                <a:cubicBezTo>
                  <a:pt x="719936" y="106930"/>
                  <a:pt x="726706" y="85142"/>
                  <a:pt x="753533" y="76200"/>
                </a:cubicBezTo>
                <a:cubicBezTo>
                  <a:pt x="769819" y="70771"/>
                  <a:pt x="787400" y="70556"/>
                  <a:pt x="804333" y="67734"/>
                </a:cubicBezTo>
                <a:cubicBezTo>
                  <a:pt x="854165" y="42817"/>
                  <a:pt x="826226" y="54791"/>
                  <a:pt x="889000" y="33867"/>
                </a:cubicBezTo>
                <a:cubicBezTo>
                  <a:pt x="905933" y="28223"/>
                  <a:pt x="922297" y="20435"/>
                  <a:pt x="939800" y="16934"/>
                </a:cubicBezTo>
                <a:cubicBezTo>
                  <a:pt x="993543" y="6185"/>
                  <a:pt x="968172" y="11957"/>
                  <a:pt x="1016000" y="0"/>
                </a:cubicBezTo>
                <a:cubicBezTo>
                  <a:pt x="1086555" y="2822"/>
                  <a:pt x="1157674" y="-865"/>
                  <a:pt x="1227666" y="8467"/>
                </a:cubicBezTo>
                <a:cubicBezTo>
                  <a:pt x="1243978" y="10642"/>
                  <a:pt x="1256609" y="24302"/>
                  <a:pt x="1270000" y="33867"/>
                </a:cubicBezTo>
                <a:cubicBezTo>
                  <a:pt x="1466523" y="174241"/>
                  <a:pt x="1283917" y="51612"/>
                  <a:pt x="1371600" y="110067"/>
                </a:cubicBezTo>
                <a:cubicBezTo>
                  <a:pt x="1377244" y="118534"/>
                  <a:pt x="1382619" y="127187"/>
                  <a:pt x="1388533" y="135467"/>
                </a:cubicBezTo>
                <a:cubicBezTo>
                  <a:pt x="1411692" y="167890"/>
                  <a:pt x="1416400" y="167035"/>
                  <a:pt x="1430866" y="203200"/>
                </a:cubicBezTo>
                <a:cubicBezTo>
                  <a:pt x="1437495" y="219773"/>
                  <a:pt x="1442156" y="237067"/>
                  <a:pt x="1447800" y="254000"/>
                </a:cubicBezTo>
                <a:cubicBezTo>
                  <a:pt x="1450622" y="262467"/>
                  <a:pt x="1454101" y="270742"/>
                  <a:pt x="1456266" y="279400"/>
                </a:cubicBezTo>
                <a:cubicBezTo>
                  <a:pt x="1459088" y="290689"/>
                  <a:pt x="1461536" y="302078"/>
                  <a:pt x="1464733" y="313267"/>
                </a:cubicBezTo>
                <a:cubicBezTo>
                  <a:pt x="1480954" y="370037"/>
                  <a:pt x="1470008" y="305778"/>
                  <a:pt x="1490133" y="406400"/>
                </a:cubicBezTo>
                <a:cubicBezTo>
                  <a:pt x="1492955" y="420511"/>
                  <a:pt x="1494049" y="435082"/>
                  <a:pt x="1498600" y="448734"/>
                </a:cubicBezTo>
                <a:cubicBezTo>
                  <a:pt x="1502591" y="460707"/>
                  <a:pt x="1511101" y="470782"/>
                  <a:pt x="1515533" y="482600"/>
                </a:cubicBezTo>
                <a:cubicBezTo>
                  <a:pt x="1523667" y="504290"/>
                  <a:pt x="1522236" y="521407"/>
                  <a:pt x="1532466" y="541867"/>
                </a:cubicBezTo>
                <a:cubicBezTo>
                  <a:pt x="1539825" y="556586"/>
                  <a:pt x="1549874" y="569815"/>
                  <a:pt x="1557866" y="584200"/>
                </a:cubicBezTo>
                <a:cubicBezTo>
                  <a:pt x="1563996" y="595233"/>
                  <a:pt x="1566720" y="608371"/>
                  <a:pt x="1574800" y="618067"/>
                </a:cubicBezTo>
                <a:cubicBezTo>
                  <a:pt x="1593811" y="640879"/>
                  <a:pt x="1625040" y="639473"/>
                  <a:pt x="1651000" y="643467"/>
                </a:cubicBezTo>
                <a:cubicBezTo>
                  <a:pt x="1670724" y="646502"/>
                  <a:pt x="1690511" y="649112"/>
                  <a:pt x="1710266" y="651934"/>
                </a:cubicBezTo>
                <a:cubicBezTo>
                  <a:pt x="1738488" y="646289"/>
                  <a:pt x="1768565" y="646536"/>
                  <a:pt x="1794933" y="635000"/>
                </a:cubicBezTo>
                <a:cubicBezTo>
                  <a:pt x="1815127" y="626165"/>
                  <a:pt x="1829581" y="607666"/>
                  <a:pt x="1845733" y="592667"/>
                </a:cubicBezTo>
                <a:cubicBezTo>
                  <a:pt x="1869131" y="570940"/>
                  <a:pt x="1890888" y="547512"/>
                  <a:pt x="1913466" y="524934"/>
                </a:cubicBezTo>
                <a:cubicBezTo>
                  <a:pt x="1919111" y="519289"/>
                  <a:pt x="1924014" y="512790"/>
                  <a:pt x="1930400" y="508000"/>
                </a:cubicBezTo>
                <a:cubicBezTo>
                  <a:pt x="1941689" y="499533"/>
                  <a:pt x="1953426" y="491634"/>
                  <a:pt x="1964266" y="482600"/>
                </a:cubicBezTo>
                <a:cubicBezTo>
                  <a:pt x="1964274" y="482593"/>
                  <a:pt x="1998125" y="448742"/>
                  <a:pt x="1998133" y="448734"/>
                </a:cubicBezTo>
                <a:lnTo>
                  <a:pt x="1998133" y="465667"/>
                </a:ln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68568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DA5FB1-848D-336D-D2A9-B81B650156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TextBox 192">
            <a:extLst>
              <a:ext uri="{FF2B5EF4-FFF2-40B4-BE49-F238E27FC236}">
                <a16:creationId xmlns:a16="http://schemas.microsoft.com/office/drawing/2014/main" id="{320D5619-771F-9776-D4E6-6F7239FAB77C}"/>
              </a:ext>
            </a:extLst>
          </p:cNvPr>
          <p:cNvSpPr txBox="1"/>
          <p:nvPr/>
        </p:nvSpPr>
        <p:spPr>
          <a:xfrm>
            <a:off x="4455078" y="290696"/>
            <a:ext cx="2211786" cy="6563802"/>
          </a:xfrm>
          <a:prstGeom prst="rect">
            <a:avLst/>
          </a:prstGeom>
          <a:pattFill prst="wdDnDiag">
            <a:fgClr>
              <a:schemeClr val="accent1"/>
            </a:fgClr>
            <a:bgClr>
              <a:schemeClr val="bg1"/>
            </a:bgClr>
          </a:patt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9AE79A48-A125-3A3D-D4D8-A75760CED755}"/>
              </a:ext>
            </a:extLst>
          </p:cNvPr>
          <p:cNvGrpSpPr/>
          <p:nvPr/>
        </p:nvGrpSpPr>
        <p:grpSpPr>
          <a:xfrm>
            <a:off x="1818804" y="1711119"/>
            <a:ext cx="7374165" cy="5083727"/>
            <a:chOff x="1834171" y="1637290"/>
            <a:chExt cx="7374165" cy="5083727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43C0BCFA-9F2A-386E-3A26-ECE6B0C7BDD3}"/>
                </a:ext>
              </a:extLst>
            </p:cNvPr>
            <p:cNvGrpSpPr/>
            <p:nvPr/>
          </p:nvGrpSpPr>
          <p:grpSpPr>
            <a:xfrm>
              <a:off x="1945714" y="1637290"/>
              <a:ext cx="7262622" cy="1653540"/>
              <a:chOff x="0" y="0"/>
              <a:chExt cx="7262622" cy="1653540"/>
            </a:xfrm>
          </p:grpSpPr>
          <p:sp>
            <p:nvSpPr>
              <p:cNvPr id="24" name="Text Box 67">
                <a:extLst>
                  <a:ext uri="{FF2B5EF4-FFF2-40B4-BE49-F238E27FC236}">
                    <a16:creationId xmlns:a16="http://schemas.microsoft.com/office/drawing/2014/main" id="{2D4F17C8-1E43-C132-52F0-06BC3C9C6EE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105650" y="1049020"/>
                <a:ext cx="141605" cy="2603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lc="http://schemas.openxmlformats.org/drawingml/2006/lockedCanvas" xmlns:a14="http://schemas.microsoft.com/office/drawing/2010/main" xmlns:w="http://schemas.openxmlformats.org/wordprocessingml/2006/main" xmlns:w10="urn:schemas-microsoft-com:office:word" xmlns:v="urn:schemas-microsoft-com:vml" xmlns:o="urn:schemas-microsoft-com:office:office" xmlns:mv="urn:schemas-microsoft-com:mac:vml" xmlns:mo="http://schemas.microsoft.com/office/mac/office/2008/main" xmlns:wps="http://schemas.microsoft.com/office/word/2010/wordprocessingShape" xmlns:wne="http://schemas.microsoft.com/office/word/2006/wordml" xmlns:wpi="http://schemas.microsoft.com/office/word/2010/wordprocessingInk" xmlns:wpg="http://schemas.microsoft.com/office/word/2010/wordprocessingGroup" xmlns:w16se="http://schemas.microsoft.com/office/word/2015/wordml/symex" xmlns:w15="http://schemas.microsoft.com/office/word/2012/wordml" xmlns:w14="http://schemas.microsoft.com/office/word/2010/wordml" xmlns:wp="http://schemas.openxmlformats.org/drawingml/2006/wordprocessingDrawing" xmlns:wp14="http://schemas.microsoft.com/office/word/2010/wordprocessingDrawing" xmlns:m="http://schemas.openxmlformats.org/officeDocument/2006/math" xmlns:mc="http://schemas.openxmlformats.org/markup-compatibility/2006" xmlns:cx1="http://schemas.microsoft.com/office/drawing/2015/9/8/chartex" xmlns:cx="http://schemas.microsoft.com/office/drawing/2014/chartex" xmlns:wpc="http://schemas.microsoft.com/office/word/2010/wordprocessingCanvas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lc="http://schemas.openxmlformats.org/drawingml/2006/lockedCanvas" xmlns:a14="http://schemas.microsoft.com/office/drawing/2010/main" xmlns:w="http://schemas.openxmlformats.org/wordprocessingml/2006/main" xmlns:w10="urn:schemas-microsoft-com:office:word" xmlns:v="urn:schemas-microsoft-com:vml" xmlns:o="urn:schemas-microsoft-com:office:office" xmlns:mv="urn:schemas-microsoft-com:mac:vml" xmlns:mo="http://schemas.microsoft.com/office/mac/office/2008/main" xmlns:wps="http://schemas.microsoft.com/office/word/2010/wordprocessingShape" xmlns:wne="http://schemas.microsoft.com/office/word/2006/wordml" xmlns:wpi="http://schemas.microsoft.com/office/word/2010/wordprocessingInk" xmlns:wpg="http://schemas.microsoft.com/office/word/2010/wordprocessingGroup" xmlns:w16se="http://schemas.microsoft.com/office/word/2015/wordml/symex" xmlns:w15="http://schemas.microsoft.com/office/word/2012/wordml" xmlns:w14="http://schemas.microsoft.com/office/word/2010/wordml" xmlns:wp="http://schemas.openxmlformats.org/drawingml/2006/wordprocessingDrawing" xmlns:wp14="http://schemas.microsoft.com/office/word/2010/wordprocessingDrawing" xmlns:m="http://schemas.openxmlformats.org/officeDocument/2006/math" xmlns:mc="http://schemas.openxmlformats.org/markup-compatibility/2006" xmlns:cx1="http://schemas.microsoft.com/office/drawing/2015/9/8/chartex" xmlns:cx="http://schemas.microsoft.com/office/drawing/2014/chartex" xmlns:wpc="http://schemas.microsoft.com/office/word/2010/wordprocessingCanvas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pPr marL="0" marR="0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</a:pPr>
                <a:r>
                  <a:rPr lang="en-US" sz="1100" dirty="0">
                    <a:effectLst/>
                    <a:latin typeface="Calibri" panose="020F0502020204030204" pitchFamily="34" charset="0"/>
                    <a:ea typeface="MS Mincho" panose="02020609040205080304" pitchFamily="49" charset="-128"/>
                    <a:cs typeface="Times New Roman" panose="02020603050405020304" pitchFamily="18" charset="0"/>
                  </a:rPr>
                  <a:t>t</a:t>
                </a:r>
              </a:p>
            </p:txBody>
          </p:sp>
          <p:cxnSp>
            <p:nvCxnSpPr>
              <p:cNvPr id="25" name="AutoShape 71">
                <a:extLst>
                  <a:ext uri="{FF2B5EF4-FFF2-40B4-BE49-F238E27FC236}">
                    <a16:creationId xmlns:a16="http://schemas.microsoft.com/office/drawing/2014/main" id="{2622E697-D91B-1577-1FAD-E5CC8D1B8FB8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355727" y="1291830"/>
                <a:ext cx="6906895" cy="1270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lc="http://schemas.openxmlformats.org/drawingml/2006/lockedCanvas" xmlns:a14="http://schemas.microsoft.com/office/drawing/2010/main" xmlns:w="http://schemas.openxmlformats.org/wordprocessingml/2006/main" xmlns:w10="urn:schemas-microsoft-com:office:word" xmlns:v="urn:schemas-microsoft-com:vml" xmlns:o="urn:schemas-microsoft-com:office:office" xmlns:mv="urn:schemas-microsoft-com:mac:vml" xmlns:mo="http://schemas.microsoft.com/office/mac/office/2008/main" xmlns:wps="http://schemas.microsoft.com/office/word/2010/wordprocessingShape" xmlns:wne="http://schemas.microsoft.com/office/word/2006/wordml" xmlns:wpi="http://schemas.microsoft.com/office/word/2010/wordprocessingInk" xmlns:wpg="http://schemas.microsoft.com/office/word/2010/wordprocessingGroup" xmlns:w16se="http://schemas.microsoft.com/office/word/2015/wordml/symex" xmlns:w15="http://schemas.microsoft.com/office/word/2012/wordml" xmlns:w14="http://schemas.microsoft.com/office/word/2010/wordml" xmlns:wp="http://schemas.openxmlformats.org/drawingml/2006/wordprocessingDrawing" xmlns:wp14="http://schemas.microsoft.com/office/word/2010/wordprocessingDrawing" xmlns:m="http://schemas.openxmlformats.org/officeDocument/2006/math" xmlns:mc="http://schemas.openxmlformats.org/markup-compatibility/2006" xmlns:cx1="http://schemas.microsoft.com/office/drawing/2015/9/8/chartex" xmlns:cx="http://schemas.microsoft.com/office/drawing/2014/chartex" xmlns:wpc="http://schemas.microsoft.com/office/word/2010/wordprocessingCanvas" xmlns="">
                    <a:noFill/>
                  </a14:hiddenFill>
                </a:ext>
              </a:extLst>
            </p:spPr>
          </p:cxnSp>
          <p:cxnSp>
            <p:nvCxnSpPr>
              <p:cNvPr id="26" name="AutoShape 73">
                <a:extLst>
                  <a:ext uri="{FF2B5EF4-FFF2-40B4-BE49-F238E27FC236}">
                    <a16:creationId xmlns:a16="http://schemas.microsoft.com/office/drawing/2014/main" id="{46F4B841-C67F-4FDF-E831-8CEC8937F981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>
                <a:off x="342900" y="0"/>
                <a:ext cx="38735" cy="165354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lc="http://schemas.openxmlformats.org/drawingml/2006/lockedCanvas" xmlns:a14="http://schemas.microsoft.com/office/drawing/2010/main" xmlns:w="http://schemas.openxmlformats.org/wordprocessingml/2006/main" xmlns:w10="urn:schemas-microsoft-com:office:word" xmlns:v="urn:schemas-microsoft-com:vml" xmlns:o="urn:schemas-microsoft-com:office:office" xmlns:mv="urn:schemas-microsoft-com:mac:vml" xmlns:mo="http://schemas.microsoft.com/office/mac/office/2008/main" xmlns:wps="http://schemas.microsoft.com/office/word/2010/wordprocessingShape" xmlns:wne="http://schemas.microsoft.com/office/word/2006/wordml" xmlns:wpi="http://schemas.microsoft.com/office/word/2010/wordprocessingInk" xmlns:wpg="http://schemas.microsoft.com/office/word/2010/wordprocessingGroup" xmlns:w16se="http://schemas.microsoft.com/office/word/2015/wordml/symex" xmlns:w15="http://schemas.microsoft.com/office/word/2012/wordml" xmlns:w14="http://schemas.microsoft.com/office/word/2010/wordml" xmlns:wp="http://schemas.openxmlformats.org/drawingml/2006/wordprocessingDrawing" xmlns:wp14="http://schemas.microsoft.com/office/word/2010/wordprocessingDrawing" xmlns:m="http://schemas.openxmlformats.org/officeDocument/2006/math" xmlns:mc="http://schemas.openxmlformats.org/markup-compatibility/2006" xmlns:cx1="http://schemas.microsoft.com/office/drawing/2015/9/8/chartex" xmlns:cx="http://schemas.microsoft.com/office/drawing/2014/chartex" xmlns:wpc="http://schemas.microsoft.com/office/word/2010/wordprocessingCanvas" xmlns="">
                    <a:noFill/>
                  </a14:hiddenFill>
                </a:ext>
              </a:extLst>
            </p:spPr>
          </p:cxnSp>
          <p:sp>
            <p:nvSpPr>
              <p:cNvPr id="27" name="Text Box 76">
                <a:extLst>
                  <a:ext uri="{FF2B5EF4-FFF2-40B4-BE49-F238E27FC236}">
                    <a16:creationId xmlns:a16="http://schemas.microsoft.com/office/drawing/2014/main" id="{4C4EBCF3-C62E-FD32-A0A5-43D01EBD2E1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0" y="883920"/>
                <a:ext cx="375920" cy="4203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lc="http://schemas.openxmlformats.org/drawingml/2006/lockedCanvas" xmlns:a14="http://schemas.microsoft.com/office/drawing/2010/main" xmlns:w="http://schemas.openxmlformats.org/wordprocessingml/2006/main" xmlns:w10="urn:schemas-microsoft-com:office:word" xmlns:v="urn:schemas-microsoft-com:vml" xmlns:o="urn:schemas-microsoft-com:office:office" xmlns:mv="urn:schemas-microsoft-com:mac:vml" xmlns:mo="http://schemas.microsoft.com/office/mac/office/2008/main" xmlns:wps="http://schemas.microsoft.com/office/word/2010/wordprocessingShape" xmlns:wne="http://schemas.microsoft.com/office/word/2006/wordml" xmlns:wpi="http://schemas.microsoft.com/office/word/2010/wordprocessingInk" xmlns:wpg="http://schemas.microsoft.com/office/word/2010/wordprocessingGroup" xmlns:w16se="http://schemas.microsoft.com/office/word/2015/wordml/symex" xmlns:w15="http://schemas.microsoft.com/office/word/2012/wordml" xmlns:w14="http://schemas.microsoft.com/office/word/2010/wordml" xmlns:wp="http://schemas.openxmlformats.org/drawingml/2006/wordprocessingDrawing" xmlns:wp14="http://schemas.microsoft.com/office/word/2010/wordprocessingDrawing" xmlns:m="http://schemas.openxmlformats.org/officeDocument/2006/math" xmlns:mc="http://schemas.openxmlformats.org/markup-compatibility/2006" xmlns:cx1="http://schemas.microsoft.com/office/drawing/2015/9/8/chartex" xmlns:cx="http://schemas.microsoft.com/office/drawing/2014/chartex" xmlns:wpc="http://schemas.microsoft.com/office/word/2010/wordprocessingCanvas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lc="http://schemas.openxmlformats.org/drawingml/2006/lockedCanvas" xmlns:a14="http://schemas.microsoft.com/office/drawing/2010/main" xmlns:w="http://schemas.openxmlformats.org/wordprocessingml/2006/main" xmlns:w10="urn:schemas-microsoft-com:office:word" xmlns:v="urn:schemas-microsoft-com:vml" xmlns:o="urn:schemas-microsoft-com:office:office" xmlns:mv="urn:schemas-microsoft-com:mac:vml" xmlns:mo="http://schemas.microsoft.com/office/mac/office/2008/main" xmlns:wps="http://schemas.microsoft.com/office/word/2010/wordprocessingShape" xmlns:wne="http://schemas.microsoft.com/office/word/2006/wordml" xmlns:wpi="http://schemas.microsoft.com/office/word/2010/wordprocessingInk" xmlns:wpg="http://schemas.microsoft.com/office/word/2010/wordprocessingGroup" xmlns:w16se="http://schemas.microsoft.com/office/word/2015/wordml/symex" xmlns:w15="http://schemas.microsoft.com/office/word/2012/wordml" xmlns:w14="http://schemas.microsoft.com/office/word/2010/wordml" xmlns:wp="http://schemas.openxmlformats.org/drawingml/2006/wordprocessingDrawing" xmlns:wp14="http://schemas.microsoft.com/office/word/2010/wordprocessingDrawing" xmlns:m="http://schemas.openxmlformats.org/officeDocument/2006/math" xmlns:mc="http://schemas.openxmlformats.org/markup-compatibility/2006" xmlns:cx1="http://schemas.microsoft.com/office/drawing/2015/9/8/chartex" xmlns:cx="http://schemas.microsoft.com/office/drawing/2014/chartex" xmlns:wpc="http://schemas.microsoft.com/office/word/2010/wordprocessingCanvas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pPr marL="0" marR="0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</a:pPr>
                <a:r>
                  <a:rPr lang="en-US" sz="1400" dirty="0">
                    <a:effectLst/>
                    <a:latin typeface="Calibri" panose="020F0502020204030204" pitchFamily="34" charset="0"/>
                    <a:ea typeface="MS Mincho" panose="02020609040205080304" pitchFamily="49" charset="-128"/>
                    <a:cs typeface="Times New Roman" panose="02020603050405020304" pitchFamily="18" charset="0"/>
                    <a:sym typeface="Symbol" panose="05050102010706020507" pitchFamily="18" charset="2"/>
                  </a:rPr>
                  <a:t></a:t>
                </a:r>
                <a:endParaRPr lang="en-US" sz="1100" dirty="0">
                  <a:effectLst/>
                  <a:latin typeface="Calibri" panose="020F0502020204030204" pitchFamily="34" charset="0"/>
                  <a:ea typeface="MS Mincho" panose="02020609040205080304" pitchFamily="49" charset="-128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8FF47512-7C03-2080-DE39-6E7B91E4CBCF}"/>
                </a:ext>
              </a:extLst>
            </p:cNvPr>
            <p:cNvGrpSpPr/>
            <p:nvPr/>
          </p:nvGrpSpPr>
          <p:grpSpPr>
            <a:xfrm>
              <a:off x="1899714" y="3341306"/>
              <a:ext cx="7247255" cy="1653540"/>
              <a:chOff x="0" y="0"/>
              <a:chExt cx="7247255" cy="1653540"/>
            </a:xfrm>
          </p:grpSpPr>
          <p:sp>
            <p:nvSpPr>
              <p:cNvPr id="31" name="Text Box 67">
                <a:extLst>
                  <a:ext uri="{FF2B5EF4-FFF2-40B4-BE49-F238E27FC236}">
                    <a16:creationId xmlns:a16="http://schemas.microsoft.com/office/drawing/2014/main" id="{7923D0B8-E7C7-886F-9BD7-07FD1DC2628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105650" y="1049020"/>
                <a:ext cx="141605" cy="2603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lc="http://schemas.openxmlformats.org/drawingml/2006/lockedCanvas" xmlns:a14="http://schemas.microsoft.com/office/drawing/2010/main" xmlns:w="http://schemas.openxmlformats.org/wordprocessingml/2006/main" xmlns:w10="urn:schemas-microsoft-com:office:word" xmlns:v="urn:schemas-microsoft-com:vml" xmlns:o="urn:schemas-microsoft-com:office:office" xmlns:mv="urn:schemas-microsoft-com:mac:vml" xmlns:mo="http://schemas.microsoft.com/office/mac/office/2008/main" xmlns:wps="http://schemas.microsoft.com/office/word/2010/wordprocessingShape" xmlns:wne="http://schemas.microsoft.com/office/word/2006/wordml" xmlns:wpi="http://schemas.microsoft.com/office/word/2010/wordprocessingInk" xmlns:wpg="http://schemas.microsoft.com/office/word/2010/wordprocessingGroup" xmlns:w16se="http://schemas.microsoft.com/office/word/2015/wordml/symex" xmlns:w15="http://schemas.microsoft.com/office/word/2012/wordml" xmlns:w14="http://schemas.microsoft.com/office/word/2010/wordml" xmlns:wp="http://schemas.openxmlformats.org/drawingml/2006/wordprocessingDrawing" xmlns:wp14="http://schemas.microsoft.com/office/word/2010/wordprocessingDrawing" xmlns:m="http://schemas.openxmlformats.org/officeDocument/2006/math" xmlns:mc="http://schemas.openxmlformats.org/markup-compatibility/2006" xmlns:cx1="http://schemas.microsoft.com/office/drawing/2015/9/8/chartex" xmlns:cx="http://schemas.microsoft.com/office/drawing/2014/chartex" xmlns:wpc="http://schemas.microsoft.com/office/word/2010/wordprocessingCanvas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lc="http://schemas.openxmlformats.org/drawingml/2006/lockedCanvas" xmlns:a14="http://schemas.microsoft.com/office/drawing/2010/main" xmlns:w="http://schemas.openxmlformats.org/wordprocessingml/2006/main" xmlns:w10="urn:schemas-microsoft-com:office:word" xmlns:v="urn:schemas-microsoft-com:vml" xmlns:o="urn:schemas-microsoft-com:office:office" xmlns:mv="urn:schemas-microsoft-com:mac:vml" xmlns:mo="http://schemas.microsoft.com/office/mac/office/2008/main" xmlns:wps="http://schemas.microsoft.com/office/word/2010/wordprocessingShape" xmlns:wne="http://schemas.microsoft.com/office/word/2006/wordml" xmlns:wpi="http://schemas.microsoft.com/office/word/2010/wordprocessingInk" xmlns:wpg="http://schemas.microsoft.com/office/word/2010/wordprocessingGroup" xmlns:w16se="http://schemas.microsoft.com/office/word/2015/wordml/symex" xmlns:w15="http://schemas.microsoft.com/office/word/2012/wordml" xmlns:w14="http://schemas.microsoft.com/office/word/2010/wordml" xmlns:wp="http://schemas.openxmlformats.org/drawingml/2006/wordprocessingDrawing" xmlns:wp14="http://schemas.microsoft.com/office/word/2010/wordprocessingDrawing" xmlns:m="http://schemas.openxmlformats.org/officeDocument/2006/math" xmlns:mc="http://schemas.openxmlformats.org/markup-compatibility/2006" xmlns:cx1="http://schemas.microsoft.com/office/drawing/2015/9/8/chartex" xmlns:cx="http://schemas.microsoft.com/office/drawing/2014/chartex" xmlns:wpc="http://schemas.microsoft.com/office/word/2010/wordprocessingCanvas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pPr marL="0" marR="0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</a:pPr>
                <a:r>
                  <a:rPr lang="en-US" sz="1100" dirty="0">
                    <a:effectLst/>
                    <a:latin typeface="Calibri" panose="020F0502020204030204" pitchFamily="34" charset="0"/>
                    <a:ea typeface="MS Mincho" panose="02020609040205080304" pitchFamily="49" charset="-128"/>
                    <a:cs typeface="Times New Roman" panose="02020603050405020304" pitchFamily="18" charset="0"/>
                  </a:rPr>
                  <a:t>t</a:t>
                </a:r>
              </a:p>
            </p:txBody>
          </p:sp>
          <p:cxnSp>
            <p:nvCxnSpPr>
              <p:cNvPr id="32" name="AutoShape 71">
                <a:extLst>
                  <a:ext uri="{FF2B5EF4-FFF2-40B4-BE49-F238E27FC236}">
                    <a16:creationId xmlns:a16="http://schemas.microsoft.com/office/drawing/2014/main" id="{D6FDA3A8-6644-6234-F4EB-ECBFC3BA8D5A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304165" y="931545"/>
                <a:ext cx="6906895" cy="1270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lc="http://schemas.openxmlformats.org/drawingml/2006/lockedCanvas" xmlns:a14="http://schemas.microsoft.com/office/drawing/2010/main" xmlns:w="http://schemas.openxmlformats.org/wordprocessingml/2006/main" xmlns:w10="urn:schemas-microsoft-com:office:word" xmlns:v="urn:schemas-microsoft-com:vml" xmlns:o="urn:schemas-microsoft-com:office:office" xmlns:mv="urn:schemas-microsoft-com:mac:vml" xmlns:mo="http://schemas.microsoft.com/office/mac/office/2008/main" xmlns:wps="http://schemas.microsoft.com/office/word/2010/wordprocessingShape" xmlns:wne="http://schemas.microsoft.com/office/word/2006/wordml" xmlns:wpi="http://schemas.microsoft.com/office/word/2010/wordprocessingInk" xmlns:wpg="http://schemas.microsoft.com/office/word/2010/wordprocessingGroup" xmlns:w16se="http://schemas.microsoft.com/office/word/2015/wordml/symex" xmlns:w15="http://schemas.microsoft.com/office/word/2012/wordml" xmlns:w14="http://schemas.microsoft.com/office/word/2010/wordml" xmlns:wp="http://schemas.openxmlformats.org/drawingml/2006/wordprocessingDrawing" xmlns:wp14="http://schemas.microsoft.com/office/word/2010/wordprocessingDrawing" xmlns:m="http://schemas.openxmlformats.org/officeDocument/2006/math" xmlns:mc="http://schemas.openxmlformats.org/markup-compatibility/2006" xmlns:cx1="http://schemas.microsoft.com/office/drawing/2015/9/8/chartex" xmlns:cx="http://schemas.microsoft.com/office/drawing/2014/chartex" xmlns:wpc="http://schemas.microsoft.com/office/word/2010/wordprocessingCanvas" xmlns="">
                    <a:noFill/>
                  </a14:hiddenFill>
                </a:ext>
              </a:extLst>
            </p:spPr>
          </p:cxnSp>
          <p:cxnSp>
            <p:nvCxnSpPr>
              <p:cNvPr id="33" name="AutoShape 73">
                <a:extLst>
                  <a:ext uri="{FF2B5EF4-FFF2-40B4-BE49-F238E27FC236}">
                    <a16:creationId xmlns:a16="http://schemas.microsoft.com/office/drawing/2014/main" id="{D51B698B-7AC9-9445-9D05-B4ED6406EB1F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>
                <a:off x="342900" y="0"/>
                <a:ext cx="38735" cy="165354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lc="http://schemas.openxmlformats.org/drawingml/2006/lockedCanvas" xmlns:a14="http://schemas.microsoft.com/office/drawing/2010/main" xmlns:w="http://schemas.openxmlformats.org/wordprocessingml/2006/main" xmlns:w10="urn:schemas-microsoft-com:office:word" xmlns:v="urn:schemas-microsoft-com:vml" xmlns:o="urn:schemas-microsoft-com:office:office" xmlns:mv="urn:schemas-microsoft-com:mac:vml" xmlns:mo="http://schemas.microsoft.com/office/mac/office/2008/main" xmlns:wps="http://schemas.microsoft.com/office/word/2010/wordprocessingShape" xmlns:wne="http://schemas.microsoft.com/office/word/2006/wordml" xmlns:wpi="http://schemas.microsoft.com/office/word/2010/wordprocessingInk" xmlns:wpg="http://schemas.microsoft.com/office/word/2010/wordprocessingGroup" xmlns:w16se="http://schemas.microsoft.com/office/word/2015/wordml/symex" xmlns:w15="http://schemas.microsoft.com/office/word/2012/wordml" xmlns:w14="http://schemas.microsoft.com/office/word/2010/wordml" xmlns:wp="http://schemas.openxmlformats.org/drawingml/2006/wordprocessingDrawing" xmlns:wp14="http://schemas.microsoft.com/office/word/2010/wordprocessingDrawing" xmlns:m="http://schemas.openxmlformats.org/officeDocument/2006/math" xmlns:mc="http://schemas.openxmlformats.org/markup-compatibility/2006" xmlns:cx1="http://schemas.microsoft.com/office/drawing/2015/9/8/chartex" xmlns:cx="http://schemas.microsoft.com/office/drawing/2014/chartex" xmlns:wpc="http://schemas.microsoft.com/office/word/2010/wordprocessingCanvas" xmlns="">
                    <a:noFill/>
                  </a14:hiddenFill>
                </a:ext>
              </a:extLst>
            </p:spPr>
          </p:cxnSp>
          <p:sp>
            <p:nvSpPr>
              <p:cNvPr id="34" name="Text Box 76">
                <a:extLst>
                  <a:ext uri="{FF2B5EF4-FFF2-40B4-BE49-F238E27FC236}">
                    <a16:creationId xmlns:a16="http://schemas.microsoft.com/office/drawing/2014/main" id="{FF1A81C3-4AA6-D2F7-3F2D-C0703B53B54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0" y="883920"/>
                <a:ext cx="375920" cy="4203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lc="http://schemas.openxmlformats.org/drawingml/2006/lockedCanvas" xmlns:a14="http://schemas.microsoft.com/office/drawing/2010/main" xmlns:w="http://schemas.openxmlformats.org/wordprocessingml/2006/main" xmlns:w10="urn:schemas-microsoft-com:office:word" xmlns:v="urn:schemas-microsoft-com:vml" xmlns:o="urn:schemas-microsoft-com:office:office" xmlns:mv="urn:schemas-microsoft-com:mac:vml" xmlns:mo="http://schemas.microsoft.com/office/mac/office/2008/main" xmlns:wps="http://schemas.microsoft.com/office/word/2010/wordprocessingShape" xmlns:wne="http://schemas.microsoft.com/office/word/2006/wordml" xmlns:wpi="http://schemas.microsoft.com/office/word/2010/wordprocessingInk" xmlns:wpg="http://schemas.microsoft.com/office/word/2010/wordprocessingGroup" xmlns:w16se="http://schemas.microsoft.com/office/word/2015/wordml/symex" xmlns:w15="http://schemas.microsoft.com/office/word/2012/wordml" xmlns:w14="http://schemas.microsoft.com/office/word/2010/wordml" xmlns:wp="http://schemas.openxmlformats.org/drawingml/2006/wordprocessingDrawing" xmlns:wp14="http://schemas.microsoft.com/office/word/2010/wordprocessingDrawing" xmlns:m="http://schemas.openxmlformats.org/officeDocument/2006/math" xmlns:mc="http://schemas.openxmlformats.org/markup-compatibility/2006" xmlns:cx1="http://schemas.microsoft.com/office/drawing/2015/9/8/chartex" xmlns:cx="http://schemas.microsoft.com/office/drawing/2014/chartex" xmlns:wpc="http://schemas.microsoft.com/office/word/2010/wordprocessingCanvas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lc="http://schemas.openxmlformats.org/drawingml/2006/lockedCanvas" xmlns:a14="http://schemas.microsoft.com/office/drawing/2010/main" xmlns:w="http://schemas.openxmlformats.org/wordprocessingml/2006/main" xmlns:w10="urn:schemas-microsoft-com:office:word" xmlns:v="urn:schemas-microsoft-com:vml" xmlns:o="urn:schemas-microsoft-com:office:office" xmlns:mv="urn:schemas-microsoft-com:mac:vml" xmlns:mo="http://schemas.microsoft.com/office/mac/office/2008/main" xmlns:wps="http://schemas.microsoft.com/office/word/2010/wordprocessingShape" xmlns:wne="http://schemas.microsoft.com/office/word/2006/wordml" xmlns:wpi="http://schemas.microsoft.com/office/word/2010/wordprocessingInk" xmlns:wpg="http://schemas.microsoft.com/office/word/2010/wordprocessingGroup" xmlns:w16se="http://schemas.microsoft.com/office/word/2015/wordml/symex" xmlns:w15="http://schemas.microsoft.com/office/word/2012/wordml" xmlns:w14="http://schemas.microsoft.com/office/word/2010/wordml" xmlns:wp="http://schemas.openxmlformats.org/drawingml/2006/wordprocessingDrawing" xmlns:wp14="http://schemas.microsoft.com/office/word/2010/wordprocessingDrawing" xmlns:m="http://schemas.openxmlformats.org/officeDocument/2006/math" xmlns:mc="http://schemas.openxmlformats.org/markup-compatibility/2006" xmlns:cx1="http://schemas.microsoft.com/office/drawing/2015/9/8/chartex" xmlns:cx="http://schemas.microsoft.com/office/drawing/2014/chartex" xmlns:wpc="http://schemas.microsoft.com/office/word/2010/wordprocessingCanvas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pPr marL="0" marR="0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</a:pPr>
                <a:r>
                  <a:rPr lang="en-US" b="1" dirty="0">
                    <a:solidFill>
                      <a:srgbClr val="FF0000"/>
                    </a:solidFill>
                    <a:effectLst/>
                    <a:latin typeface="Calibri" panose="020F0502020204030204" pitchFamily="34" charset="0"/>
                    <a:ea typeface="MS Mincho" panose="02020609040205080304" pitchFamily="49" charset="-128"/>
                    <a:cs typeface="Times New Roman" panose="02020603050405020304" pitchFamily="18" charset="0"/>
                    <a:sym typeface="Symbol" panose="05050102010706020507" pitchFamily="18" charset="2"/>
                  </a:rPr>
                  <a:t></a:t>
                </a:r>
                <a:endParaRPr lang="en-US" b="1" dirty="0">
                  <a:solidFill>
                    <a:srgbClr val="FF0000"/>
                  </a:solidFill>
                  <a:effectLst/>
                  <a:latin typeface="Calibri" panose="020F0502020204030204" pitchFamily="34" charset="0"/>
                  <a:ea typeface="MS Mincho" panose="02020609040205080304" pitchFamily="49" charset="-128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147420DD-2173-EA6F-5834-770F3AAA01E9}"/>
                </a:ext>
              </a:extLst>
            </p:cNvPr>
            <p:cNvGrpSpPr/>
            <p:nvPr/>
          </p:nvGrpSpPr>
          <p:grpSpPr>
            <a:xfrm>
              <a:off x="1834171" y="5127802"/>
              <a:ext cx="7295461" cy="1593215"/>
              <a:chOff x="-19482" y="0"/>
              <a:chExt cx="7266737" cy="1653540"/>
            </a:xfrm>
          </p:grpSpPr>
          <p:sp>
            <p:nvSpPr>
              <p:cNvPr id="36" name="Text Box 67">
                <a:extLst>
                  <a:ext uri="{FF2B5EF4-FFF2-40B4-BE49-F238E27FC236}">
                    <a16:creationId xmlns:a16="http://schemas.microsoft.com/office/drawing/2014/main" id="{BD220A7C-7FBB-FFA6-E760-4079EDA1048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105650" y="1049020"/>
                <a:ext cx="141605" cy="2603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lc="http://schemas.openxmlformats.org/drawingml/2006/lockedCanvas" xmlns:a14="http://schemas.microsoft.com/office/drawing/2010/main" xmlns:w="http://schemas.openxmlformats.org/wordprocessingml/2006/main" xmlns:w10="urn:schemas-microsoft-com:office:word" xmlns:v="urn:schemas-microsoft-com:vml" xmlns:o="urn:schemas-microsoft-com:office:office" xmlns:mv="urn:schemas-microsoft-com:mac:vml" xmlns:mo="http://schemas.microsoft.com/office/mac/office/2008/main" xmlns:wps="http://schemas.microsoft.com/office/word/2010/wordprocessingShape" xmlns:wne="http://schemas.microsoft.com/office/word/2006/wordml" xmlns:wpi="http://schemas.microsoft.com/office/word/2010/wordprocessingInk" xmlns:wpg="http://schemas.microsoft.com/office/word/2010/wordprocessingGroup" xmlns:w16se="http://schemas.microsoft.com/office/word/2015/wordml/symex" xmlns:w15="http://schemas.microsoft.com/office/word/2012/wordml" xmlns:w14="http://schemas.microsoft.com/office/word/2010/wordml" xmlns:wp="http://schemas.openxmlformats.org/drawingml/2006/wordprocessingDrawing" xmlns:wp14="http://schemas.microsoft.com/office/word/2010/wordprocessingDrawing" xmlns:m="http://schemas.openxmlformats.org/officeDocument/2006/math" xmlns:mc="http://schemas.openxmlformats.org/markup-compatibility/2006" xmlns:cx1="http://schemas.microsoft.com/office/drawing/2015/9/8/chartex" xmlns:cx="http://schemas.microsoft.com/office/drawing/2014/chartex" xmlns:wpc="http://schemas.microsoft.com/office/word/2010/wordprocessingCanvas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lc="http://schemas.openxmlformats.org/drawingml/2006/lockedCanvas" xmlns:a14="http://schemas.microsoft.com/office/drawing/2010/main" xmlns:w="http://schemas.openxmlformats.org/wordprocessingml/2006/main" xmlns:w10="urn:schemas-microsoft-com:office:word" xmlns:v="urn:schemas-microsoft-com:vml" xmlns:o="urn:schemas-microsoft-com:office:office" xmlns:mv="urn:schemas-microsoft-com:mac:vml" xmlns:mo="http://schemas.microsoft.com/office/mac/office/2008/main" xmlns:wps="http://schemas.microsoft.com/office/word/2010/wordprocessingShape" xmlns:wne="http://schemas.microsoft.com/office/word/2006/wordml" xmlns:wpi="http://schemas.microsoft.com/office/word/2010/wordprocessingInk" xmlns:wpg="http://schemas.microsoft.com/office/word/2010/wordprocessingGroup" xmlns:w16se="http://schemas.microsoft.com/office/word/2015/wordml/symex" xmlns:w15="http://schemas.microsoft.com/office/word/2012/wordml" xmlns:w14="http://schemas.microsoft.com/office/word/2010/wordml" xmlns:wp="http://schemas.openxmlformats.org/drawingml/2006/wordprocessingDrawing" xmlns:wp14="http://schemas.microsoft.com/office/word/2010/wordprocessingDrawing" xmlns:m="http://schemas.openxmlformats.org/officeDocument/2006/math" xmlns:mc="http://schemas.openxmlformats.org/markup-compatibility/2006" xmlns:cx1="http://schemas.microsoft.com/office/drawing/2015/9/8/chartex" xmlns:cx="http://schemas.microsoft.com/office/drawing/2014/chartex" xmlns:wpc="http://schemas.microsoft.com/office/word/2010/wordprocessingCanvas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pPr marL="0" marR="0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</a:pPr>
                <a:r>
                  <a:rPr lang="en-US" sz="1100" dirty="0">
                    <a:effectLst/>
                    <a:latin typeface="Calibri" panose="020F0502020204030204" pitchFamily="34" charset="0"/>
                    <a:ea typeface="MS Mincho" panose="02020609040205080304" pitchFamily="49" charset="-128"/>
                    <a:cs typeface="Times New Roman" panose="02020603050405020304" pitchFamily="18" charset="0"/>
                  </a:rPr>
                  <a:t>t</a:t>
                </a:r>
              </a:p>
            </p:txBody>
          </p:sp>
          <p:cxnSp>
            <p:nvCxnSpPr>
              <p:cNvPr id="37" name="AutoShape 71">
                <a:extLst>
                  <a:ext uri="{FF2B5EF4-FFF2-40B4-BE49-F238E27FC236}">
                    <a16:creationId xmlns:a16="http://schemas.microsoft.com/office/drawing/2014/main" id="{D500C628-E708-00F8-DBCF-3E5C4CE582ED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304165" y="931545"/>
                <a:ext cx="6906895" cy="1270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lc="http://schemas.openxmlformats.org/drawingml/2006/lockedCanvas" xmlns:a14="http://schemas.microsoft.com/office/drawing/2010/main" xmlns:w="http://schemas.openxmlformats.org/wordprocessingml/2006/main" xmlns:w10="urn:schemas-microsoft-com:office:word" xmlns:v="urn:schemas-microsoft-com:vml" xmlns:o="urn:schemas-microsoft-com:office:office" xmlns:mv="urn:schemas-microsoft-com:mac:vml" xmlns:mo="http://schemas.microsoft.com/office/mac/office/2008/main" xmlns:wps="http://schemas.microsoft.com/office/word/2010/wordprocessingShape" xmlns:wne="http://schemas.microsoft.com/office/word/2006/wordml" xmlns:wpi="http://schemas.microsoft.com/office/word/2010/wordprocessingInk" xmlns:wpg="http://schemas.microsoft.com/office/word/2010/wordprocessingGroup" xmlns:w16se="http://schemas.microsoft.com/office/word/2015/wordml/symex" xmlns:w15="http://schemas.microsoft.com/office/word/2012/wordml" xmlns:w14="http://schemas.microsoft.com/office/word/2010/wordml" xmlns:wp="http://schemas.openxmlformats.org/drawingml/2006/wordprocessingDrawing" xmlns:wp14="http://schemas.microsoft.com/office/word/2010/wordprocessingDrawing" xmlns:m="http://schemas.openxmlformats.org/officeDocument/2006/math" xmlns:mc="http://schemas.openxmlformats.org/markup-compatibility/2006" xmlns:cx1="http://schemas.microsoft.com/office/drawing/2015/9/8/chartex" xmlns:cx="http://schemas.microsoft.com/office/drawing/2014/chartex" xmlns:wpc="http://schemas.microsoft.com/office/word/2010/wordprocessingCanvas" xmlns="">
                    <a:noFill/>
                  </a14:hiddenFill>
                </a:ext>
              </a:extLst>
            </p:spPr>
          </p:cxnSp>
          <p:cxnSp>
            <p:nvCxnSpPr>
              <p:cNvPr id="38" name="AutoShape 73">
                <a:extLst>
                  <a:ext uri="{FF2B5EF4-FFF2-40B4-BE49-F238E27FC236}">
                    <a16:creationId xmlns:a16="http://schemas.microsoft.com/office/drawing/2014/main" id="{346BBEBB-B529-2D38-B238-5AE8EB05EE98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>
                <a:off x="342900" y="0"/>
                <a:ext cx="38735" cy="165354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lc="http://schemas.openxmlformats.org/drawingml/2006/lockedCanvas" xmlns:a14="http://schemas.microsoft.com/office/drawing/2010/main" xmlns:w="http://schemas.openxmlformats.org/wordprocessingml/2006/main" xmlns:w10="urn:schemas-microsoft-com:office:word" xmlns:v="urn:schemas-microsoft-com:vml" xmlns:o="urn:schemas-microsoft-com:office:office" xmlns:mv="urn:schemas-microsoft-com:mac:vml" xmlns:mo="http://schemas.microsoft.com/office/mac/office/2008/main" xmlns:wps="http://schemas.microsoft.com/office/word/2010/wordprocessingShape" xmlns:wne="http://schemas.microsoft.com/office/word/2006/wordml" xmlns:wpi="http://schemas.microsoft.com/office/word/2010/wordprocessingInk" xmlns:wpg="http://schemas.microsoft.com/office/word/2010/wordprocessingGroup" xmlns:w16se="http://schemas.microsoft.com/office/word/2015/wordml/symex" xmlns:w15="http://schemas.microsoft.com/office/word/2012/wordml" xmlns:w14="http://schemas.microsoft.com/office/word/2010/wordml" xmlns:wp="http://schemas.openxmlformats.org/drawingml/2006/wordprocessingDrawing" xmlns:wp14="http://schemas.microsoft.com/office/word/2010/wordprocessingDrawing" xmlns:m="http://schemas.openxmlformats.org/officeDocument/2006/math" xmlns:mc="http://schemas.openxmlformats.org/markup-compatibility/2006" xmlns:cx1="http://schemas.microsoft.com/office/drawing/2015/9/8/chartex" xmlns:cx="http://schemas.microsoft.com/office/drawing/2014/chartex" xmlns:wpc="http://schemas.microsoft.com/office/word/2010/wordprocessingCanvas" xmlns="">
                    <a:noFill/>
                  </a14:hiddenFill>
                </a:ext>
              </a:extLst>
            </p:spPr>
          </p:cxnSp>
          <p:sp>
            <p:nvSpPr>
              <p:cNvPr id="39" name="Text Box 76">
                <a:extLst>
                  <a:ext uri="{FF2B5EF4-FFF2-40B4-BE49-F238E27FC236}">
                    <a16:creationId xmlns:a16="http://schemas.microsoft.com/office/drawing/2014/main" id="{F29D516D-839C-3F34-14FC-C1E97B02A09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-19482" y="889000"/>
                <a:ext cx="375920" cy="4203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lc="http://schemas.openxmlformats.org/drawingml/2006/lockedCanvas" xmlns:a14="http://schemas.microsoft.com/office/drawing/2010/main" xmlns:w="http://schemas.openxmlformats.org/wordprocessingml/2006/main" xmlns:w10="urn:schemas-microsoft-com:office:word" xmlns:v="urn:schemas-microsoft-com:vml" xmlns:o="urn:schemas-microsoft-com:office:office" xmlns:mv="urn:schemas-microsoft-com:mac:vml" xmlns:mo="http://schemas.microsoft.com/office/mac/office/2008/main" xmlns:wps="http://schemas.microsoft.com/office/word/2010/wordprocessingShape" xmlns:wne="http://schemas.microsoft.com/office/word/2006/wordml" xmlns:wpi="http://schemas.microsoft.com/office/word/2010/wordprocessingInk" xmlns:wpg="http://schemas.microsoft.com/office/word/2010/wordprocessingGroup" xmlns:w16se="http://schemas.microsoft.com/office/word/2015/wordml/symex" xmlns:w15="http://schemas.microsoft.com/office/word/2012/wordml" xmlns:w14="http://schemas.microsoft.com/office/word/2010/wordml" xmlns:wp="http://schemas.openxmlformats.org/drawingml/2006/wordprocessingDrawing" xmlns:wp14="http://schemas.microsoft.com/office/word/2010/wordprocessingDrawing" xmlns:m="http://schemas.openxmlformats.org/officeDocument/2006/math" xmlns:mc="http://schemas.openxmlformats.org/markup-compatibility/2006" xmlns:cx1="http://schemas.microsoft.com/office/drawing/2015/9/8/chartex" xmlns:cx="http://schemas.microsoft.com/office/drawing/2014/chartex" xmlns:wpc="http://schemas.microsoft.com/office/word/2010/wordprocessingCanvas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lc="http://schemas.openxmlformats.org/drawingml/2006/lockedCanvas" xmlns:a14="http://schemas.microsoft.com/office/drawing/2010/main" xmlns:w="http://schemas.openxmlformats.org/wordprocessingml/2006/main" xmlns:w10="urn:schemas-microsoft-com:office:word" xmlns:v="urn:schemas-microsoft-com:vml" xmlns:o="urn:schemas-microsoft-com:office:office" xmlns:mv="urn:schemas-microsoft-com:mac:vml" xmlns:mo="http://schemas.microsoft.com/office/mac/office/2008/main" xmlns:wps="http://schemas.microsoft.com/office/word/2010/wordprocessingShape" xmlns:wne="http://schemas.microsoft.com/office/word/2006/wordml" xmlns:wpi="http://schemas.microsoft.com/office/word/2010/wordprocessingInk" xmlns:wpg="http://schemas.microsoft.com/office/word/2010/wordprocessingGroup" xmlns:w16se="http://schemas.microsoft.com/office/word/2015/wordml/symex" xmlns:w15="http://schemas.microsoft.com/office/word/2012/wordml" xmlns:w14="http://schemas.microsoft.com/office/word/2010/wordml" xmlns:wp="http://schemas.openxmlformats.org/drawingml/2006/wordprocessingDrawing" xmlns:wp14="http://schemas.microsoft.com/office/word/2010/wordprocessingDrawing" xmlns:m="http://schemas.openxmlformats.org/officeDocument/2006/math" xmlns:mc="http://schemas.openxmlformats.org/markup-compatibility/2006" xmlns:cx1="http://schemas.microsoft.com/office/drawing/2015/9/8/chartex" xmlns:cx="http://schemas.microsoft.com/office/drawing/2014/chartex" xmlns:wpc="http://schemas.microsoft.com/office/word/2010/wordprocessingCanvas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pPr marL="0" marR="0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</a:pPr>
                <a:r>
                  <a:rPr lang="en-US" b="1" dirty="0">
                    <a:solidFill>
                      <a:srgbClr val="0070C0"/>
                    </a:solidFill>
                    <a:effectLst/>
                    <a:latin typeface="Calibri" panose="020F0502020204030204" pitchFamily="34" charset="0"/>
                    <a:ea typeface="MS Mincho" panose="02020609040205080304" pitchFamily="49" charset="-128"/>
                    <a:cs typeface="Times New Roman" panose="02020603050405020304" pitchFamily="18" charset="0"/>
                    <a:sym typeface="Symbol" panose="05050102010706020507" pitchFamily="18" charset="2"/>
                  </a:rPr>
                  <a:t></a:t>
                </a:r>
                <a:endParaRPr lang="en-US" b="1" dirty="0">
                  <a:solidFill>
                    <a:srgbClr val="0070C0"/>
                  </a:solidFill>
                  <a:effectLst/>
                  <a:latin typeface="Calibri" panose="020F0502020204030204" pitchFamily="34" charset="0"/>
                  <a:ea typeface="MS Mincho" panose="02020609040205080304" pitchFamily="49" charset="-128"/>
                  <a:cs typeface="Times New Roman" panose="02020603050405020304" pitchFamily="18" charset="0"/>
                </a:endParaRPr>
              </a:p>
            </p:txBody>
          </p:sp>
        </p:grpSp>
      </p:grp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72C7DA8C-F775-08C2-19BB-C91A031C3206}"/>
              </a:ext>
            </a:extLst>
          </p:cNvPr>
          <p:cNvCxnSpPr>
            <a:cxnSpLocks/>
          </p:cNvCxnSpPr>
          <p:nvPr/>
        </p:nvCxnSpPr>
        <p:spPr>
          <a:xfrm>
            <a:off x="4455384" y="1740323"/>
            <a:ext cx="20547" cy="58950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84FE58F3-7937-3D82-A9F4-530503CDCDFE}"/>
              </a:ext>
            </a:extLst>
          </p:cNvPr>
          <p:cNvCxnSpPr/>
          <p:nvPr/>
        </p:nvCxnSpPr>
        <p:spPr>
          <a:xfrm flipH="1">
            <a:off x="6617490" y="1536171"/>
            <a:ext cx="79513" cy="59566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16BC3B97-AE4F-D4BB-1306-8F8928865743}"/>
              </a:ext>
            </a:extLst>
          </p:cNvPr>
          <p:cNvCxnSpPr/>
          <p:nvPr/>
        </p:nvCxnSpPr>
        <p:spPr>
          <a:xfrm flipH="1">
            <a:off x="3437356" y="1454070"/>
            <a:ext cx="79513" cy="59566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830D1384-5357-9D18-1AD9-73E88C132057}"/>
              </a:ext>
            </a:extLst>
          </p:cNvPr>
          <p:cNvCxnSpPr/>
          <p:nvPr/>
        </p:nvCxnSpPr>
        <p:spPr>
          <a:xfrm flipH="1">
            <a:off x="7602945" y="1814319"/>
            <a:ext cx="79513" cy="59566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CA65BE11-479C-D11C-8154-667D3E8A2457}"/>
              </a:ext>
            </a:extLst>
          </p:cNvPr>
          <p:cNvCxnSpPr/>
          <p:nvPr/>
        </p:nvCxnSpPr>
        <p:spPr>
          <a:xfrm flipH="1">
            <a:off x="1277510" y="1373931"/>
            <a:ext cx="79513" cy="59566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C44BA560-5A7E-ADD1-5EF0-4EDE981EF06B}"/>
              </a:ext>
            </a:extLst>
          </p:cNvPr>
          <p:cNvCxnSpPr/>
          <p:nvPr/>
        </p:nvCxnSpPr>
        <p:spPr>
          <a:xfrm flipH="1">
            <a:off x="1429910" y="1526331"/>
            <a:ext cx="79513" cy="59566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88FF1A68-DF7C-55F0-ACB6-433EAF2F054C}"/>
              </a:ext>
            </a:extLst>
          </p:cNvPr>
          <p:cNvCxnSpPr/>
          <p:nvPr/>
        </p:nvCxnSpPr>
        <p:spPr>
          <a:xfrm flipH="1">
            <a:off x="1582310" y="1678731"/>
            <a:ext cx="79513" cy="59566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Arc 49">
            <a:extLst>
              <a:ext uri="{FF2B5EF4-FFF2-40B4-BE49-F238E27FC236}">
                <a16:creationId xmlns:a16="http://schemas.microsoft.com/office/drawing/2014/main" id="{2B1E923D-715C-3D57-14EF-19F8AE6EA588}"/>
              </a:ext>
            </a:extLst>
          </p:cNvPr>
          <p:cNvSpPr/>
          <p:nvPr/>
        </p:nvSpPr>
        <p:spPr>
          <a:xfrm>
            <a:off x="9477920" y="2826194"/>
            <a:ext cx="783772" cy="843802"/>
          </a:xfrm>
          <a:prstGeom prst="arc">
            <a:avLst/>
          </a:prstGeom>
          <a:ln w="25400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Arc 51">
            <a:extLst>
              <a:ext uri="{FF2B5EF4-FFF2-40B4-BE49-F238E27FC236}">
                <a16:creationId xmlns:a16="http://schemas.microsoft.com/office/drawing/2014/main" id="{D7AF7AD4-80EE-0A41-FFA7-792CE6E8ACEF}"/>
              </a:ext>
            </a:extLst>
          </p:cNvPr>
          <p:cNvSpPr/>
          <p:nvPr/>
        </p:nvSpPr>
        <p:spPr>
          <a:xfrm>
            <a:off x="9744518" y="2759849"/>
            <a:ext cx="783772" cy="843802"/>
          </a:xfrm>
          <a:prstGeom prst="arc">
            <a:avLst/>
          </a:prstGeom>
          <a:ln w="25400">
            <a:solidFill>
              <a:srgbClr val="FF0000"/>
            </a:solidFill>
            <a:headEnd type="triangl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B830EB9-2571-6442-FAD4-19390BE7A66F}"/>
              </a:ext>
            </a:extLst>
          </p:cNvPr>
          <p:cNvSpPr txBox="1"/>
          <p:nvPr/>
        </p:nvSpPr>
        <p:spPr>
          <a:xfrm>
            <a:off x="11645233" y="3862808"/>
            <a:ext cx="8573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Ext</a:t>
            </a:r>
          </a:p>
        </p:txBody>
      </p:sp>
      <p:sp>
        <p:nvSpPr>
          <p:cNvPr id="56" name="Arc 55">
            <a:extLst>
              <a:ext uri="{FF2B5EF4-FFF2-40B4-BE49-F238E27FC236}">
                <a16:creationId xmlns:a16="http://schemas.microsoft.com/office/drawing/2014/main" id="{3BE03598-9DB4-3B98-2F4F-3FDE637EA87C}"/>
              </a:ext>
            </a:extLst>
          </p:cNvPr>
          <p:cNvSpPr/>
          <p:nvPr/>
        </p:nvSpPr>
        <p:spPr>
          <a:xfrm>
            <a:off x="9009249" y="4241442"/>
            <a:ext cx="783772" cy="843802"/>
          </a:xfrm>
          <a:prstGeom prst="arc">
            <a:avLst/>
          </a:prstGeom>
          <a:noFill/>
          <a:ln w="25400">
            <a:solidFill>
              <a:srgbClr val="0070C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8" name="Arc 57">
            <a:extLst>
              <a:ext uri="{FF2B5EF4-FFF2-40B4-BE49-F238E27FC236}">
                <a16:creationId xmlns:a16="http://schemas.microsoft.com/office/drawing/2014/main" id="{2C82F0A4-3D85-43F6-91C0-F625AD506114}"/>
              </a:ext>
            </a:extLst>
          </p:cNvPr>
          <p:cNvSpPr/>
          <p:nvPr/>
        </p:nvSpPr>
        <p:spPr>
          <a:xfrm>
            <a:off x="9856430" y="2640057"/>
            <a:ext cx="783772" cy="843802"/>
          </a:xfrm>
          <a:prstGeom prst="arc">
            <a:avLst/>
          </a:prstGeom>
          <a:ln w="25400">
            <a:solidFill>
              <a:srgbClr val="FF0000"/>
            </a:solidFill>
            <a:headEnd type="triangl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BEAB358-B9C7-3039-2DBE-895DFA030848}"/>
              </a:ext>
            </a:extLst>
          </p:cNvPr>
          <p:cNvSpPr txBox="1"/>
          <p:nvPr/>
        </p:nvSpPr>
        <p:spPr>
          <a:xfrm>
            <a:off x="11621385" y="2974859"/>
            <a:ext cx="7536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Flex</a:t>
            </a:r>
          </a:p>
        </p:txBody>
      </p:sp>
      <p:sp>
        <p:nvSpPr>
          <p:cNvPr id="62" name="Arc 61">
            <a:extLst>
              <a:ext uri="{FF2B5EF4-FFF2-40B4-BE49-F238E27FC236}">
                <a16:creationId xmlns:a16="http://schemas.microsoft.com/office/drawing/2014/main" id="{65AF067D-E581-465C-F4A1-90F3D6088481}"/>
              </a:ext>
            </a:extLst>
          </p:cNvPr>
          <p:cNvSpPr/>
          <p:nvPr/>
        </p:nvSpPr>
        <p:spPr>
          <a:xfrm>
            <a:off x="9146969" y="2999195"/>
            <a:ext cx="783772" cy="843802"/>
          </a:xfrm>
          <a:prstGeom prst="arc">
            <a:avLst/>
          </a:prstGeom>
          <a:ln w="25400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4" name="Arc 63">
            <a:extLst>
              <a:ext uri="{FF2B5EF4-FFF2-40B4-BE49-F238E27FC236}">
                <a16:creationId xmlns:a16="http://schemas.microsoft.com/office/drawing/2014/main" id="{8B099303-D498-616D-2E98-7108A40BDC5E}"/>
              </a:ext>
            </a:extLst>
          </p:cNvPr>
          <p:cNvSpPr/>
          <p:nvPr/>
        </p:nvSpPr>
        <p:spPr>
          <a:xfrm>
            <a:off x="10389482" y="3631855"/>
            <a:ext cx="783772" cy="843802"/>
          </a:xfrm>
          <a:prstGeom prst="arc">
            <a:avLst/>
          </a:prstGeom>
          <a:ln w="25400">
            <a:solidFill>
              <a:srgbClr val="0070C0"/>
            </a:solidFill>
            <a:headEnd type="triangl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2830396-DCDB-5390-DD10-D82C8A61109F}"/>
              </a:ext>
            </a:extLst>
          </p:cNvPr>
          <p:cNvSpPr txBox="1"/>
          <p:nvPr/>
        </p:nvSpPr>
        <p:spPr>
          <a:xfrm>
            <a:off x="11275986" y="3865641"/>
            <a:ext cx="7536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Ext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9E3BC79A-F0D5-0ADB-6F0E-8F30D931F56C}"/>
              </a:ext>
            </a:extLst>
          </p:cNvPr>
          <p:cNvSpPr txBox="1"/>
          <p:nvPr/>
        </p:nvSpPr>
        <p:spPr>
          <a:xfrm>
            <a:off x="11657513" y="1944913"/>
            <a:ext cx="7536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Ext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43C429D3-4564-F3A5-1446-EAF463F3DAB3}"/>
              </a:ext>
            </a:extLst>
          </p:cNvPr>
          <p:cNvSpPr txBox="1"/>
          <p:nvPr/>
        </p:nvSpPr>
        <p:spPr>
          <a:xfrm>
            <a:off x="11621386" y="2614949"/>
            <a:ext cx="7536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Flex</a:t>
            </a:r>
          </a:p>
        </p:txBody>
      </p:sp>
      <p:sp>
        <p:nvSpPr>
          <p:cNvPr id="72" name="Arc 71">
            <a:extLst>
              <a:ext uri="{FF2B5EF4-FFF2-40B4-BE49-F238E27FC236}">
                <a16:creationId xmlns:a16="http://schemas.microsoft.com/office/drawing/2014/main" id="{D142A780-6DBA-A8A6-AD10-4BCBDB54FC04}"/>
              </a:ext>
            </a:extLst>
          </p:cNvPr>
          <p:cNvSpPr/>
          <p:nvPr/>
        </p:nvSpPr>
        <p:spPr>
          <a:xfrm>
            <a:off x="9629478" y="3915003"/>
            <a:ext cx="783772" cy="843802"/>
          </a:xfrm>
          <a:prstGeom prst="arc">
            <a:avLst/>
          </a:prstGeom>
          <a:noFill/>
          <a:ln w="25400">
            <a:solidFill>
              <a:srgbClr val="0070C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4" name="Arc 73">
            <a:extLst>
              <a:ext uri="{FF2B5EF4-FFF2-40B4-BE49-F238E27FC236}">
                <a16:creationId xmlns:a16="http://schemas.microsoft.com/office/drawing/2014/main" id="{53AC4E07-2A7C-7D40-75F4-C43275BD5AC5}"/>
              </a:ext>
            </a:extLst>
          </p:cNvPr>
          <p:cNvSpPr/>
          <p:nvPr/>
        </p:nvSpPr>
        <p:spPr>
          <a:xfrm>
            <a:off x="10033473" y="3758231"/>
            <a:ext cx="783772" cy="843802"/>
          </a:xfrm>
          <a:prstGeom prst="arc">
            <a:avLst/>
          </a:prstGeom>
          <a:ln w="25400">
            <a:solidFill>
              <a:srgbClr val="0070C0"/>
            </a:solidFill>
            <a:headEnd type="triangl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6" name="Arc 75">
            <a:extLst>
              <a:ext uri="{FF2B5EF4-FFF2-40B4-BE49-F238E27FC236}">
                <a16:creationId xmlns:a16="http://schemas.microsoft.com/office/drawing/2014/main" id="{88BC03A8-2E89-7A1C-CDE4-DB11201835BD}"/>
              </a:ext>
            </a:extLst>
          </p:cNvPr>
          <p:cNvSpPr/>
          <p:nvPr/>
        </p:nvSpPr>
        <p:spPr>
          <a:xfrm>
            <a:off x="9237592" y="4075705"/>
            <a:ext cx="783772" cy="783771"/>
          </a:xfrm>
          <a:prstGeom prst="arc">
            <a:avLst/>
          </a:prstGeom>
          <a:noFill/>
          <a:ln w="25400">
            <a:solidFill>
              <a:srgbClr val="0070C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8" name="Arc 77">
            <a:extLst>
              <a:ext uri="{FF2B5EF4-FFF2-40B4-BE49-F238E27FC236}">
                <a16:creationId xmlns:a16="http://schemas.microsoft.com/office/drawing/2014/main" id="{B77D4069-8A5F-1383-A6A8-2EE41CFA9198}"/>
              </a:ext>
            </a:extLst>
          </p:cNvPr>
          <p:cNvSpPr/>
          <p:nvPr/>
        </p:nvSpPr>
        <p:spPr>
          <a:xfrm>
            <a:off x="9856430" y="3806384"/>
            <a:ext cx="783772" cy="783771"/>
          </a:xfrm>
          <a:prstGeom prst="arc">
            <a:avLst/>
          </a:prstGeom>
          <a:noFill/>
          <a:ln w="25400">
            <a:solidFill>
              <a:srgbClr val="0070C0"/>
            </a:solidFill>
            <a:headEnd type="triangl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622D62DB-CB49-FAED-9C8C-295A3513A7F0}"/>
              </a:ext>
            </a:extLst>
          </p:cNvPr>
          <p:cNvSpPr txBox="1"/>
          <p:nvPr/>
        </p:nvSpPr>
        <p:spPr>
          <a:xfrm>
            <a:off x="11627558" y="2311420"/>
            <a:ext cx="8573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Ext</a:t>
            </a:r>
          </a:p>
        </p:txBody>
      </p:sp>
      <p:sp>
        <p:nvSpPr>
          <p:cNvPr id="82" name="Arc 81">
            <a:extLst>
              <a:ext uri="{FF2B5EF4-FFF2-40B4-BE49-F238E27FC236}">
                <a16:creationId xmlns:a16="http://schemas.microsoft.com/office/drawing/2014/main" id="{F7234902-3F11-BCE1-BC3C-0B0BF65AF92F}"/>
              </a:ext>
            </a:extLst>
          </p:cNvPr>
          <p:cNvSpPr/>
          <p:nvPr/>
        </p:nvSpPr>
        <p:spPr>
          <a:xfrm>
            <a:off x="8961318" y="3100980"/>
            <a:ext cx="783772" cy="783771"/>
          </a:xfrm>
          <a:prstGeom prst="arc">
            <a:avLst/>
          </a:prstGeom>
          <a:ln w="25400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4" name="Arc 83">
            <a:extLst>
              <a:ext uri="{FF2B5EF4-FFF2-40B4-BE49-F238E27FC236}">
                <a16:creationId xmlns:a16="http://schemas.microsoft.com/office/drawing/2014/main" id="{8671E9DA-1F3E-8774-A2AF-1675342C25A8}"/>
              </a:ext>
            </a:extLst>
          </p:cNvPr>
          <p:cNvSpPr/>
          <p:nvPr/>
        </p:nvSpPr>
        <p:spPr>
          <a:xfrm>
            <a:off x="10263929" y="2477707"/>
            <a:ext cx="783772" cy="783771"/>
          </a:xfrm>
          <a:prstGeom prst="arc">
            <a:avLst/>
          </a:prstGeom>
          <a:ln w="25400">
            <a:solidFill>
              <a:srgbClr val="FF0000"/>
            </a:solidFill>
            <a:headEnd type="triangl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4C3CD0D3-F370-736F-38BA-5C89A231B132}"/>
              </a:ext>
            </a:extLst>
          </p:cNvPr>
          <p:cNvSpPr txBox="1"/>
          <p:nvPr/>
        </p:nvSpPr>
        <p:spPr>
          <a:xfrm>
            <a:off x="11047701" y="2943407"/>
            <a:ext cx="7536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Flex</a:t>
            </a:r>
          </a:p>
        </p:txBody>
      </p:sp>
      <p:sp>
        <p:nvSpPr>
          <p:cNvPr id="88" name="Arc 87">
            <a:extLst>
              <a:ext uri="{FF2B5EF4-FFF2-40B4-BE49-F238E27FC236}">
                <a16:creationId xmlns:a16="http://schemas.microsoft.com/office/drawing/2014/main" id="{DB867B24-25BA-EEA3-72EE-BE8B6B2544F4}"/>
              </a:ext>
            </a:extLst>
          </p:cNvPr>
          <p:cNvSpPr/>
          <p:nvPr/>
        </p:nvSpPr>
        <p:spPr>
          <a:xfrm>
            <a:off x="9320759" y="2909291"/>
            <a:ext cx="783772" cy="783771"/>
          </a:xfrm>
          <a:prstGeom prst="arc">
            <a:avLst/>
          </a:prstGeom>
          <a:ln w="25400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0" name="Arc 89">
            <a:extLst>
              <a:ext uri="{FF2B5EF4-FFF2-40B4-BE49-F238E27FC236}">
                <a16:creationId xmlns:a16="http://schemas.microsoft.com/office/drawing/2014/main" id="{95DDE557-A674-F12A-A98B-38DCBC68222D}"/>
              </a:ext>
            </a:extLst>
          </p:cNvPr>
          <p:cNvSpPr/>
          <p:nvPr/>
        </p:nvSpPr>
        <p:spPr>
          <a:xfrm>
            <a:off x="10079110" y="2557116"/>
            <a:ext cx="783772" cy="783771"/>
          </a:xfrm>
          <a:prstGeom prst="arc">
            <a:avLst/>
          </a:prstGeom>
          <a:ln w="25400">
            <a:solidFill>
              <a:srgbClr val="FF0000"/>
            </a:solidFill>
            <a:headEnd type="triangl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3B94A18A-3070-4AFA-0473-B708A9BE7803}"/>
              </a:ext>
            </a:extLst>
          </p:cNvPr>
          <p:cNvSpPr txBox="1"/>
          <p:nvPr/>
        </p:nvSpPr>
        <p:spPr>
          <a:xfrm>
            <a:off x="11256605" y="1988433"/>
            <a:ext cx="7536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Ext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E99F3CE2-DF5F-220E-57E6-3266C853E333}"/>
              </a:ext>
            </a:extLst>
          </p:cNvPr>
          <p:cNvSpPr txBox="1"/>
          <p:nvPr/>
        </p:nvSpPr>
        <p:spPr>
          <a:xfrm>
            <a:off x="11232520" y="2270725"/>
            <a:ext cx="7536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Ext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F5FEBD5C-107D-450C-CBA9-BD93709EF1B5}"/>
              </a:ext>
            </a:extLst>
          </p:cNvPr>
          <p:cNvSpPr txBox="1"/>
          <p:nvPr/>
        </p:nvSpPr>
        <p:spPr>
          <a:xfrm>
            <a:off x="11147266" y="2589841"/>
            <a:ext cx="7536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Flex</a:t>
            </a:r>
          </a:p>
        </p:txBody>
      </p:sp>
      <p:sp>
        <p:nvSpPr>
          <p:cNvPr id="98" name="Arc 97">
            <a:extLst>
              <a:ext uri="{FF2B5EF4-FFF2-40B4-BE49-F238E27FC236}">
                <a16:creationId xmlns:a16="http://schemas.microsoft.com/office/drawing/2014/main" id="{03A86419-DF69-9C5B-E61D-C95F324B2E3C}"/>
              </a:ext>
            </a:extLst>
          </p:cNvPr>
          <p:cNvSpPr/>
          <p:nvPr/>
        </p:nvSpPr>
        <p:spPr>
          <a:xfrm>
            <a:off x="9414635" y="4040528"/>
            <a:ext cx="783772" cy="783771"/>
          </a:xfrm>
          <a:prstGeom prst="arc">
            <a:avLst/>
          </a:prstGeom>
          <a:noFill/>
          <a:ln w="25400">
            <a:solidFill>
              <a:srgbClr val="0070C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0" name="Arc 99">
            <a:extLst>
              <a:ext uri="{FF2B5EF4-FFF2-40B4-BE49-F238E27FC236}">
                <a16:creationId xmlns:a16="http://schemas.microsoft.com/office/drawing/2014/main" id="{FB92290C-42FC-4F32-BD67-605D56C8C116}"/>
              </a:ext>
            </a:extLst>
          </p:cNvPr>
          <p:cNvSpPr/>
          <p:nvPr/>
        </p:nvSpPr>
        <p:spPr>
          <a:xfrm>
            <a:off x="10248316" y="3728633"/>
            <a:ext cx="783772" cy="783771"/>
          </a:xfrm>
          <a:prstGeom prst="arc">
            <a:avLst/>
          </a:prstGeom>
          <a:ln w="25400">
            <a:solidFill>
              <a:srgbClr val="0070C0"/>
            </a:solidFill>
            <a:headEnd type="triangl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F661BF81-7705-8A9D-2AB8-AA39BD6573CE}"/>
              </a:ext>
            </a:extLst>
          </p:cNvPr>
          <p:cNvSpPr txBox="1"/>
          <p:nvPr/>
        </p:nvSpPr>
        <p:spPr>
          <a:xfrm>
            <a:off x="11597589" y="4168076"/>
            <a:ext cx="7536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Flex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30F1F202-645B-F3E6-AEF5-38978DB89D3E}"/>
              </a:ext>
            </a:extLst>
          </p:cNvPr>
          <p:cNvSpPr txBox="1"/>
          <p:nvPr/>
        </p:nvSpPr>
        <p:spPr>
          <a:xfrm>
            <a:off x="11147265" y="4119865"/>
            <a:ext cx="7536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Flex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22F50A92-6311-47D7-0D33-53C15396B0AC}"/>
              </a:ext>
            </a:extLst>
          </p:cNvPr>
          <p:cNvSpPr txBox="1"/>
          <p:nvPr/>
        </p:nvSpPr>
        <p:spPr>
          <a:xfrm>
            <a:off x="11032088" y="4463427"/>
            <a:ext cx="7536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Flex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8B6A4910-670B-8095-CE61-425BA5EC216F}"/>
              </a:ext>
            </a:extLst>
          </p:cNvPr>
          <p:cNvSpPr txBox="1"/>
          <p:nvPr/>
        </p:nvSpPr>
        <p:spPr>
          <a:xfrm>
            <a:off x="11679419" y="3593773"/>
            <a:ext cx="7536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Ext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9E6BF437-310B-A9BD-2ACB-75A57BCE148F}"/>
              </a:ext>
            </a:extLst>
          </p:cNvPr>
          <p:cNvSpPr txBox="1"/>
          <p:nvPr/>
        </p:nvSpPr>
        <p:spPr>
          <a:xfrm>
            <a:off x="11253932" y="3583639"/>
            <a:ext cx="7536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Ext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CC8039A0-CC5A-5623-8C0E-5071B084CA07}"/>
              </a:ext>
            </a:extLst>
          </p:cNvPr>
          <p:cNvSpPr txBox="1"/>
          <p:nvPr/>
        </p:nvSpPr>
        <p:spPr>
          <a:xfrm>
            <a:off x="11574714" y="4478677"/>
            <a:ext cx="7536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Flex</a:t>
            </a:r>
          </a:p>
        </p:txBody>
      </p:sp>
      <p:sp>
        <p:nvSpPr>
          <p:cNvPr id="115" name="Text Box 76">
            <a:extLst>
              <a:ext uri="{FF2B5EF4-FFF2-40B4-BE49-F238E27FC236}">
                <a16:creationId xmlns:a16="http://schemas.microsoft.com/office/drawing/2014/main" id="{DF88AE4D-D04C-6BE6-FFD7-CA7BF601A6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45382" y="2110479"/>
            <a:ext cx="375920" cy="4203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wpc="http://schemas.microsoft.com/office/word/2010/wordprocessingCanvas" xmlns:cx="http://schemas.microsoft.com/office/drawing/2014/chartex" xmlns:cx1="http://schemas.microsoft.com/office/drawing/2015/9/8/chartex" xmlns:mc="http://schemas.openxmlformats.org/markup-compatibility/2006" xmlns:m="http://schemas.openxmlformats.org/officeDocument/2006/math" xmlns:wp14="http://schemas.microsoft.com/office/word/2010/wordprocessingDrawing" xmlns:wp="http://schemas.openxmlformats.org/drawingml/2006/wordprocessingDrawing" xmlns:w14="http://schemas.microsoft.com/office/word/2010/wordml" xmlns:w15="http://schemas.microsoft.com/office/word/2012/wordml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 xmlns:mo="http://schemas.microsoft.com/office/mac/office/2008/main" xmlns:mv="urn:schemas-microsoft-com:mac:vml" xmlns:o="urn:schemas-microsoft-com:office:office" xmlns:v="urn:schemas-microsoft-com:vml" xmlns:w10="urn:schemas-microsoft-com:office:word" xmlns:w="http://schemas.openxmlformats.org/wordprocessingml/2006/main" xmlns:a14="http://schemas.microsoft.com/office/drawing/2010/main" xmlns:lc="http://schemas.openxmlformats.org/drawingml/2006/lockedCanvas">
                <a:solidFill>
                  <a:srgbClr val="FFFFFF"/>
                </a:solidFill>
              </a14:hiddenFill>
            </a:ext>
            <a:ext uri="{91240B29-F687-4f45-9708-019B960494DF}">
              <a14:hiddenLine xmlns="" xmlns:wpc="http://schemas.microsoft.com/office/word/2010/wordprocessingCanvas" xmlns:cx="http://schemas.microsoft.com/office/drawing/2014/chartex" xmlns:cx1="http://schemas.microsoft.com/office/drawing/2015/9/8/chartex" xmlns:mc="http://schemas.openxmlformats.org/markup-compatibility/2006" xmlns:m="http://schemas.openxmlformats.org/officeDocument/2006/math" xmlns:wp14="http://schemas.microsoft.com/office/word/2010/wordprocessingDrawing" xmlns:wp="http://schemas.openxmlformats.org/drawingml/2006/wordprocessingDrawing" xmlns:w14="http://schemas.microsoft.com/office/word/2010/wordml" xmlns:w15="http://schemas.microsoft.com/office/word/2012/wordml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 xmlns:mo="http://schemas.microsoft.com/office/mac/office/2008/main" xmlns:mv="urn:schemas-microsoft-com:mac:vml" xmlns:o="urn:schemas-microsoft-com:office:office" xmlns:v="urn:schemas-microsoft-com:vml" xmlns:w10="urn:schemas-microsoft-com:office:word" xmlns:w="http://schemas.openxmlformats.org/wordprocessingml/2006/main" xmlns:a14="http://schemas.microsoft.com/office/drawing/2010/main" xmlns:lc="http://schemas.openxmlformats.org/drawingml/2006/lockedCanvas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b="1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  <a:sym typeface="Symbol" panose="05050102010706020507" pitchFamily="18" charset="2"/>
              </a:rPr>
              <a:t></a:t>
            </a:r>
            <a:endParaRPr lang="en-US" b="1" dirty="0">
              <a:solidFill>
                <a:srgbClr val="FF0000"/>
              </a:solidFill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117" name="Text Box 76">
            <a:extLst>
              <a:ext uri="{FF2B5EF4-FFF2-40B4-BE49-F238E27FC236}">
                <a16:creationId xmlns:a16="http://schemas.microsoft.com/office/drawing/2014/main" id="{8A16E6EB-2CC9-F5F9-6D65-D4A535DDB4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86459" y="3506441"/>
            <a:ext cx="377406" cy="4050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wpc="http://schemas.microsoft.com/office/word/2010/wordprocessingCanvas" xmlns:cx="http://schemas.microsoft.com/office/drawing/2014/chartex" xmlns:cx1="http://schemas.microsoft.com/office/drawing/2015/9/8/chartex" xmlns:mc="http://schemas.openxmlformats.org/markup-compatibility/2006" xmlns:m="http://schemas.openxmlformats.org/officeDocument/2006/math" xmlns:wp14="http://schemas.microsoft.com/office/word/2010/wordprocessingDrawing" xmlns:wp="http://schemas.openxmlformats.org/drawingml/2006/wordprocessingDrawing" xmlns:w14="http://schemas.microsoft.com/office/word/2010/wordml" xmlns:w15="http://schemas.microsoft.com/office/word/2012/wordml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 xmlns:mo="http://schemas.microsoft.com/office/mac/office/2008/main" xmlns:mv="urn:schemas-microsoft-com:mac:vml" xmlns:o="urn:schemas-microsoft-com:office:office" xmlns:v="urn:schemas-microsoft-com:vml" xmlns:w10="urn:schemas-microsoft-com:office:word" xmlns:w="http://schemas.openxmlformats.org/wordprocessingml/2006/main" xmlns:a14="http://schemas.microsoft.com/office/drawing/2010/main" xmlns:lc="http://schemas.openxmlformats.org/drawingml/2006/lockedCanvas">
                <a:solidFill>
                  <a:srgbClr val="FFFFFF"/>
                </a:solidFill>
              </a14:hiddenFill>
            </a:ext>
            <a:ext uri="{91240B29-F687-4f45-9708-019B960494DF}">
              <a14:hiddenLine xmlns="" xmlns:wpc="http://schemas.microsoft.com/office/word/2010/wordprocessingCanvas" xmlns:cx="http://schemas.microsoft.com/office/drawing/2014/chartex" xmlns:cx1="http://schemas.microsoft.com/office/drawing/2015/9/8/chartex" xmlns:mc="http://schemas.openxmlformats.org/markup-compatibility/2006" xmlns:m="http://schemas.openxmlformats.org/officeDocument/2006/math" xmlns:wp14="http://schemas.microsoft.com/office/word/2010/wordprocessingDrawing" xmlns:wp="http://schemas.openxmlformats.org/drawingml/2006/wordprocessingDrawing" xmlns:w14="http://schemas.microsoft.com/office/word/2010/wordml" xmlns:w15="http://schemas.microsoft.com/office/word/2012/wordml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 xmlns:mo="http://schemas.microsoft.com/office/mac/office/2008/main" xmlns:mv="urn:schemas-microsoft-com:mac:vml" xmlns:o="urn:schemas-microsoft-com:office:office" xmlns:v="urn:schemas-microsoft-com:vml" xmlns:w10="urn:schemas-microsoft-com:office:word" xmlns:w="http://schemas.openxmlformats.org/wordprocessingml/2006/main" xmlns:a14="http://schemas.microsoft.com/office/drawing/2010/main" xmlns:lc="http://schemas.openxmlformats.org/drawingml/2006/lockedCanvas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b="1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  <a:sym typeface="Symbol" panose="05050102010706020507" pitchFamily="18" charset="2"/>
              </a:rPr>
              <a:t></a:t>
            </a:r>
            <a:endParaRPr lang="en-US" b="1" dirty="0">
              <a:solidFill>
                <a:srgbClr val="0070C0"/>
              </a:solidFill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ABD2F449-BD5D-FA93-395B-91D255DCB10F}"/>
              </a:ext>
            </a:extLst>
          </p:cNvPr>
          <p:cNvSpPr txBox="1"/>
          <p:nvPr/>
        </p:nvSpPr>
        <p:spPr>
          <a:xfrm>
            <a:off x="3180091" y="4038616"/>
            <a:ext cx="7398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sym typeface="Symbol" panose="05050102010706020507" pitchFamily="18" charset="2"/>
              </a:rPr>
              <a:t> = 0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E095533F-A7D0-7324-5ECA-CB64ED413D67}"/>
              </a:ext>
            </a:extLst>
          </p:cNvPr>
          <p:cNvSpPr txBox="1"/>
          <p:nvPr/>
        </p:nvSpPr>
        <p:spPr>
          <a:xfrm>
            <a:off x="9414635" y="5464867"/>
            <a:ext cx="1047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sym typeface="Symbol" panose="05050102010706020507" pitchFamily="18" charset="2"/>
              </a:rPr>
              <a:t></a:t>
            </a:r>
            <a:r>
              <a:rPr lang="en-US" sz="1200" dirty="0">
                <a:solidFill>
                  <a:srgbClr val="FF0000"/>
                </a:solidFill>
                <a:sym typeface="Symbol" panose="05050102010706020507" pitchFamily="18" charset="2"/>
              </a:rPr>
              <a:t>peak 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87906AA6-69AE-9113-4963-7E14F5B03A8E}"/>
              </a:ext>
            </a:extLst>
          </p:cNvPr>
          <p:cNvSpPr txBox="1"/>
          <p:nvPr/>
        </p:nvSpPr>
        <p:spPr>
          <a:xfrm>
            <a:off x="9365386" y="5763412"/>
            <a:ext cx="1047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sym typeface="Symbol" panose="05050102010706020507" pitchFamily="18" charset="2"/>
              </a:rPr>
              <a:t></a:t>
            </a:r>
            <a:r>
              <a:rPr lang="en-US" sz="1200" dirty="0">
                <a:solidFill>
                  <a:srgbClr val="FF0000"/>
                </a:solidFill>
                <a:sym typeface="Symbol" panose="05050102010706020507" pitchFamily="18" charset="2"/>
              </a:rPr>
              <a:t>peak 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CFC0A9A6-29F4-1AF7-1FC2-F70A23494743}"/>
              </a:ext>
            </a:extLst>
          </p:cNvPr>
          <p:cNvSpPr txBox="1"/>
          <p:nvPr/>
        </p:nvSpPr>
        <p:spPr>
          <a:xfrm>
            <a:off x="9334237" y="6098045"/>
            <a:ext cx="1047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sym typeface="Symbol" panose="05050102010706020507" pitchFamily="18" charset="2"/>
              </a:rPr>
              <a:t></a:t>
            </a:r>
            <a:r>
              <a:rPr lang="en-US" sz="1200" dirty="0">
                <a:solidFill>
                  <a:srgbClr val="FF0000"/>
                </a:solidFill>
                <a:sym typeface="Symbol" panose="05050102010706020507" pitchFamily="18" charset="2"/>
              </a:rPr>
              <a:t>peak 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82459D6D-6FF5-DEB7-9966-CF3C7214653E}"/>
              </a:ext>
            </a:extLst>
          </p:cNvPr>
          <p:cNvSpPr txBox="1"/>
          <p:nvPr/>
        </p:nvSpPr>
        <p:spPr>
          <a:xfrm>
            <a:off x="9310918" y="6325268"/>
            <a:ext cx="1047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sym typeface="Symbol" panose="05050102010706020507" pitchFamily="18" charset="2"/>
              </a:rPr>
              <a:t></a:t>
            </a:r>
            <a:r>
              <a:rPr lang="en-US" sz="1200" dirty="0">
                <a:solidFill>
                  <a:srgbClr val="FF0000"/>
                </a:solidFill>
                <a:sym typeface="Symbol" panose="05050102010706020507" pitchFamily="18" charset="2"/>
              </a:rPr>
              <a:t>peak 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F7017D69-66D0-54FA-1A0F-393FCD57DA09}"/>
              </a:ext>
            </a:extLst>
          </p:cNvPr>
          <p:cNvSpPr txBox="1"/>
          <p:nvPr/>
        </p:nvSpPr>
        <p:spPr>
          <a:xfrm>
            <a:off x="10925730" y="5195868"/>
            <a:ext cx="7398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  <a:sym typeface="Symbol" panose="05050102010706020507" pitchFamily="18" charset="2"/>
              </a:rPr>
              <a:t>= 0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AD0D2284-FC80-6CDC-7FBF-D0C44BB32FBF}"/>
              </a:ext>
            </a:extLst>
          </p:cNvPr>
          <p:cNvSpPr txBox="1"/>
          <p:nvPr/>
        </p:nvSpPr>
        <p:spPr>
          <a:xfrm>
            <a:off x="10942371" y="5449421"/>
            <a:ext cx="7398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  <a:sym typeface="Symbol" panose="05050102010706020507" pitchFamily="18" charset="2"/>
              </a:rPr>
              <a:t>= 0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794D6DA5-F28D-E0A3-3C8C-70943121329B}"/>
              </a:ext>
            </a:extLst>
          </p:cNvPr>
          <p:cNvSpPr txBox="1"/>
          <p:nvPr/>
        </p:nvSpPr>
        <p:spPr>
          <a:xfrm>
            <a:off x="10939535" y="5657732"/>
            <a:ext cx="7398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  <a:sym typeface="Symbol" panose="05050102010706020507" pitchFamily="18" charset="2"/>
              </a:rPr>
              <a:t>= 0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36CD994E-1779-D3A1-F83D-B51A4E3FAAF9}"/>
              </a:ext>
            </a:extLst>
          </p:cNvPr>
          <p:cNvSpPr txBox="1"/>
          <p:nvPr/>
        </p:nvSpPr>
        <p:spPr>
          <a:xfrm>
            <a:off x="10941206" y="5924409"/>
            <a:ext cx="7398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  <a:sym typeface="Symbol" panose="05050102010706020507" pitchFamily="18" charset="2"/>
              </a:rPr>
              <a:t>= 0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7B5AEA70-6B0B-AB41-040C-B854AAF13473}"/>
              </a:ext>
            </a:extLst>
          </p:cNvPr>
          <p:cNvSpPr txBox="1"/>
          <p:nvPr/>
        </p:nvSpPr>
        <p:spPr>
          <a:xfrm>
            <a:off x="7339742" y="4056776"/>
            <a:ext cx="7398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sym typeface="Symbol" panose="05050102010706020507" pitchFamily="18" charset="2"/>
              </a:rPr>
              <a:t> = 0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12783B78-8F4D-838E-844F-EF0DEC8D167A}"/>
              </a:ext>
            </a:extLst>
          </p:cNvPr>
          <p:cNvSpPr txBox="1"/>
          <p:nvPr/>
        </p:nvSpPr>
        <p:spPr>
          <a:xfrm>
            <a:off x="10174606" y="5432601"/>
            <a:ext cx="7398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sym typeface="Symbol" panose="05050102010706020507" pitchFamily="18" charset="2"/>
              </a:rPr>
              <a:t> = 0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D3F7206D-EBFD-DAB8-88E0-7F63E8FF4AAC}"/>
              </a:ext>
            </a:extLst>
          </p:cNvPr>
          <p:cNvSpPr txBox="1"/>
          <p:nvPr/>
        </p:nvSpPr>
        <p:spPr>
          <a:xfrm>
            <a:off x="10327006" y="5585001"/>
            <a:ext cx="7398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sym typeface="Symbol" panose="05050102010706020507" pitchFamily="18" charset="2"/>
              </a:rPr>
              <a:t> = 0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43" name="Text Box 28">
            <a:extLst>
              <a:ext uri="{FF2B5EF4-FFF2-40B4-BE49-F238E27FC236}">
                <a16:creationId xmlns:a16="http://schemas.microsoft.com/office/drawing/2014/main" id="{6A8AEEB3-3D98-B0C3-36D7-A9E4DAACE8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13978" y="990683"/>
            <a:ext cx="214312" cy="254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+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5" name="Text Box 27">
            <a:extLst>
              <a:ext uri="{FF2B5EF4-FFF2-40B4-BE49-F238E27FC236}">
                <a16:creationId xmlns:a16="http://schemas.microsoft.com/office/drawing/2014/main" id="{DE5A85D1-D7ED-BEAC-E2DD-C7F74F0D3B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81623" y="1374427"/>
            <a:ext cx="214312" cy="254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+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7" name="Text Box 28">
            <a:extLst>
              <a:ext uri="{FF2B5EF4-FFF2-40B4-BE49-F238E27FC236}">
                <a16:creationId xmlns:a16="http://schemas.microsoft.com/office/drawing/2014/main" id="{A6475675-FF41-ECA7-A53E-02144A8452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46196" y="882427"/>
            <a:ext cx="214312" cy="254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+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9" name="Text Box 33">
            <a:extLst>
              <a:ext uri="{FF2B5EF4-FFF2-40B4-BE49-F238E27FC236}">
                <a16:creationId xmlns:a16="http://schemas.microsoft.com/office/drawing/2014/main" id="{28E7DB0D-1334-9692-6162-4DB975A906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54294" y="1041410"/>
            <a:ext cx="214312" cy="254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-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1" name="Text Box 29">
            <a:extLst>
              <a:ext uri="{FF2B5EF4-FFF2-40B4-BE49-F238E27FC236}">
                <a16:creationId xmlns:a16="http://schemas.microsoft.com/office/drawing/2014/main" id="{443AF6C2-F6A4-16D9-BFE0-313CEEE7B5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61641" y="1665677"/>
            <a:ext cx="214312" cy="254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-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3" name="Text Box 29">
            <a:extLst>
              <a:ext uri="{FF2B5EF4-FFF2-40B4-BE49-F238E27FC236}">
                <a16:creationId xmlns:a16="http://schemas.microsoft.com/office/drawing/2014/main" id="{C881CACB-7FF0-5ABA-4FD4-4B1A811289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027666" y="1426306"/>
            <a:ext cx="214312" cy="254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-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5" name="Text Box 29">
            <a:extLst>
              <a:ext uri="{FF2B5EF4-FFF2-40B4-BE49-F238E27FC236}">
                <a16:creationId xmlns:a16="http://schemas.microsoft.com/office/drawing/2014/main" id="{751FECD1-8067-EF6D-2FC9-4B7C189691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47654" y="1023150"/>
            <a:ext cx="214312" cy="254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-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7" name="Text Box 29">
            <a:extLst>
              <a:ext uri="{FF2B5EF4-FFF2-40B4-BE49-F238E27FC236}">
                <a16:creationId xmlns:a16="http://schemas.microsoft.com/office/drawing/2014/main" id="{EE50F647-6C5B-FBE7-AB8B-EB1EA976EC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19910" y="1093386"/>
            <a:ext cx="214312" cy="254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-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9" name="Text Box 27">
            <a:extLst>
              <a:ext uri="{FF2B5EF4-FFF2-40B4-BE49-F238E27FC236}">
                <a16:creationId xmlns:a16="http://schemas.microsoft.com/office/drawing/2014/main" id="{3188D8AD-6B23-6814-E473-D406E02424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77920" y="1813093"/>
            <a:ext cx="214312" cy="254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+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1" name="Text Box 27">
            <a:extLst>
              <a:ext uri="{FF2B5EF4-FFF2-40B4-BE49-F238E27FC236}">
                <a16:creationId xmlns:a16="http://schemas.microsoft.com/office/drawing/2014/main" id="{AD8EFF39-CF71-3AC2-383B-7B4E9CA94A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97664" y="1282171"/>
            <a:ext cx="214312" cy="254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+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3" name="Text Box 27">
            <a:extLst>
              <a:ext uri="{FF2B5EF4-FFF2-40B4-BE49-F238E27FC236}">
                <a16:creationId xmlns:a16="http://schemas.microsoft.com/office/drawing/2014/main" id="{6820F591-B0AB-FEA6-6AF5-569023279D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95099" y="1592633"/>
            <a:ext cx="214312" cy="254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+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5" name="Text Box 27">
            <a:extLst>
              <a:ext uri="{FF2B5EF4-FFF2-40B4-BE49-F238E27FC236}">
                <a16:creationId xmlns:a16="http://schemas.microsoft.com/office/drawing/2014/main" id="{61DE4814-C1BA-47CE-B0CF-FD0552304E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82326" y="1583109"/>
            <a:ext cx="214312" cy="254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+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7" name="Text Box 28">
            <a:extLst>
              <a:ext uri="{FF2B5EF4-FFF2-40B4-BE49-F238E27FC236}">
                <a16:creationId xmlns:a16="http://schemas.microsoft.com/office/drawing/2014/main" id="{656A30E9-1A59-3BD0-ECA9-88DFC6FCB4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21147" y="1224460"/>
            <a:ext cx="214312" cy="254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+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9" name="Text Box 28">
            <a:extLst>
              <a:ext uri="{FF2B5EF4-FFF2-40B4-BE49-F238E27FC236}">
                <a16:creationId xmlns:a16="http://schemas.microsoft.com/office/drawing/2014/main" id="{07BEE084-FB5A-5BC1-04C6-8220B3D829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73361" y="1215245"/>
            <a:ext cx="214312" cy="254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+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1" name="Text Box 28">
            <a:extLst>
              <a:ext uri="{FF2B5EF4-FFF2-40B4-BE49-F238E27FC236}">
                <a16:creationId xmlns:a16="http://schemas.microsoft.com/office/drawing/2014/main" id="{094F9BD6-2671-FC9B-E733-438D134BEB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62249" y="1492141"/>
            <a:ext cx="214312" cy="254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+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3" name="Text Box 28">
            <a:extLst>
              <a:ext uri="{FF2B5EF4-FFF2-40B4-BE49-F238E27FC236}">
                <a16:creationId xmlns:a16="http://schemas.microsoft.com/office/drawing/2014/main" id="{9B4C7A51-5C4D-C91D-1D0C-87D320C558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20961" y="1062845"/>
            <a:ext cx="214312" cy="254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+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5" name="Text Box 29">
            <a:extLst>
              <a:ext uri="{FF2B5EF4-FFF2-40B4-BE49-F238E27FC236}">
                <a16:creationId xmlns:a16="http://schemas.microsoft.com/office/drawing/2014/main" id="{E5BF4869-3B06-423D-11B3-6A1AF65452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00054" y="1175550"/>
            <a:ext cx="214312" cy="254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-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7" name="Text Box 29">
            <a:extLst>
              <a:ext uri="{FF2B5EF4-FFF2-40B4-BE49-F238E27FC236}">
                <a16:creationId xmlns:a16="http://schemas.microsoft.com/office/drawing/2014/main" id="{3A0A2D49-0B8D-43C1-6815-704074F94F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52454" y="1327950"/>
            <a:ext cx="214312" cy="254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-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9" name="Text Box 29">
            <a:extLst>
              <a:ext uri="{FF2B5EF4-FFF2-40B4-BE49-F238E27FC236}">
                <a16:creationId xmlns:a16="http://schemas.microsoft.com/office/drawing/2014/main" id="{DBF3E0FF-DE7B-4141-D2E1-D67E0BBF98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14041" y="1818077"/>
            <a:ext cx="214312" cy="254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-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81" name="Text Box 29">
            <a:extLst>
              <a:ext uri="{FF2B5EF4-FFF2-40B4-BE49-F238E27FC236}">
                <a16:creationId xmlns:a16="http://schemas.microsoft.com/office/drawing/2014/main" id="{8D91F718-5456-CF20-A8DC-4084C34EAB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066441" y="1970477"/>
            <a:ext cx="214312" cy="254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-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83" name="Text Box 29">
            <a:extLst>
              <a:ext uri="{FF2B5EF4-FFF2-40B4-BE49-F238E27FC236}">
                <a16:creationId xmlns:a16="http://schemas.microsoft.com/office/drawing/2014/main" id="{F88CF2BC-B747-62C9-7941-B0F69E984D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19290" y="1645357"/>
            <a:ext cx="214312" cy="254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-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184" name="Straight Connector 183">
            <a:extLst>
              <a:ext uri="{FF2B5EF4-FFF2-40B4-BE49-F238E27FC236}">
                <a16:creationId xmlns:a16="http://schemas.microsoft.com/office/drawing/2014/main" id="{84A5BD34-8F0D-3793-D52C-C1ADA75540FC}"/>
              </a:ext>
            </a:extLst>
          </p:cNvPr>
          <p:cNvCxnSpPr>
            <a:cxnSpLocks/>
            <a:endCxn id="7" idx="0"/>
          </p:cNvCxnSpPr>
          <p:nvPr/>
        </p:nvCxnSpPr>
        <p:spPr>
          <a:xfrm flipV="1">
            <a:off x="2228165" y="4339629"/>
            <a:ext cx="313525" cy="2340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85" name="Straight Connector 184">
            <a:extLst>
              <a:ext uri="{FF2B5EF4-FFF2-40B4-BE49-F238E27FC236}">
                <a16:creationId xmlns:a16="http://schemas.microsoft.com/office/drawing/2014/main" id="{78DD6A47-E213-6A0F-393D-B09E344C6A56}"/>
              </a:ext>
            </a:extLst>
          </p:cNvPr>
          <p:cNvCxnSpPr/>
          <p:nvPr/>
        </p:nvCxnSpPr>
        <p:spPr>
          <a:xfrm>
            <a:off x="1291096" y="1518683"/>
            <a:ext cx="903563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86" name="Straight Connector 185">
            <a:extLst>
              <a:ext uri="{FF2B5EF4-FFF2-40B4-BE49-F238E27FC236}">
                <a16:creationId xmlns:a16="http://schemas.microsoft.com/office/drawing/2014/main" id="{4532FBD0-3D25-14B8-E079-20608652CFC8}"/>
              </a:ext>
            </a:extLst>
          </p:cNvPr>
          <p:cNvCxnSpPr/>
          <p:nvPr/>
        </p:nvCxnSpPr>
        <p:spPr>
          <a:xfrm>
            <a:off x="1230111" y="1187997"/>
            <a:ext cx="903563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87" name="Straight Connector 186">
            <a:extLst>
              <a:ext uri="{FF2B5EF4-FFF2-40B4-BE49-F238E27FC236}">
                <a16:creationId xmlns:a16="http://schemas.microsoft.com/office/drawing/2014/main" id="{48E8A12E-263B-79B3-5387-DDD5E3EBB417}"/>
              </a:ext>
            </a:extLst>
          </p:cNvPr>
          <p:cNvCxnSpPr>
            <a:cxnSpLocks/>
            <a:endCxn id="5" idx="0"/>
          </p:cNvCxnSpPr>
          <p:nvPr/>
        </p:nvCxnSpPr>
        <p:spPr>
          <a:xfrm flipV="1">
            <a:off x="2307981" y="2999194"/>
            <a:ext cx="349612" cy="1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88" name="Straight Connector 187">
            <a:extLst>
              <a:ext uri="{FF2B5EF4-FFF2-40B4-BE49-F238E27FC236}">
                <a16:creationId xmlns:a16="http://schemas.microsoft.com/office/drawing/2014/main" id="{0F19BC2C-8235-88B3-A706-89D4289A8547}"/>
              </a:ext>
            </a:extLst>
          </p:cNvPr>
          <p:cNvCxnSpPr/>
          <p:nvPr/>
        </p:nvCxnSpPr>
        <p:spPr>
          <a:xfrm>
            <a:off x="1210041" y="941586"/>
            <a:ext cx="903563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89" name="Straight Connector 188">
            <a:extLst>
              <a:ext uri="{FF2B5EF4-FFF2-40B4-BE49-F238E27FC236}">
                <a16:creationId xmlns:a16="http://schemas.microsoft.com/office/drawing/2014/main" id="{6E9BD727-FE1B-9A42-CD63-EA21B01054CF}"/>
              </a:ext>
            </a:extLst>
          </p:cNvPr>
          <p:cNvCxnSpPr/>
          <p:nvPr/>
        </p:nvCxnSpPr>
        <p:spPr>
          <a:xfrm>
            <a:off x="1362441" y="1093986"/>
            <a:ext cx="903563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64" name="TextBox 163">
            <a:extLst>
              <a:ext uri="{FF2B5EF4-FFF2-40B4-BE49-F238E27FC236}">
                <a16:creationId xmlns:a16="http://schemas.microsoft.com/office/drawing/2014/main" id="{EF13C15E-10E7-52FD-78BA-93CDE6165CA0}"/>
              </a:ext>
            </a:extLst>
          </p:cNvPr>
          <p:cNvSpPr txBox="1"/>
          <p:nvPr/>
        </p:nvSpPr>
        <p:spPr>
          <a:xfrm>
            <a:off x="310308" y="216412"/>
            <a:ext cx="1119602" cy="370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jump</a:t>
            </a:r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F935A3B1-A875-AAEA-799A-59B76A12D209}"/>
              </a:ext>
            </a:extLst>
          </p:cNvPr>
          <p:cNvSpPr/>
          <p:nvPr/>
        </p:nvSpPr>
        <p:spPr>
          <a:xfrm flipV="1">
            <a:off x="288350" y="2003109"/>
            <a:ext cx="1275755" cy="594158"/>
          </a:xfrm>
          <a:custGeom>
            <a:avLst/>
            <a:gdLst>
              <a:gd name="connsiteX0" fmla="*/ 0 w 1750748"/>
              <a:gd name="connsiteY0" fmla="*/ 6002 h 740056"/>
              <a:gd name="connsiteX1" fmla="*/ 238125 w 1750748"/>
              <a:gd name="connsiteY1" fmla="*/ 25052 h 740056"/>
              <a:gd name="connsiteX2" fmla="*/ 666750 w 1750748"/>
              <a:gd name="connsiteY2" fmla="*/ 206027 h 740056"/>
              <a:gd name="connsiteX3" fmla="*/ 828675 w 1750748"/>
              <a:gd name="connsiteY3" fmla="*/ 491777 h 740056"/>
              <a:gd name="connsiteX4" fmla="*/ 1123950 w 1750748"/>
              <a:gd name="connsiteY4" fmla="*/ 691802 h 740056"/>
              <a:gd name="connsiteX5" fmla="*/ 1571625 w 1750748"/>
              <a:gd name="connsiteY5" fmla="*/ 739427 h 740056"/>
              <a:gd name="connsiteX6" fmla="*/ 1743075 w 1750748"/>
              <a:gd name="connsiteY6" fmla="*/ 720377 h 740056"/>
              <a:gd name="connsiteX7" fmla="*/ 1704975 w 1750748"/>
              <a:gd name="connsiteY7" fmla="*/ 739427 h 7400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50748" h="740056">
                <a:moveTo>
                  <a:pt x="0" y="6002"/>
                </a:moveTo>
                <a:cubicBezTo>
                  <a:pt x="63500" y="-1142"/>
                  <a:pt x="127000" y="-8286"/>
                  <a:pt x="238125" y="25052"/>
                </a:cubicBezTo>
                <a:cubicBezTo>
                  <a:pt x="349250" y="58390"/>
                  <a:pt x="568325" y="128240"/>
                  <a:pt x="666750" y="206027"/>
                </a:cubicBezTo>
                <a:cubicBezTo>
                  <a:pt x="765175" y="283814"/>
                  <a:pt x="752475" y="410815"/>
                  <a:pt x="828675" y="491777"/>
                </a:cubicBezTo>
                <a:cubicBezTo>
                  <a:pt x="904875" y="572739"/>
                  <a:pt x="1000125" y="650527"/>
                  <a:pt x="1123950" y="691802"/>
                </a:cubicBezTo>
                <a:cubicBezTo>
                  <a:pt x="1247775" y="733077"/>
                  <a:pt x="1468438" y="734665"/>
                  <a:pt x="1571625" y="739427"/>
                </a:cubicBezTo>
                <a:cubicBezTo>
                  <a:pt x="1674812" y="744189"/>
                  <a:pt x="1720850" y="720377"/>
                  <a:pt x="1743075" y="720377"/>
                </a:cubicBezTo>
                <a:cubicBezTo>
                  <a:pt x="1765300" y="720377"/>
                  <a:pt x="1735137" y="729902"/>
                  <a:pt x="1704975" y="739427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CD85E2BF-67ED-7B6B-85E2-6FDAB3F3018F}"/>
              </a:ext>
            </a:extLst>
          </p:cNvPr>
          <p:cNvSpPr/>
          <p:nvPr/>
        </p:nvSpPr>
        <p:spPr>
          <a:xfrm flipV="1">
            <a:off x="188732" y="2708911"/>
            <a:ext cx="1307526" cy="421012"/>
          </a:xfrm>
          <a:custGeom>
            <a:avLst/>
            <a:gdLst>
              <a:gd name="connsiteX0" fmla="*/ 0 w 1933575"/>
              <a:gd name="connsiteY0" fmla="*/ 732366 h 732366"/>
              <a:gd name="connsiteX1" fmla="*/ 438150 w 1933575"/>
              <a:gd name="connsiteY1" fmla="*/ 637116 h 732366"/>
              <a:gd name="connsiteX2" fmla="*/ 914400 w 1933575"/>
              <a:gd name="connsiteY2" fmla="*/ 332316 h 732366"/>
              <a:gd name="connsiteX3" fmla="*/ 1285875 w 1933575"/>
              <a:gd name="connsiteY3" fmla="*/ 122766 h 732366"/>
              <a:gd name="connsiteX4" fmla="*/ 1533525 w 1933575"/>
              <a:gd name="connsiteY4" fmla="*/ 8466 h 732366"/>
              <a:gd name="connsiteX5" fmla="*/ 1924050 w 1933575"/>
              <a:gd name="connsiteY5" fmla="*/ 8466 h 732366"/>
              <a:gd name="connsiteX6" fmla="*/ 1933575 w 1933575"/>
              <a:gd name="connsiteY6" fmla="*/ 8466 h 732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933575" h="732366">
                <a:moveTo>
                  <a:pt x="0" y="732366"/>
                </a:moveTo>
                <a:cubicBezTo>
                  <a:pt x="142875" y="718078"/>
                  <a:pt x="285750" y="703791"/>
                  <a:pt x="438150" y="637116"/>
                </a:cubicBezTo>
                <a:cubicBezTo>
                  <a:pt x="590550" y="570441"/>
                  <a:pt x="773113" y="418041"/>
                  <a:pt x="914400" y="332316"/>
                </a:cubicBezTo>
                <a:cubicBezTo>
                  <a:pt x="1055688" y="246591"/>
                  <a:pt x="1182688" y="176741"/>
                  <a:pt x="1285875" y="122766"/>
                </a:cubicBezTo>
                <a:cubicBezTo>
                  <a:pt x="1389062" y="68791"/>
                  <a:pt x="1427162" y="27516"/>
                  <a:pt x="1533525" y="8466"/>
                </a:cubicBezTo>
                <a:cubicBezTo>
                  <a:pt x="1639888" y="-10584"/>
                  <a:pt x="1924050" y="8466"/>
                  <a:pt x="1924050" y="8466"/>
                </a:cubicBezTo>
                <a:lnTo>
                  <a:pt x="1933575" y="8466"/>
                </a:ln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7F423C23-DD12-F37C-93D6-E91EE9F45B9B}"/>
              </a:ext>
            </a:extLst>
          </p:cNvPr>
          <p:cNvSpPr/>
          <p:nvPr/>
        </p:nvSpPr>
        <p:spPr>
          <a:xfrm flipV="1">
            <a:off x="312264" y="3138248"/>
            <a:ext cx="1225450" cy="471743"/>
          </a:xfrm>
          <a:custGeom>
            <a:avLst/>
            <a:gdLst>
              <a:gd name="connsiteX0" fmla="*/ 0 w 1829311"/>
              <a:gd name="connsiteY0" fmla="*/ 5997 h 799985"/>
              <a:gd name="connsiteX1" fmla="*/ 390525 w 1829311"/>
              <a:gd name="connsiteY1" fmla="*/ 425097 h 799985"/>
              <a:gd name="connsiteX2" fmla="*/ 819150 w 1829311"/>
              <a:gd name="connsiteY2" fmla="*/ 796572 h 799985"/>
              <a:gd name="connsiteX3" fmla="*/ 1314450 w 1829311"/>
              <a:gd name="connsiteY3" fmla="*/ 577497 h 799985"/>
              <a:gd name="connsiteX4" fmla="*/ 1781175 w 1829311"/>
              <a:gd name="connsiteY4" fmla="*/ 53622 h 799985"/>
              <a:gd name="connsiteX5" fmla="*/ 1790700 w 1829311"/>
              <a:gd name="connsiteY5" fmla="*/ 44097 h 7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29311" h="799985">
                <a:moveTo>
                  <a:pt x="0" y="5997"/>
                </a:moveTo>
                <a:cubicBezTo>
                  <a:pt x="127000" y="149665"/>
                  <a:pt x="254000" y="293334"/>
                  <a:pt x="390525" y="425097"/>
                </a:cubicBezTo>
                <a:cubicBezTo>
                  <a:pt x="527050" y="556860"/>
                  <a:pt x="665163" y="771172"/>
                  <a:pt x="819150" y="796572"/>
                </a:cubicBezTo>
                <a:cubicBezTo>
                  <a:pt x="973137" y="821972"/>
                  <a:pt x="1154113" y="701322"/>
                  <a:pt x="1314450" y="577497"/>
                </a:cubicBezTo>
                <a:cubicBezTo>
                  <a:pt x="1474787" y="453672"/>
                  <a:pt x="1701800" y="142522"/>
                  <a:pt x="1781175" y="53622"/>
                </a:cubicBezTo>
                <a:cubicBezTo>
                  <a:pt x="1860550" y="-35278"/>
                  <a:pt x="1825625" y="4409"/>
                  <a:pt x="1790700" y="44097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BA575604-D1AC-2811-B437-F8295F37B263}"/>
              </a:ext>
            </a:extLst>
          </p:cNvPr>
          <p:cNvSpPr/>
          <p:nvPr/>
        </p:nvSpPr>
        <p:spPr>
          <a:xfrm flipV="1">
            <a:off x="2657593" y="2999194"/>
            <a:ext cx="1746945" cy="522543"/>
          </a:xfrm>
          <a:custGeom>
            <a:avLst/>
            <a:gdLst>
              <a:gd name="connsiteX0" fmla="*/ 0 w 1819275"/>
              <a:gd name="connsiteY0" fmla="*/ 646319 h 646319"/>
              <a:gd name="connsiteX1" fmla="*/ 295275 w 1819275"/>
              <a:gd name="connsiteY1" fmla="*/ 265319 h 646319"/>
              <a:gd name="connsiteX2" fmla="*/ 647700 w 1819275"/>
              <a:gd name="connsiteY2" fmla="*/ 27194 h 646319"/>
              <a:gd name="connsiteX3" fmla="*/ 1219200 w 1819275"/>
              <a:gd name="connsiteY3" fmla="*/ 74819 h 646319"/>
              <a:gd name="connsiteX4" fmla="*/ 1819275 w 1819275"/>
              <a:gd name="connsiteY4" fmla="*/ 646319 h 646319"/>
              <a:gd name="connsiteX5" fmla="*/ 1819275 w 1819275"/>
              <a:gd name="connsiteY5" fmla="*/ 646319 h 646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19275" h="646319">
                <a:moveTo>
                  <a:pt x="0" y="646319"/>
                </a:moveTo>
                <a:cubicBezTo>
                  <a:pt x="93662" y="507412"/>
                  <a:pt x="187325" y="368506"/>
                  <a:pt x="295275" y="265319"/>
                </a:cubicBezTo>
                <a:cubicBezTo>
                  <a:pt x="403225" y="162132"/>
                  <a:pt x="493713" y="58944"/>
                  <a:pt x="647700" y="27194"/>
                </a:cubicBezTo>
                <a:cubicBezTo>
                  <a:pt x="801687" y="-4556"/>
                  <a:pt x="1023937" y="-28369"/>
                  <a:pt x="1219200" y="74819"/>
                </a:cubicBezTo>
                <a:cubicBezTo>
                  <a:pt x="1414463" y="178007"/>
                  <a:pt x="1819275" y="646319"/>
                  <a:pt x="1819275" y="646319"/>
                </a:cubicBezTo>
                <a:lnTo>
                  <a:pt x="1819275" y="646319"/>
                </a:ln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8966A5C1-6261-59EE-3AE3-39D2970CB5D2}"/>
              </a:ext>
            </a:extLst>
          </p:cNvPr>
          <p:cNvSpPr/>
          <p:nvPr/>
        </p:nvSpPr>
        <p:spPr>
          <a:xfrm>
            <a:off x="268780" y="4281917"/>
            <a:ext cx="969675" cy="688209"/>
          </a:xfrm>
          <a:custGeom>
            <a:avLst/>
            <a:gdLst>
              <a:gd name="connsiteX0" fmla="*/ 0 w 1990725"/>
              <a:gd name="connsiteY0" fmla="*/ 576955 h 1178193"/>
              <a:gd name="connsiteX1" fmla="*/ 333375 w 1990725"/>
              <a:gd name="connsiteY1" fmla="*/ 138805 h 1178193"/>
              <a:gd name="connsiteX2" fmla="*/ 762000 w 1990725"/>
              <a:gd name="connsiteY2" fmla="*/ 34030 h 1178193"/>
              <a:gd name="connsiteX3" fmla="*/ 1047750 w 1990725"/>
              <a:gd name="connsiteY3" fmla="*/ 672205 h 1178193"/>
              <a:gd name="connsiteX4" fmla="*/ 1428750 w 1990725"/>
              <a:gd name="connsiteY4" fmla="*/ 1157980 h 1178193"/>
              <a:gd name="connsiteX5" fmla="*/ 1476375 w 1990725"/>
              <a:gd name="connsiteY5" fmla="*/ 1091305 h 1178193"/>
              <a:gd name="connsiteX6" fmla="*/ 1381125 w 1990725"/>
              <a:gd name="connsiteY6" fmla="*/ 1138930 h 1178193"/>
              <a:gd name="connsiteX7" fmla="*/ 1562100 w 1990725"/>
              <a:gd name="connsiteY7" fmla="*/ 1148455 h 1178193"/>
              <a:gd name="connsiteX8" fmla="*/ 1781175 w 1990725"/>
              <a:gd name="connsiteY8" fmla="*/ 1043680 h 1178193"/>
              <a:gd name="connsiteX9" fmla="*/ 1828800 w 1990725"/>
              <a:gd name="connsiteY9" fmla="*/ 853180 h 1178193"/>
              <a:gd name="connsiteX10" fmla="*/ 1990725 w 1990725"/>
              <a:gd name="connsiteY10" fmla="*/ 557905 h 1178193"/>
              <a:gd name="connsiteX11" fmla="*/ 1990725 w 1990725"/>
              <a:gd name="connsiteY11" fmla="*/ 557905 h 11781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990725" h="1178193">
                <a:moveTo>
                  <a:pt x="0" y="576955"/>
                </a:moveTo>
                <a:cubicBezTo>
                  <a:pt x="103187" y="403123"/>
                  <a:pt x="206375" y="229292"/>
                  <a:pt x="333375" y="138805"/>
                </a:cubicBezTo>
                <a:cubicBezTo>
                  <a:pt x="460375" y="48318"/>
                  <a:pt x="642938" y="-54870"/>
                  <a:pt x="762000" y="34030"/>
                </a:cubicBezTo>
                <a:cubicBezTo>
                  <a:pt x="881062" y="122930"/>
                  <a:pt x="936625" y="484880"/>
                  <a:pt x="1047750" y="672205"/>
                </a:cubicBezTo>
                <a:cubicBezTo>
                  <a:pt x="1158875" y="859530"/>
                  <a:pt x="1357313" y="1088130"/>
                  <a:pt x="1428750" y="1157980"/>
                </a:cubicBezTo>
                <a:cubicBezTo>
                  <a:pt x="1500187" y="1227830"/>
                  <a:pt x="1484313" y="1094480"/>
                  <a:pt x="1476375" y="1091305"/>
                </a:cubicBezTo>
                <a:cubicBezTo>
                  <a:pt x="1468437" y="1088130"/>
                  <a:pt x="1366838" y="1129405"/>
                  <a:pt x="1381125" y="1138930"/>
                </a:cubicBezTo>
                <a:cubicBezTo>
                  <a:pt x="1395412" y="1148455"/>
                  <a:pt x="1495425" y="1164330"/>
                  <a:pt x="1562100" y="1148455"/>
                </a:cubicBezTo>
                <a:cubicBezTo>
                  <a:pt x="1628775" y="1132580"/>
                  <a:pt x="1736725" y="1092892"/>
                  <a:pt x="1781175" y="1043680"/>
                </a:cubicBezTo>
                <a:cubicBezTo>
                  <a:pt x="1825625" y="994468"/>
                  <a:pt x="1793875" y="934143"/>
                  <a:pt x="1828800" y="853180"/>
                </a:cubicBezTo>
                <a:cubicBezTo>
                  <a:pt x="1863725" y="772218"/>
                  <a:pt x="1990725" y="557905"/>
                  <a:pt x="1990725" y="557905"/>
                </a:cubicBezTo>
                <a:lnTo>
                  <a:pt x="1990725" y="557905"/>
                </a:ln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BDFD2A6D-FE0F-2B92-31BC-9B5487FF602A}"/>
              </a:ext>
            </a:extLst>
          </p:cNvPr>
          <p:cNvSpPr/>
          <p:nvPr/>
        </p:nvSpPr>
        <p:spPr>
          <a:xfrm>
            <a:off x="2541690" y="4038616"/>
            <a:ext cx="1872339" cy="632392"/>
          </a:xfrm>
          <a:custGeom>
            <a:avLst/>
            <a:gdLst>
              <a:gd name="connsiteX0" fmla="*/ 0 w 1790700"/>
              <a:gd name="connsiteY0" fmla="*/ 513621 h 1079057"/>
              <a:gd name="connsiteX1" fmla="*/ 276225 w 1790700"/>
              <a:gd name="connsiteY1" fmla="*/ 999396 h 1079057"/>
              <a:gd name="connsiteX2" fmla="*/ 647700 w 1790700"/>
              <a:gd name="connsiteY2" fmla="*/ 1027971 h 1079057"/>
              <a:gd name="connsiteX3" fmla="*/ 952500 w 1790700"/>
              <a:gd name="connsiteY3" fmla="*/ 494571 h 1079057"/>
              <a:gd name="connsiteX4" fmla="*/ 1257300 w 1790700"/>
              <a:gd name="connsiteY4" fmla="*/ 27846 h 1079057"/>
              <a:gd name="connsiteX5" fmla="*/ 1628775 w 1790700"/>
              <a:gd name="connsiteY5" fmla="*/ 104046 h 1079057"/>
              <a:gd name="connsiteX6" fmla="*/ 1790700 w 1790700"/>
              <a:gd name="connsiteY6" fmla="*/ 523146 h 1079057"/>
              <a:gd name="connsiteX7" fmla="*/ 1790700 w 1790700"/>
              <a:gd name="connsiteY7" fmla="*/ 523146 h 1079057"/>
              <a:gd name="connsiteX8" fmla="*/ 1790700 w 1790700"/>
              <a:gd name="connsiteY8" fmla="*/ 523146 h 10790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790700" h="1079057">
                <a:moveTo>
                  <a:pt x="0" y="513621"/>
                </a:moveTo>
                <a:cubicBezTo>
                  <a:pt x="84137" y="713646"/>
                  <a:pt x="168275" y="913671"/>
                  <a:pt x="276225" y="999396"/>
                </a:cubicBezTo>
                <a:cubicBezTo>
                  <a:pt x="384175" y="1085121"/>
                  <a:pt x="534988" y="1112108"/>
                  <a:pt x="647700" y="1027971"/>
                </a:cubicBezTo>
                <a:cubicBezTo>
                  <a:pt x="760412" y="943834"/>
                  <a:pt x="850900" y="661258"/>
                  <a:pt x="952500" y="494571"/>
                </a:cubicBezTo>
                <a:cubicBezTo>
                  <a:pt x="1054100" y="327884"/>
                  <a:pt x="1144588" y="92933"/>
                  <a:pt x="1257300" y="27846"/>
                </a:cubicBezTo>
                <a:cubicBezTo>
                  <a:pt x="1370012" y="-37241"/>
                  <a:pt x="1539875" y="21496"/>
                  <a:pt x="1628775" y="104046"/>
                </a:cubicBezTo>
                <a:cubicBezTo>
                  <a:pt x="1717675" y="186596"/>
                  <a:pt x="1790700" y="523146"/>
                  <a:pt x="1790700" y="523146"/>
                </a:cubicBezTo>
                <a:lnTo>
                  <a:pt x="1790700" y="523146"/>
                </a:lnTo>
                <a:lnTo>
                  <a:pt x="1790700" y="523146"/>
                </a:ln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05C4BD9-86B2-89CB-F51D-BD32A185E3BE}"/>
              </a:ext>
            </a:extLst>
          </p:cNvPr>
          <p:cNvGrpSpPr>
            <a:grpSpLocks/>
          </p:cNvGrpSpPr>
          <p:nvPr/>
        </p:nvGrpSpPr>
        <p:grpSpPr bwMode="auto">
          <a:xfrm>
            <a:off x="3446249" y="376959"/>
            <a:ext cx="539571" cy="1481447"/>
            <a:chOff x="1586" y="2993"/>
            <a:chExt cx="2198" cy="6125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70CDAC7F-ACBF-CE81-E6DC-3C36FB76995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591780">
              <a:off x="1586" y="3703"/>
              <a:ext cx="859" cy="279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A72B4FD0-AC7D-740E-3866-38C3D5E12BC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8947280">
              <a:off x="1697" y="5969"/>
              <a:ext cx="559" cy="178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77A4318A-B777-8D85-0266-B961F6662C0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994166">
              <a:off x="1883" y="7362"/>
              <a:ext cx="382" cy="1643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4B20BE63-F0C9-375B-41EE-AB3D539836B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977303">
              <a:off x="2320" y="4044"/>
              <a:ext cx="314" cy="1427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47E531C9-A64D-881A-454F-6AF3524B0E8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213792">
              <a:off x="1591" y="8912"/>
              <a:ext cx="806" cy="206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46530AD1-E63E-10C2-9EB6-BD86F56E27D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827567" flipV="1">
              <a:off x="3259" y="5829"/>
              <a:ext cx="525" cy="187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C93B94C7-EFDA-D27A-9C9D-A7DDD5AE040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319648">
              <a:off x="2635" y="2993"/>
              <a:ext cx="615" cy="975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7E3EA42C-1D5D-8610-7E22-7D7A2F2BE68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6840179">
              <a:off x="2589" y="4905"/>
              <a:ext cx="290" cy="120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5F4F1D6-F595-DB02-74AC-2C2EC10B1718}"/>
              </a:ext>
            </a:extLst>
          </p:cNvPr>
          <p:cNvGrpSpPr>
            <a:grpSpLocks/>
          </p:cNvGrpSpPr>
          <p:nvPr/>
        </p:nvGrpSpPr>
        <p:grpSpPr bwMode="auto">
          <a:xfrm>
            <a:off x="7400110" y="415979"/>
            <a:ext cx="714432" cy="1532664"/>
            <a:chOff x="979" y="3484"/>
            <a:chExt cx="2531" cy="5749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3BB9CB16-EE6B-AC2F-6134-77551E418DF9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852261">
              <a:off x="1665" y="4171"/>
              <a:ext cx="859" cy="279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DC14275F-1137-5293-A656-7E55CA0AED8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8459039">
              <a:off x="1611" y="6219"/>
              <a:ext cx="549" cy="1813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4D3CBFA4-27FF-4608-3EC2-294B188D932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2053654">
              <a:off x="1856" y="7422"/>
              <a:ext cx="396" cy="1811"/>
            </a:xfrm>
            <a:prstGeom prst="ellipse">
              <a:avLst/>
            </a:prstGeom>
            <a:solidFill>
              <a:srgbClr val="FF0000">
                <a:alpha val="99000"/>
              </a:srgbClr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A9EA2FF1-118E-30DA-6E51-5973D11C3C59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977303">
              <a:off x="2198" y="4556"/>
              <a:ext cx="314" cy="1427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DFC2C83F-C5F0-D654-2E45-64C85C76A9F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213792">
              <a:off x="1591" y="8912"/>
              <a:ext cx="806" cy="206"/>
            </a:xfrm>
            <a:prstGeom prst="ellipse">
              <a:avLst/>
            </a:prstGeom>
            <a:solidFill>
              <a:srgbClr val="FF0000">
                <a:alpha val="99000"/>
              </a:srgbClr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2C5B29B6-7253-17D4-E9D9-FE3B35F7A9C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827567">
              <a:off x="2985" y="6278"/>
              <a:ext cx="525" cy="20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D40DEF81-FE86-3A3B-58D2-B0F1C3C0C61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73071">
              <a:off x="2635" y="3484"/>
              <a:ext cx="615" cy="975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1B64B989-E94E-ED47-19D7-33304029F2A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6840179">
              <a:off x="2490" y="5434"/>
              <a:ext cx="290" cy="120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E8A6D7F1-AC64-E03D-3EB1-D0B4E0CECE59}"/>
              </a:ext>
            </a:extLst>
          </p:cNvPr>
          <p:cNvGrpSpPr>
            <a:grpSpLocks/>
          </p:cNvGrpSpPr>
          <p:nvPr/>
        </p:nvGrpSpPr>
        <p:grpSpPr bwMode="auto">
          <a:xfrm>
            <a:off x="4352705" y="156622"/>
            <a:ext cx="986221" cy="1697292"/>
            <a:chOff x="4613" y="2030"/>
            <a:chExt cx="2974" cy="7024"/>
          </a:xfrm>
        </p:grpSpPr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8CC4D5A1-2240-B9CF-5889-AF608DFC4FF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311211">
              <a:off x="5316" y="2223"/>
              <a:ext cx="615" cy="975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33875201-8E4B-1968-0201-7163A3B919AA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771523">
              <a:off x="4860" y="3247"/>
              <a:ext cx="825" cy="290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9792CC7D-1EBA-38CB-232B-1E683DFF84DA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3022798">
              <a:off x="5834" y="2922"/>
              <a:ext cx="324" cy="1473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B858DBDC-3A79-6BE1-18FC-662D484BB66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463322">
              <a:off x="4759" y="5757"/>
              <a:ext cx="451" cy="1747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08A1018A-5482-0EDE-6EF6-5D1DDAFEDB29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865148">
              <a:off x="4759" y="7387"/>
              <a:ext cx="322" cy="1467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EFE3827F-F390-26D3-CF0D-E5812DAFE7B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2016205">
              <a:off x="6644" y="2196"/>
              <a:ext cx="264" cy="1353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4151CB77-7D4F-62EC-4294-52C89C7DC491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2492681">
              <a:off x="4613" y="8854"/>
              <a:ext cx="711" cy="20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E25874C3-C613-440E-45F6-83A8FA39B6A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1483145">
              <a:off x="7062" y="2030"/>
              <a:ext cx="525" cy="20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FA098DEF-FFBF-6828-CDB8-A8459D7AC67B}"/>
              </a:ext>
            </a:extLst>
          </p:cNvPr>
          <p:cNvGrpSpPr>
            <a:grpSpLocks/>
          </p:cNvGrpSpPr>
          <p:nvPr/>
        </p:nvGrpSpPr>
        <p:grpSpPr bwMode="auto">
          <a:xfrm>
            <a:off x="5574061" y="157530"/>
            <a:ext cx="919998" cy="1689103"/>
            <a:chOff x="4613" y="1919"/>
            <a:chExt cx="2974" cy="7135"/>
          </a:xfrm>
        </p:grpSpPr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E4666440-31D9-D392-E22F-FD2FC6012DC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311211">
              <a:off x="5526" y="2142"/>
              <a:ext cx="615" cy="975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2400" dirty="0"/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7B5ECB28-B6E2-2CC2-1BCB-E8BDB39EB84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829013">
              <a:off x="4860" y="3247"/>
              <a:ext cx="825" cy="290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2400" dirty="0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21B97C18-E752-0360-B568-065E3CD2DC4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3022798">
              <a:off x="5834" y="2922"/>
              <a:ext cx="324" cy="1473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2400" dirty="0"/>
            </a:p>
          </p:txBody>
        </p: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FBECCA58-F156-E30D-D1A6-FEE17DD816A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463322">
              <a:off x="4759" y="5757"/>
              <a:ext cx="451" cy="1747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2400" dirty="0"/>
            </a:p>
          </p:txBody>
        </p:sp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82CAC6B5-B272-95FC-C6C4-CC869B94751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865148">
              <a:off x="4759" y="7387"/>
              <a:ext cx="322" cy="1467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2400" dirty="0"/>
            </a:p>
          </p:txBody>
        </p:sp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68E634E1-A5CE-3455-0BEC-1E70CC0696C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2414153">
              <a:off x="6692" y="1919"/>
              <a:ext cx="127" cy="138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2400" dirty="0"/>
            </a:p>
          </p:txBody>
        </p:sp>
        <p:sp>
          <p:nvSpPr>
            <p:cNvPr id="83" name="Oval 82">
              <a:extLst>
                <a:ext uri="{FF2B5EF4-FFF2-40B4-BE49-F238E27FC236}">
                  <a16:creationId xmlns:a16="http://schemas.microsoft.com/office/drawing/2014/main" id="{BBC283E8-3576-3410-11EF-74BE612CA3F1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2492681">
              <a:off x="4613" y="8854"/>
              <a:ext cx="711" cy="20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2400" dirty="0"/>
            </a:p>
          </p:txBody>
        </p:sp>
        <p:sp>
          <p:nvSpPr>
            <p:cNvPr id="85" name="Oval 84">
              <a:extLst>
                <a:ext uri="{FF2B5EF4-FFF2-40B4-BE49-F238E27FC236}">
                  <a16:creationId xmlns:a16="http://schemas.microsoft.com/office/drawing/2014/main" id="{EA37F5AC-FE53-F563-61D5-598AD2F58B3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1483145">
              <a:off x="7062" y="2030"/>
              <a:ext cx="525" cy="20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2400" dirty="0"/>
            </a:p>
          </p:txBody>
        </p:sp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47B60B6D-405A-B613-969E-E59E72415051}"/>
              </a:ext>
            </a:extLst>
          </p:cNvPr>
          <p:cNvGrpSpPr>
            <a:grpSpLocks/>
          </p:cNvGrpSpPr>
          <p:nvPr/>
        </p:nvGrpSpPr>
        <p:grpSpPr bwMode="auto">
          <a:xfrm>
            <a:off x="6553909" y="-102229"/>
            <a:ext cx="424237" cy="2031325"/>
            <a:chOff x="9162" y="999"/>
            <a:chExt cx="1577" cy="8346"/>
          </a:xfrm>
        </p:grpSpPr>
        <p:sp>
          <p:nvSpPr>
            <p:cNvPr id="89" name="Oval 88">
              <a:extLst>
                <a:ext uri="{FF2B5EF4-FFF2-40B4-BE49-F238E27FC236}">
                  <a16:creationId xmlns:a16="http://schemas.microsoft.com/office/drawing/2014/main" id="{A56C6803-11B8-B0E0-9A67-BE6982B66DA8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9162" y="3424"/>
              <a:ext cx="859" cy="279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91" name="Oval 90">
              <a:extLst>
                <a:ext uri="{FF2B5EF4-FFF2-40B4-BE49-F238E27FC236}">
                  <a16:creationId xmlns:a16="http://schemas.microsoft.com/office/drawing/2014/main" id="{F46E5815-2A6B-2AC8-1569-50F8830D36B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21209547" flipH="1">
              <a:off x="9387" y="5886"/>
              <a:ext cx="495" cy="161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93" name="Oval 92">
              <a:extLst>
                <a:ext uri="{FF2B5EF4-FFF2-40B4-BE49-F238E27FC236}">
                  <a16:creationId xmlns:a16="http://schemas.microsoft.com/office/drawing/2014/main" id="{DAD7961A-E720-F16C-3907-FEF174A2F23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40580" flipH="1">
              <a:off x="9710" y="2541"/>
              <a:ext cx="311" cy="154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95" name="Oval 94">
              <a:extLst>
                <a:ext uri="{FF2B5EF4-FFF2-40B4-BE49-F238E27FC236}">
                  <a16:creationId xmlns:a16="http://schemas.microsoft.com/office/drawing/2014/main" id="{C79F5B38-7A75-F67F-7AB1-A8147786491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371614" flipH="1">
              <a:off x="9478" y="7297"/>
              <a:ext cx="318" cy="1557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97" name="Oval 96">
              <a:extLst>
                <a:ext uri="{FF2B5EF4-FFF2-40B4-BE49-F238E27FC236}">
                  <a16:creationId xmlns:a16="http://schemas.microsoft.com/office/drawing/2014/main" id="{B081B6BF-51C2-6CF1-422C-776EFDABB13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873091" flipH="1">
              <a:off x="10152" y="1362"/>
              <a:ext cx="314" cy="1427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99" name="Oval 98">
              <a:extLst>
                <a:ext uri="{FF2B5EF4-FFF2-40B4-BE49-F238E27FC236}">
                  <a16:creationId xmlns:a16="http://schemas.microsoft.com/office/drawing/2014/main" id="{8D2BF03C-038F-9927-886B-E78869E00F5A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3748000" flipH="1">
              <a:off x="9315" y="8895"/>
              <a:ext cx="668" cy="232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01" name="Oval 100">
              <a:extLst>
                <a:ext uri="{FF2B5EF4-FFF2-40B4-BE49-F238E27FC236}">
                  <a16:creationId xmlns:a16="http://schemas.microsoft.com/office/drawing/2014/main" id="{324B80AC-A162-FFC5-76FC-33B149FC5F1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8666725" flipH="1">
              <a:off x="10376" y="1162"/>
              <a:ext cx="525" cy="20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03" name="Oval 102">
              <a:extLst>
                <a:ext uri="{FF2B5EF4-FFF2-40B4-BE49-F238E27FC236}">
                  <a16:creationId xmlns:a16="http://schemas.microsoft.com/office/drawing/2014/main" id="{96C23813-ED5D-31A0-8E68-A9E45B5A5046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9268" y="2449"/>
              <a:ext cx="615" cy="975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90AD61D9-3210-0EB9-D68F-BC53D978381A}"/>
              </a:ext>
            </a:extLst>
          </p:cNvPr>
          <p:cNvGrpSpPr/>
          <p:nvPr/>
        </p:nvGrpSpPr>
        <p:grpSpPr>
          <a:xfrm>
            <a:off x="2146715" y="90441"/>
            <a:ext cx="303920" cy="1756192"/>
            <a:chOff x="-678648" y="0"/>
            <a:chExt cx="692119" cy="4054167"/>
          </a:xfrm>
        </p:grpSpPr>
        <p:sp>
          <p:nvSpPr>
            <p:cNvPr id="107" name="Oval 106">
              <a:extLst>
                <a:ext uri="{FF2B5EF4-FFF2-40B4-BE49-F238E27FC236}">
                  <a16:creationId xmlns:a16="http://schemas.microsoft.com/office/drawing/2014/main" id="{81303261-A32B-00CF-469A-C000C6459FC5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-678648" y="619126"/>
              <a:ext cx="545465" cy="177165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09" name="Oval 108">
              <a:extLst>
                <a:ext uri="{FF2B5EF4-FFF2-40B4-BE49-F238E27FC236}">
                  <a16:creationId xmlns:a16="http://schemas.microsoft.com/office/drawing/2014/main" id="{B5F15E10-A57E-442C-FE26-BBEF46AF6A49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-535772" y="2105025"/>
              <a:ext cx="314325" cy="102743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1" name="Oval 110">
              <a:extLst>
                <a:ext uri="{FF2B5EF4-FFF2-40B4-BE49-F238E27FC236}">
                  <a16:creationId xmlns:a16="http://schemas.microsoft.com/office/drawing/2014/main" id="{BAC58321-5409-239A-84C7-74B4CC6F1B2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226429" flipH="1">
              <a:off x="-500717" y="973771"/>
              <a:ext cx="260987" cy="936625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4" name="Oval 113">
              <a:extLst>
                <a:ext uri="{FF2B5EF4-FFF2-40B4-BE49-F238E27FC236}">
                  <a16:creationId xmlns:a16="http://schemas.microsoft.com/office/drawing/2014/main" id="{CBE23B7D-6461-F354-B2B3-1B94643B467D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-516722" y="2990849"/>
              <a:ext cx="190499" cy="1050291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6" name="Oval 115">
              <a:extLst>
                <a:ext uri="{FF2B5EF4-FFF2-40B4-BE49-F238E27FC236}">
                  <a16:creationId xmlns:a16="http://schemas.microsoft.com/office/drawing/2014/main" id="{CBAA6FB5-77FC-05A5-D77F-B229A56A615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9665110" flipH="1">
              <a:off x="-296730" y="1652010"/>
              <a:ext cx="179069" cy="72453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66" name="Oval 165">
              <a:extLst>
                <a:ext uri="{FF2B5EF4-FFF2-40B4-BE49-F238E27FC236}">
                  <a16:creationId xmlns:a16="http://schemas.microsoft.com/office/drawing/2014/main" id="{0465AA1E-5AC3-B8AB-55CD-C06B44F1419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79041" flipH="1">
              <a:off x="-459573" y="3905250"/>
              <a:ext cx="424180" cy="148917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68" name="Oval 167">
              <a:extLst>
                <a:ext uri="{FF2B5EF4-FFF2-40B4-BE49-F238E27FC236}">
                  <a16:creationId xmlns:a16="http://schemas.microsoft.com/office/drawing/2014/main" id="{AE7F4EAE-5B35-C0D0-D79B-3175E902B9D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4038305" flipH="1" flipV="1">
              <a:off x="-266882" y="2324097"/>
              <a:ext cx="412116" cy="14859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70" name="Oval 169">
              <a:extLst>
                <a:ext uri="{FF2B5EF4-FFF2-40B4-BE49-F238E27FC236}">
                  <a16:creationId xmlns:a16="http://schemas.microsoft.com/office/drawing/2014/main" id="{572AE887-77FB-262F-D1A6-95B9CF277081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-611973" y="0"/>
              <a:ext cx="390526" cy="61912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172" name="Group 171">
            <a:extLst>
              <a:ext uri="{FF2B5EF4-FFF2-40B4-BE49-F238E27FC236}">
                <a16:creationId xmlns:a16="http://schemas.microsoft.com/office/drawing/2014/main" id="{68DA6108-C5EB-C192-E0F2-4C4CE34F41EE}"/>
              </a:ext>
            </a:extLst>
          </p:cNvPr>
          <p:cNvGrpSpPr/>
          <p:nvPr/>
        </p:nvGrpSpPr>
        <p:grpSpPr>
          <a:xfrm>
            <a:off x="8747593" y="114974"/>
            <a:ext cx="374049" cy="1750549"/>
            <a:chOff x="839557" y="0"/>
            <a:chExt cx="851822" cy="4041140"/>
          </a:xfrm>
        </p:grpSpPr>
        <p:sp>
          <p:nvSpPr>
            <p:cNvPr id="174" name="Oval 173">
              <a:extLst>
                <a:ext uri="{FF2B5EF4-FFF2-40B4-BE49-F238E27FC236}">
                  <a16:creationId xmlns:a16="http://schemas.microsoft.com/office/drawing/2014/main" id="{197F1860-893D-6BF4-9A46-A9839FD4ADBA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839557" y="619126"/>
              <a:ext cx="545464" cy="177165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76" name="Oval 175">
              <a:extLst>
                <a:ext uri="{FF2B5EF4-FFF2-40B4-BE49-F238E27FC236}">
                  <a16:creationId xmlns:a16="http://schemas.microsoft.com/office/drawing/2014/main" id="{EEFB562A-A776-07AC-BCB1-730D69136C6A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982433" y="2105025"/>
              <a:ext cx="314325" cy="102743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78" name="Oval 177">
              <a:extLst>
                <a:ext uri="{FF2B5EF4-FFF2-40B4-BE49-F238E27FC236}">
                  <a16:creationId xmlns:a16="http://schemas.microsoft.com/office/drawing/2014/main" id="{1444FFE1-C52A-73D0-3E0A-DED59B7A4121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226429" flipH="1">
              <a:off x="1071725" y="889601"/>
              <a:ext cx="189162" cy="132335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80" name="Oval 179">
              <a:extLst>
                <a:ext uri="{FF2B5EF4-FFF2-40B4-BE49-F238E27FC236}">
                  <a16:creationId xmlns:a16="http://schemas.microsoft.com/office/drawing/2014/main" id="{894EC89C-53A3-C1C8-C076-B45E2C3B19A3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1001482" y="2990849"/>
              <a:ext cx="190501" cy="1050291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82" name="Oval 181">
              <a:extLst>
                <a:ext uri="{FF2B5EF4-FFF2-40B4-BE49-F238E27FC236}">
                  <a16:creationId xmlns:a16="http://schemas.microsoft.com/office/drawing/2014/main" id="{70FBF799-EC09-AE19-969A-0C2834E4870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9665110" flipH="1">
              <a:off x="1199045" y="1714755"/>
              <a:ext cx="104116" cy="52364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90" name="Oval 189">
              <a:extLst>
                <a:ext uri="{FF2B5EF4-FFF2-40B4-BE49-F238E27FC236}">
                  <a16:creationId xmlns:a16="http://schemas.microsoft.com/office/drawing/2014/main" id="{06D0495A-BAD6-458D-7284-B51F1496DB9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79041">
              <a:off x="1006000" y="3917105"/>
              <a:ext cx="540144" cy="11787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91" name="Oval 190">
              <a:extLst>
                <a:ext uri="{FF2B5EF4-FFF2-40B4-BE49-F238E27FC236}">
                  <a16:creationId xmlns:a16="http://schemas.microsoft.com/office/drawing/2014/main" id="{B4257D5F-3AC8-4874-14F7-A1F6423716B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7938561" flipV="1">
              <a:off x="1373248" y="2120705"/>
              <a:ext cx="178488" cy="45777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92" name="Oval 191">
              <a:extLst>
                <a:ext uri="{FF2B5EF4-FFF2-40B4-BE49-F238E27FC236}">
                  <a16:creationId xmlns:a16="http://schemas.microsoft.com/office/drawing/2014/main" id="{D3D0EA20-19F6-B2F8-510E-FD1A3AA61936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906232" y="0"/>
              <a:ext cx="390525" cy="61912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96" name="TextBox 195">
            <a:extLst>
              <a:ext uri="{FF2B5EF4-FFF2-40B4-BE49-F238E27FC236}">
                <a16:creationId xmlns:a16="http://schemas.microsoft.com/office/drawing/2014/main" id="{E0A14202-B221-C4EF-FA14-098E986496EB}"/>
              </a:ext>
            </a:extLst>
          </p:cNvPr>
          <p:cNvSpPr txBox="1"/>
          <p:nvPr/>
        </p:nvSpPr>
        <p:spPr>
          <a:xfrm>
            <a:off x="2765323" y="103239"/>
            <a:ext cx="13199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take-off</a:t>
            </a:r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FDE86499-5949-1416-F8FF-FD441D7B2AD6}"/>
              </a:ext>
            </a:extLst>
          </p:cNvPr>
          <p:cNvSpPr txBox="1"/>
          <p:nvPr/>
        </p:nvSpPr>
        <p:spPr>
          <a:xfrm>
            <a:off x="8014257" y="74992"/>
            <a:ext cx="13199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landing</a:t>
            </a:r>
          </a:p>
        </p:txBody>
      </p:sp>
      <p:sp>
        <p:nvSpPr>
          <p:cNvPr id="198" name="TextBox 197">
            <a:extLst>
              <a:ext uri="{FF2B5EF4-FFF2-40B4-BE49-F238E27FC236}">
                <a16:creationId xmlns:a16="http://schemas.microsoft.com/office/drawing/2014/main" id="{DB80A0C9-EB1E-82B3-F685-8B8A4A5B1B44}"/>
              </a:ext>
            </a:extLst>
          </p:cNvPr>
          <p:cNvSpPr txBox="1"/>
          <p:nvPr/>
        </p:nvSpPr>
        <p:spPr>
          <a:xfrm>
            <a:off x="4906465" y="2132862"/>
            <a:ext cx="143087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Ignore In air</a:t>
            </a: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C3CFEF18-DD4D-6FB2-C878-EF3880F7D79D}"/>
              </a:ext>
            </a:extLst>
          </p:cNvPr>
          <p:cNvSpPr txBox="1"/>
          <p:nvPr/>
        </p:nvSpPr>
        <p:spPr>
          <a:xfrm>
            <a:off x="4352641" y="56285"/>
            <a:ext cx="3502386" cy="369332"/>
          </a:xfrm>
          <a:prstGeom prst="rect">
            <a:avLst/>
          </a:prstGeom>
          <a:solidFill>
            <a:srgbClr val="F5FFAE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Rotation of lower leg around knee</a:t>
            </a:r>
          </a:p>
        </p:txBody>
      </p: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E4CA2D5A-33C4-F625-7D5A-4693DD600BBA}"/>
              </a:ext>
            </a:extLst>
          </p:cNvPr>
          <p:cNvCxnSpPr>
            <a:cxnSpLocks/>
            <a:endCxn id="24" idx="2"/>
          </p:cNvCxnSpPr>
          <p:nvPr/>
        </p:nvCxnSpPr>
        <p:spPr>
          <a:xfrm>
            <a:off x="8479664" y="2999196"/>
            <a:ext cx="627136" cy="21293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25" name="Freeform: Shape 124">
            <a:extLst>
              <a:ext uri="{FF2B5EF4-FFF2-40B4-BE49-F238E27FC236}">
                <a16:creationId xmlns:a16="http://schemas.microsoft.com/office/drawing/2014/main" id="{C89B6777-87E6-1191-AC0D-EDA78836FD16}"/>
              </a:ext>
            </a:extLst>
          </p:cNvPr>
          <p:cNvSpPr/>
          <p:nvPr/>
        </p:nvSpPr>
        <p:spPr>
          <a:xfrm flipV="1">
            <a:off x="6727753" y="3043893"/>
            <a:ext cx="1746945" cy="522543"/>
          </a:xfrm>
          <a:custGeom>
            <a:avLst/>
            <a:gdLst>
              <a:gd name="connsiteX0" fmla="*/ 0 w 1819275"/>
              <a:gd name="connsiteY0" fmla="*/ 646319 h 646319"/>
              <a:gd name="connsiteX1" fmla="*/ 295275 w 1819275"/>
              <a:gd name="connsiteY1" fmla="*/ 265319 h 646319"/>
              <a:gd name="connsiteX2" fmla="*/ 647700 w 1819275"/>
              <a:gd name="connsiteY2" fmla="*/ 27194 h 646319"/>
              <a:gd name="connsiteX3" fmla="*/ 1219200 w 1819275"/>
              <a:gd name="connsiteY3" fmla="*/ 74819 h 646319"/>
              <a:gd name="connsiteX4" fmla="*/ 1819275 w 1819275"/>
              <a:gd name="connsiteY4" fmla="*/ 646319 h 646319"/>
              <a:gd name="connsiteX5" fmla="*/ 1819275 w 1819275"/>
              <a:gd name="connsiteY5" fmla="*/ 646319 h 646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19275" h="646319">
                <a:moveTo>
                  <a:pt x="0" y="646319"/>
                </a:moveTo>
                <a:cubicBezTo>
                  <a:pt x="93662" y="507412"/>
                  <a:pt x="187325" y="368506"/>
                  <a:pt x="295275" y="265319"/>
                </a:cubicBezTo>
                <a:cubicBezTo>
                  <a:pt x="403225" y="162132"/>
                  <a:pt x="493713" y="58944"/>
                  <a:pt x="647700" y="27194"/>
                </a:cubicBezTo>
                <a:cubicBezTo>
                  <a:pt x="801687" y="-4556"/>
                  <a:pt x="1023937" y="-28369"/>
                  <a:pt x="1219200" y="74819"/>
                </a:cubicBezTo>
                <a:cubicBezTo>
                  <a:pt x="1414463" y="178007"/>
                  <a:pt x="1819275" y="646319"/>
                  <a:pt x="1819275" y="646319"/>
                </a:cubicBezTo>
                <a:lnTo>
                  <a:pt x="1819275" y="646319"/>
                </a:ln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1" name="Freeform: Shape 120">
            <a:extLst>
              <a:ext uri="{FF2B5EF4-FFF2-40B4-BE49-F238E27FC236}">
                <a16:creationId xmlns:a16="http://schemas.microsoft.com/office/drawing/2014/main" id="{FD705482-2A4C-ADE3-3C27-D24346541487}"/>
              </a:ext>
            </a:extLst>
          </p:cNvPr>
          <p:cNvSpPr/>
          <p:nvPr/>
        </p:nvSpPr>
        <p:spPr>
          <a:xfrm>
            <a:off x="6716773" y="4012491"/>
            <a:ext cx="1872339" cy="632392"/>
          </a:xfrm>
          <a:custGeom>
            <a:avLst/>
            <a:gdLst>
              <a:gd name="connsiteX0" fmla="*/ 0 w 1790700"/>
              <a:gd name="connsiteY0" fmla="*/ 513621 h 1079057"/>
              <a:gd name="connsiteX1" fmla="*/ 276225 w 1790700"/>
              <a:gd name="connsiteY1" fmla="*/ 999396 h 1079057"/>
              <a:gd name="connsiteX2" fmla="*/ 647700 w 1790700"/>
              <a:gd name="connsiteY2" fmla="*/ 1027971 h 1079057"/>
              <a:gd name="connsiteX3" fmla="*/ 952500 w 1790700"/>
              <a:gd name="connsiteY3" fmla="*/ 494571 h 1079057"/>
              <a:gd name="connsiteX4" fmla="*/ 1257300 w 1790700"/>
              <a:gd name="connsiteY4" fmla="*/ 27846 h 1079057"/>
              <a:gd name="connsiteX5" fmla="*/ 1628775 w 1790700"/>
              <a:gd name="connsiteY5" fmla="*/ 104046 h 1079057"/>
              <a:gd name="connsiteX6" fmla="*/ 1790700 w 1790700"/>
              <a:gd name="connsiteY6" fmla="*/ 523146 h 1079057"/>
              <a:gd name="connsiteX7" fmla="*/ 1790700 w 1790700"/>
              <a:gd name="connsiteY7" fmla="*/ 523146 h 1079057"/>
              <a:gd name="connsiteX8" fmla="*/ 1790700 w 1790700"/>
              <a:gd name="connsiteY8" fmla="*/ 523146 h 10790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790700" h="1079057">
                <a:moveTo>
                  <a:pt x="0" y="513621"/>
                </a:moveTo>
                <a:cubicBezTo>
                  <a:pt x="84137" y="713646"/>
                  <a:pt x="168275" y="913671"/>
                  <a:pt x="276225" y="999396"/>
                </a:cubicBezTo>
                <a:cubicBezTo>
                  <a:pt x="384175" y="1085121"/>
                  <a:pt x="534988" y="1112108"/>
                  <a:pt x="647700" y="1027971"/>
                </a:cubicBezTo>
                <a:cubicBezTo>
                  <a:pt x="760412" y="943834"/>
                  <a:pt x="850900" y="661258"/>
                  <a:pt x="952500" y="494571"/>
                </a:cubicBezTo>
                <a:cubicBezTo>
                  <a:pt x="1054100" y="327884"/>
                  <a:pt x="1144588" y="92933"/>
                  <a:pt x="1257300" y="27846"/>
                </a:cubicBezTo>
                <a:cubicBezTo>
                  <a:pt x="1370012" y="-37241"/>
                  <a:pt x="1539875" y="21496"/>
                  <a:pt x="1628775" y="104046"/>
                </a:cubicBezTo>
                <a:cubicBezTo>
                  <a:pt x="1717675" y="186596"/>
                  <a:pt x="1790700" y="523146"/>
                  <a:pt x="1790700" y="523146"/>
                </a:cubicBezTo>
                <a:lnTo>
                  <a:pt x="1790700" y="523146"/>
                </a:lnTo>
                <a:lnTo>
                  <a:pt x="1790700" y="523146"/>
                </a:ln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27" name="Straight Connector 126">
            <a:extLst>
              <a:ext uri="{FF2B5EF4-FFF2-40B4-BE49-F238E27FC236}">
                <a16:creationId xmlns:a16="http://schemas.microsoft.com/office/drawing/2014/main" id="{2C506359-B958-ABA3-DCA3-3C5BF7C4A52D}"/>
              </a:ext>
            </a:extLst>
          </p:cNvPr>
          <p:cNvCxnSpPr>
            <a:cxnSpLocks/>
          </p:cNvCxnSpPr>
          <p:nvPr/>
        </p:nvCxnSpPr>
        <p:spPr>
          <a:xfrm>
            <a:off x="8607160" y="4349029"/>
            <a:ext cx="627136" cy="21293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29" name="Freeform: Shape 128">
            <a:extLst>
              <a:ext uri="{FF2B5EF4-FFF2-40B4-BE49-F238E27FC236}">
                <a16:creationId xmlns:a16="http://schemas.microsoft.com/office/drawing/2014/main" id="{6C6FB30C-48E3-7598-5FBE-2AA33D415131}"/>
              </a:ext>
            </a:extLst>
          </p:cNvPr>
          <p:cNvSpPr/>
          <p:nvPr/>
        </p:nvSpPr>
        <p:spPr>
          <a:xfrm>
            <a:off x="212446" y="5331668"/>
            <a:ext cx="1461716" cy="452299"/>
          </a:xfrm>
          <a:custGeom>
            <a:avLst/>
            <a:gdLst>
              <a:gd name="csX0" fmla="*/ 0 w 1998133"/>
              <a:gd name="csY0" fmla="*/ 457200 h 702734"/>
              <a:gd name="csX1" fmla="*/ 0 w 1998133"/>
              <a:gd name="csY1" fmla="*/ 457200 h 702734"/>
              <a:gd name="csX2" fmla="*/ 33866 w 1998133"/>
              <a:gd name="csY2" fmla="*/ 533400 h 702734"/>
              <a:gd name="csX3" fmla="*/ 50800 w 1998133"/>
              <a:gd name="csY3" fmla="*/ 558800 h 702734"/>
              <a:gd name="csX4" fmla="*/ 101600 w 1998133"/>
              <a:gd name="csY4" fmla="*/ 643467 h 702734"/>
              <a:gd name="csX5" fmla="*/ 118533 w 1998133"/>
              <a:gd name="csY5" fmla="*/ 668867 h 702734"/>
              <a:gd name="csX6" fmla="*/ 143933 w 1998133"/>
              <a:gd name="csY6" fmla="*/ 685800 h 702734"/>
              <a:gd name="csX7" fmla="*/ 194733 w 1998133"/>
              <a:gd name="csY7" fmla="*/ 702734 h 702734"/>
              <a:gd name="csX8" fmla="*/ 304800 w 1998133"/>
              <a:gd name="csY8" fmla="*/ 694267 h 702734"/>
              <a:gd name="csX9" fmla="*/ 347133 w 1998133"/>
              <a:gd name="csY9" fmla="*/ 643467 h 702734"/>
              <a:gd name="csX10" fmla="*/ 397933 w 1998133"/>
              <a:gd name="csY10" fmla="*/ 601134 h 702734"/>
              <a:gd name="csX11" fmla="*/ 414866 w 1998133"/>
              <a:gd name="csY11" fmla="*/ 584200 h 702734"/>
              <a:gd name="csX12" fmla="*/ 440266 w 1998133"/>
              <a:gd name="csY12" fmla="*/ 567267 h 702734"/>
              <a:gd name="csX13" fmla="*/ 482600 w 1998133"/>
              <a:gd name="csY13" fmla="*/ 533400 h 702734"/>
              <a:gd name="csX14" fmla="*/ 508000 w 1998133"/>
              <a:gd name="csY14" fmla="*/ 474134 h 702734"/>
              <a:gd name="csX15" fmla="*/ 524933 w 1998133"/>
              <a:gd name="csY15" fmla="*/ 414867 h 702734"/>
              <a:gd name="csX16" fmla="*/ 533400 w 1998133"/>
              <a:gd name="csY16" fmla="*/ 389467 h 702734"/>
              <a:gd name="csX17" fmla="*/ 550333 w 1998133"/>
              <a:gd name="csY17" fmla="*/ 364067 h 702734"/>
              <a:gd name="csX18" fmla="*/ 558800 w 1998133"/>
              <a:gd name="csY18" fmla="*/ 330200 h 702734"/>
              <a:gd name="csX19" fmla="*/ 584200 w 1998133"/>
              <a:gd name="csY19" fmla="*/ 304800 h 702734"/>
              <a:gd name="csX20" fmla="*/ 601133 w 1998133"/>
              <a:gd name="csY20" fmla="*/ 279400 h 702734"/>
              <a:gd name="csX21" fmla="*/ 635000 w 1998133"/>
              <a:gd name="csY21" fmla="*/ 228600 h 702734"/>
              <a:gd name="csX22" fmla="*/ 677333 w 1998133"/>
              <a:gd name="csY22" fmla="*/ 152400 h 702734"/>
              <a:gd name="csX23" fmla="*/ 702733 w 1998133"/>
              <a:gd name="csY23" fmla="*/ 127000 h 702734"/>
              <a:gd name="csX24" fmla="*/ 753533 w 1998133"/>
              <a:gd name="csY24" fmla="*/ 76200 h 702734"/>
              <a:gd name="csX25" fmla="*/ 804333 w 1998133"/>
              <a:gd name="csY25" fmla="*/ 67734 h 702734"/>
              <a:gd name="csX26" fmla="*/ 889000 w 1998133"/>
              <a:gd name="csY26" fmla="*/ 33867 h 702734"/>
              <a:gd name="csX27" fmla="*/ 939800 w 1998133"/>
              <a:gd name="csY27" fmla="*/ 16934 h 702734"/>
              <a:gd name="csX28" fmla="*/ 1016000 w 1998133"/>
              <a:gd name="csY28" fmla="*/ 0 h 702734"/>
              <a:gd name="csX29" fmla="*/ 1227666 w 1998133"/>
              <a:gd name="csY29" fmla="*/ 8467 h 702734"/>
              <a:gd name="csX30" fmla="*/ 1270000 w 1998133"/>
              <a:gd name="csY30" fmla="*/ 33867 h 702734"/>
              <a:gd name="csX31" fmla="*/ 1371600 w 1998133"/>
              <a:gd name="csY31" fmla="*/ 110067 h 702734"/>
              <a:gd name="csX32" fmla="*/ 1388533 w 1998133"/>
              <a:gd name="csY32" fmla="*/ 135467 h 702734"/>
              <a:gd name="csX33" fmla="*/ 1430866 w 1998133"/>
              <a:gd name="csY33" fmla="*/ 203200 h 702734"/>
              <a:gd name="csX34" fmla="*/ 1447800 w 1998133"/>
              <a:gd name="csY34" fmla="*/ 254000 h 702734"/>
              <a:gd name="csX35" fmla="*/ 1456266 w 1998133"/>
              <a:gd name="csY35" fmla="*/ 279400 h 702734"/>
              <a:gd name="csX36" fmla="*/ 1464733 w 1998133"/>
              <a:gd name="csY36" fmla="*/ 313267 h 702734"/>
              <a:gd name="csX37" fmla="*/ 1490133 w 1998133"/>
              <a:gd name="csY37" fmla="*/ 406400 h 702734"/>
              <a:gd name="csX38" fmla="*/ 1498600 w 1998133"/>
              <a:gd name="csY38" fmla="*/ 448734 h 702734"/>
              <a:gd name="csX39" fmla="*/ 1515533 w 1998133"/>
              <a:gd name="csY39" fmla="*/ 482600 h 702734"/>
              <a:gd name="csX40" fmla="*/ 1532466 w 1998133"/>
              <a:gd name="csY40" fmla="*/ 541867 h 702734"/>
              <a:gd name="csX41" fmla="*/ 1557866 w 1998133"/>
              <a:gd name="csY41" fmla="*/ 584200 h 702734"/>
              <a:gd name="csX42" fmla="*/ 1574800 w 1998133"/>
              <a:gd name="csY42" fmla="*/ 618067 h 702734"/>
              <a:gd name="csX43" fmla="*/ 1651000 w 1998133"/>
              <a:gd name="csY43" fmla="*/ 643467 h 702734"/>
              <a:gd name="csX44" fmla="*/ 1710266 w 1998133"/>
              <a:gd name="csY44" fmla="*/ 651934 h 702734"/>
              <a:gd name="csX45" fmla="*/ 1794933 w 1998133"/>
              <a:gd name="csY45" fmla="*/ 635000 h 702734"/>
              <a:gd name="csX46" fmla="*/ 1845733 w 1998133"/>
              <a:gd name="csY46" fmla="*/ 592667 h 702734"/>
              <a:gd name="csX47" fmla="*/ 1913466 w 1998133"/>
              <a:gd name="csY47" fmla="*/ 524934 h 702734"/>
              <a:gd name="csX48" fmla="*/ 1930400 w 1998133"/>
              <a:gd name="csY48" fmla="*/ 508000 h 702734"/>
              <a:gd name="csX49" fmla="*/ 1964266 w 1998133"/>
              <a:gd name="csY49" fmla="*/ 482600 h 702734"/>
              <a:gd name="csX50" fmla="*/ 1998133 w 1998133"/>
              <a:gd name="csY50" fmla="*/ 448734 h 702734"/>
              <a:gd name="csX51" fmla="*/ 1998133 w 1998133"/>
              <a:gd name="csY51" fmla="*/ 465667 h 70273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</a:cxnLst>
            <a:rect l="l" t="t" r="r" b="b"/>
            <a:pathLst>
              <a:path w="1998133" h="702734">
                <a:moveTo>
                  <a:pt x="0" y="457200"/>
                </a:moveTo>
                <a:lnTo>
                  <a:pt x="0" y="457200"/>
                </a:lnTo>
                <a:cubicBezTo>
                  <a:pt x="11289" y="482600"/>
                  <a:pt x="21435" y="508539"/>
                  <a:pt x="33866" y="533400"/>
                </a:cubicBezTo>
                <a:cubicBezTo>
                  <a:pt x="38417" y="542502"/>
                  <a:pt x="45751" y="549965"/>
                  <a:pt x="50800" y="558800"/>
                </a:cubicBezTo>
                <a:cubicBezTo>
                  <a:pt x="102878" y="649935"/>
                  <a:pt x="18738" y="519174"/>
                  <a:pt x="101600" y="643467"/>
                </a:cubicBezTo>
                <a:cubicBezTo>
                  <a:pt x="107244" y="651934"/>
                  <a:pt x="110066" y="663223"/>
                  <a:pt x="118533" y="668867"/>
                </a:cubicBezTo>
                <a:cubicBezTo>
                  <a:pt x="127000" y="674511"/>
                  <a:pt x="134634" y="681667"/>
                  <a:pt x="143933" y="685800"/>
                </a:cubicBezTo>
                <a:cubicBezTo>
                  <a:pt x="160244" y="693049"/>
                  <a:pt x="194733" y="702734"/>
                  <a:pt x="194733" y="702734"/>
                </a:cubicBezTo>
                <a:cubicBezTo>
                  <a:pt x="231422" y="699912"/>
                  <a:pt x="269101" y="703192"/>
                  <a:pt x="304800" y="694267"/>
                </a:cubicBezTo>
                <a:cubicBezTo>
                  <a:pt x="320423" y="690361"/>
                  <a:pt x="337982" y="654449"/>
                  <a:pt x="347133" y="643467"/>
                </a:cubicBezTo>
                <a:cubicBezTo>
                  <a:pt x="377303" y="607263"/>
                  <a:pt x="364631" y="627776"/>
                  <a:pt x="397933" y="601134"/>
                </a:cubicBezTo>
                <a:cubicBezTo>
                  <a:pt x="404166" y="596147"/>
                  <a:pt x="408633" y="589187"/>
                  <a:pt x="414866" y="584200"/>
                </a:cubicBezTo>
                <a:cubicBezTo>
                  <a:pt x="422812" y="577843"/>
                  <a:pt x="432320" y="573624"/>
                  <a:pt x="440266" y="567267"/>
                </a:cubicBezTo>
                <a:cubicBezTo>
                  <a:pt x="500599" y="519002"/>
                  <a:pt x="404407" y="585530"/>
                  <a:pt x="482600" y="533400"/>
                </a:cubicBezTo>
                <a:cubicBezTo>
                  <a:pt x="502454" y="473832"/>
                  <a:pt x="476613" y="547369"/>
                  <a:pt x="508000" y="474134"/>
                </a:cubicBezTo>
                <a:cubicBezTo>
                  <a:pt x="516697" y="453842"/>
                  <a:pt x="518798" y="436338"/>
                  <a:pt x="524933" y="414867"/>
                </a:cubicBezTo>
                <a:cubicBezTo>
                  <a:pt x="527385" y="406286"/>
                  <a:pt x="529409" y="397449"/>
                  <a:pt x="533400" y="389467"/>
                </a:cubicBezTo>
                <a:cubicBezTo>
                  <a:pt x="537951" y="380366"/>
                  <a:pt x="544689" y="372534"/>
                  <a:pt x="550333" y="364067"/>
                </a:cubicBezTo>
                <a:cubicBezTo>
                  <a:pt x="553155" y="352778"/>
                  <a:pt x="553027" y="340303"/>
                  <a:pt x="558800" y="330200"/>
                </a:cubicBezTo>
                <a:cubicBezTo>
                  <a:pt x="564741" y="319804"/>
                  <a:pt x="576535" y="313998"/>
                  <a:pt x="584200" y="304800"/>
                </a:cubicBezTo>
                <a:cubicBezTo>
                  <a:pt x="590714" y="296983"/>
                  <a:pt x="596085" y="288235"/>
                  <a:pt x="601133" y="279400"/>
                </a:cubicBezTo>
                <a:cubicBezTo>
                  <a:pt x="628470" y="231560"/>
                  <a:pt x="604819" y="258781"/>
                  <a:pt x="635000" y="228600"/>
                </a:cubicBezTo>
                <a:cubicBezTo>
                  <a:pt x="645646" y="196659"/>
                  <a:pt x="648218" y="181515"/>
                  <a:pt x="677333" y="152400"/>
                </a:cubicBezTo>
                <a:cubicBezTo>
                  <a:pt x="685800" y="143933"/>
                  <a:pt x="694941" y="136091"/>
                  <a:pt x="702733" y="127000"/>
                </a:cubicBezTo>
                <a:cubicBezTo>
                  <a:pt x="719936" y="106930"/>
                  <a:pt x="726706" y="85142"/>
                  <a:pt x="753533" y="76200"/>
                </a:cubicBezTo>
                <a:cubicBezTo>
                  <a:pt x="769819" y="70771"/>
                  <a:pt x="787400" y="70556"/>
                  <a:pt x="804333" y="67734"/>
                </a:cubicBezTo>
                <a:cubicBezTo>
                  <a:pt x="854165" y="42817"/>
                  <a:pt x="826226" y="54791"/>
                  <a:pt x="889000" y="33867"/>
                </a:cubicBezTo>
                <a:cubicBezTo>
                  <a:pt x="905933" y="28223"/>
                  <a:pt x="922297" y="20435"/>
                  <a:pt x="939800" y="16934"/>
                </a:cubicBezTo>
                <a:cubicBezTo>
                  <a:pt x="993543" y="6185"/>
                  <a:pt x="968172" y="11957"/>
                  <a:pt x="1016000" y="0"/>
                </a:cubicBezTo>
                <a:cubicBezTo>
                  <a:pt x="1086555" y="2822"/>
                  <a:pt x="1157674" y="-865"/>
                  <a:pt x="1227666" y="8467"/>
                </a:cubicBezTo>
                <a:cubicBezTo>
                  <a:pt x="1243978" y="10642"/>
                  <a:pt x="1256609" y="24302"/>
                  <a:pt x="1270000" y="33867"/>
                </a:cubicBezTo>
                <a:cubicBezTo>
                  <a:pt x="1466523" y="174241"/>
                  <a:pt x="1283917" y="51612"/>
                  <a:pt x="1371600" y="110067"/>
                </a:cubicBezTo>
                <a:cubicBezTo>
                  <a:pt x="1377244" y="118534"/>
                  <a:pt x="1382619" y="127187"/>
                  <a:pt x="1388533" y="135467"/>
                </a:cubicBezTo>
                <a:cubicBezTo>
                  <a:pt x="1411692" y="167890"/>
                  <a:pt x="1416400" y="167035"/>
                  <a:pt x="1430866" y="203200"/>
                </a:cubicBezTo>
                <a:cubicBezTo>
                  <a:pt x="1437495" y="219773"/>
                  <a:pt x="1442156" y="237067"/>
                  <a:pt x="1447800" y="254000"/>
                </a:cubicBezTo>
                <a:cubicBezTo>
                  <a:pt x="1450622" y="262467"/>
                  <a:pt x="1454101" y="270742"/>
                  <a:pt x="1456266" y="279400"/>
                </a:cubicBezTo>
                <a:cubicBezTo>
                  <a:pt x="1459088" y="290689"/>
                  <a:pt x="1461536" y="302078"/>
                  <a:pt x="1464733" y="313267"/>
                </a:cubicBezTo>
                <a:cubicBezTo>
                  <a:pt x="1480954" y="370037"/>
                  <a:pt x="1470008" y="305778"/>
                  <a:pt x="1490133" y="406400"/>
                </a:cubicBezTo>
                <a:cubicBezTo>
                  <a:pt x="1492955" y="420511"/>
                  <a:pt x="1494049" y="435082"/>
                  <a:pt x="1498600" y="448734"/>
                </a:cubicBezTo>
                <a:cubicBezTo>
                  <a:pt x="1502591" y="460707"/>
                  <a:pt x="1511101" y="470782"/>
                  <a:pt x="1515533" y="482600"/>
                </a:cubicBezTo>
                <a:cubicBezTo>
                  <a:pt x="1523667" y="504290"/>
                  <a:pt x="1522236" y="521407"/>
                  <a:pt x="1532466" y="541867"/>
                </a:cubicBezTo>
                <a:cubicBezTo>
                  <a:pt x="1539825" y="556586"/>
                  <a:pt x="1549874" y="569815"/>
                  <a:pt x="1557866" y="584200"/>
                </a:cubicBezTo>
                <a:cubicBezTo>
                  <a:pt x="1563996" y="595233"/>
                  <a:pt x="1566720" y="608371"/>
                  <a:pt x="1574800" y="618067"/>
                </a:cubicBezTo>
                <a:cubicBezTo>
                  <a:pt x="1593811" y="640879"/>
                  <a:pt x="1625040" y="639473"/>
                  <a:pt x="1651000" y="643467"/>
                </a:cubicBezTo>
                <a:cubicBezTo>
                  <a:pt x="1670724" y="646502"/>
                  <a:pt x="1690511" y="649112"/>
                  <a:pt x="1710266" y="651934"/>
                </a:cubicBezTo>
                <a:cubicBezTo>
                  <a:pt x="1738488" y="646289"/>
                  <a:pt x="1768565" y="646536"/>
                  <a:pt x="1794933" y="635000"/>
                </a:cubicBezTo>
                <a:cubicBezTo>
                  <a:pt x="1815127" y="626165"/>
                  <a:pt x="1829581" y="607666"/>
                  <a:pt x="1845733" y="592667"/>
                </a:cubicBezTo>
                <a:cubicBezTo>
                  <a:pt x="1869131" y="570940"/>
                  <a:pt x="1890888" y="547512"/>
                  <a:pt x="1913466" y="524934"/>
                </a:cubicBezTo>
                <a:cubicBezTo>
                  <a:pt x="1919111" y="519289"/>
                  <a:pt x="1924014" y="512790"/>
                  <a:pt x="1930400" y="508000"/>
                </a:cubicBezTo>
                <a:cubicBezTo>
                  <a:pt x="1941689" y="499533"/>
                  <a:pt x="1953426" y="491634"/>
                  <a:pt x="1964266" y="482600"/>
                </a:cubicBezTo>
                <a:cubicBezTo>
                  <a:pt x="1964274" y="482593"/>
                  <a:pt x="1998125" y="448742"/>
                  <a:pt x="1998133" y="448734"/>
                </a:cubicBezTo>
                <a:lnTo>
                  <a:pt x="1998133" y="465667"/>
                </a:ln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" name="Freeform: Shape 130">
            <a:extLst>
              <a:ext uri="{FF2B5EF4-FFF2-40B4-BE49-F238E27FC236}">
                <a16:creationId xmlns:a16="http://schemas.microsoft.com/office/drawing/2014/main" id="{79EF31B6-ABEF-5CD2-B873-B8824FD723C4}"/>
              </a:ext>
            </a:extLst>
          </p:cNvPr>
          <p:cNvSpPr/>
          <p:nvPr/>
        </p:nvSpPr>
        <p:spPr>
          <a:xfrm flipV="1">
            <a:off x="116106" y="6212116"/>
            <a:ext cx="1461716" cy="533592"/>
          </a:xfrm>
          <a:custGeom>
            <a:avLst/>
            <a:gdLst>
              <a:gd name="csX0" fmla="*/ 0 w 1998133"/>
              <a:gd name="csY0" fmla="*/ 457200 h 702734"/>
              <a:gd name="csX1" fmla="*/ 0 w 1998133"/>
              <a:gd name="csY1" fmla="*/ 457200 h 702734"/>
              <a:gd name="csX2" fmla="*/ 33866 w 1998133"/>
              <a:gd name="csY2" fmla="*/ 533400 h 702734"/>
              <a:gd name="csX3" fmla="*/ 50800 w 1998133"/>
              <a:gd name="csY3" fmla="*/ 558800 h 702734"/>
              <a:gd name="csX4" fmla="*/ 101600 w 1998133"/>
              <a:gd name="csY4" fmla="*/ 643467 h 702734"/>
              <a:gd name="csX5" fmla="*/ 118533 w 1998133"/>
              <a:gd name="csY5" fmla="*/ 668867 h 702734"/>
              <a:gd name="csX6" fmla="*/ 143933 w 1998133"/>
              <a:gd name="csY6" fmla="*/ 685800 h 702734"/>
              <a:gd name="csX7" fmla="*/ 194733 w 1998133"/>
              <a:gd name="csY7" fmla="*/ 702734 h 702734"/>
              <a:gd name="csX8" fmla="*/ 304800 w 1998133"/>
              <a:gd name="csY8" fmla="*/ 694267 h 702734"/>
              <a:gd name="csX9" fmla="*/ 347133 w 1998133"/>
              <a:gd name="csY9" fmla="*/ 643467 h 702734"/>
              <a:gd name="csX10" fmla="*/ 397933 w 1998133"/>
              <a:gd name="csY10" fmla="*/ 601134 h 702734"/>
              <a:gd name="csX11" fmla="*/ 414866 w 1998133"/>
              <a:gd name="csY11" fmla="*/ 584200 h 702734"/>
              <a:gd name="csX12" fmla="*/ 440266 w 1998133"/>
              <a:gd name="csY12" fmla="*/ 567267 h 702734"/>
              <a:gd name="csX13" fmla="*/ 482600 w 1998133"/>
              <a:gd name="csY13" fmla="*/ 533400 h 702734"/>
              <a:gd name="csX14" fmla="*/ 508000 w 1998133"/>
              <a:gd name="csY14" fmla="*/ 474134 h 702734"/>
              <a:gd name="csX15" fmla="*/ 524933 w 1998133"/>
              <a:gd name="csY15" fmla="*/ 414867 h 702734"/>
              <a:gd name="csX16" fmla="*/ 533400 w 1998133"/>
              <a:gd name="csY16" fmla="*/ 389467 h 702734"/>
              <a:gd name="csX17" fmla="*/ 550333 w 1998133"/>
              <a:gd name="csY17" fmla="*/ 364067 h 702734"/>
              <a:gd name="csX18" fmla="*/ 558800 w 1998133"/>
              <a:gd name="csY18" fmla="*/ 330200 h 702734"/>
              <a:gd name="csX19" fmla="*/ 584200 w 1998133"/>
              <a:gd name="csY19" fmla="*/ 304800 h 702734"/>
              <a:gd name="csX20" fmla="*/ 601133 w 1998133"/>
              <a:gd name="csY20" fmla="*/ 279400 h 702734"/>
              <a:gd name="csX21" fmla="*/ 635000 w 1998133"/>
              <a:gd name="csY21" fmla="*/ 228600 h 702734"/>
              <a:gd name="csX22" fmla="*/ 677333 w 1998133"/>
              <a:gd name="csY22" fmla="*/ 152400 h 702734"/>
              <a:gd name="csX23" fmla="*/ 702733 w 1998133"/>
              <a:gd name="csY23" fmla="*/ 127000 h 702734"/>
              <a:gd name="csX24" fmla="*/ 753533 w 1998133"/>
              <a:gd name="csY24" fmla="*/ 76200 h 702734"/>
              <a:gd name="csX25" fmla="*/ 804333 w 1998133"/>
              <a:gd name="csY25" fmla="*/ 67734 h 702734"/>
              <a:gd name="csX26" fmla="*/ 889000 w 1998133"/>
              <a:gd name="csY26" fmla="*/ 33867 h 702734"/>
              <a:gd name="csX27" fmla="*/ 939800 w 1998133"/>
              <a:gd name="csY27" fmla="*/ 16934 h 702734"/>
              <a:gd name="csX28" fmla="*/ 1016000 w 1998133"/>
              <a:gd name="csY28" fmla="*/ 0 h 702734"/>
              <a:gd name="csX29" fmla="*/ 1227666 w 1998133"/>
              <a:gd name="csY29" fmla="*/ 8467 h 702734"/>
              <a:gd name="csX30" fmla="*/ 1270000 w 1998133"/>
              <a:gd name="csY30" fmla="*/ 33867 h 702734"/>
              <a:gd name="csX31" fmla="*/ 1371600 w 1998133"/>
              <a:gd name="csY31" fmla="*/ 110067 h 702734"/>
              <a:gd name="csX32" fmla="*/ 1388533 w 1998133"/>
              <a:gd name="csY32" fmla="*/ 135467 h 702734"/>
              <a:gd name="csX33" fmla="*/ 1430866 w 1998133"/>
              <a:gd name="csY33" fmla="*/ 203200 h 702734"/>
              <a:gd name="csX34" fmla="*/ 1447800 w 1998133"/>
              <a:gd name="csY34" fmla="*/ 254000 h 702734"/>
              <a:gd name="csX35" fmla="*/ 1456266 w 1998133"/>
              <a:gd name="csY35" fmla="*/ 279400 h 702734"/>
              <a:gd name="csX36" fmla="*/ 1464733 w 1998133"/>
              <a:gd name="csY36" fmla="*/ 313267 h 702734"/>
              <a:gd name="csX37" fmla="*/ 1490133 w 1998133"/>
              <a:gd name="csY37" fmla="*/ 406400 h 702734"/>
              <a:gd name="csX38" fmla="*/ 1498600 w 1998133"/>
              <a:gd name="csY38" fmla="*/ 448734 h 702734"/>
              <a:gd name="csX39" fmla="*/ 1515533 w 1998133"/>
              <a:gd name="csY39" fmla="*/ 482600 h 702734"/>
              <a:gd name="csX40" fmla="*/ 1532466 w 1998133"/>
              <a:gd name="csY40" fmla="*/ 541867 h 702734"/>
              <a:gd name="csX41" fmla="*/ 1557866 w 1998133"/>
              <a:gd name="csY41" fmla="*/ 584200 h 702734"/>
              <a:gd name="csX42" fmla="*/ 1574800 w 1998133"/>
              <a:gd name="csY42" fmla="*/ 618067 h 702734"/>
              <a:gd name="csX43" fmla="*/ 1651000 w 1998133"/>
              <a:gd name="csY43" fmla="*/ 643467 h 702734"/>
              <a:gd name="csX44" fmla="*/ 1710266 w 1998133"/>
              <a:gd name="csY44" fmla="*/ 651934 h 702734"/>
              <a:gd name="csX45" fmla="*/ 1794933 w 1998133"/>
              <a:gd name="csY45" fmla="*/ 635000 h 702734"/>
              <a:gd name="csX46" fmla="*/ 1845733 w 1998133"/>
              <a:gd name="csY46" fmla="*/ 592667 h 702734"/>
              <a:gd name="csX47" fmla="*/ 1913466 w 1998133"/>
              <a:gd name="csY47" fmla="*/ 524934 h 702734"/>
              <a:gd name="csX48" fmla="*/ 1930400 w 1998133"/>
              <a:gd name="csY48" fmla="*/ 508000 h 702734"/>
              <a:gd name="csX49" fmla="*/ 1964266 w 1998133"/>
              <a:gd name="csY49" fmla="*/ 482600 h 702734"/>
              <a:gd name="csX50" fmla="*/ 1998133 w 1998133"/>
              <a:gd name="csY50" fmla="*/ 448734 h 702734"/>
              <a:gd name="csX51" fmla="*/ 1998133 w 1998133"/>
              <a:gd name="csY51" fmla="*/ 465667 h 70273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</a:cxnLst>
            <a:rect l="l" t="t" r="r" b="b"/>
            <a:pathLst>
              <a:path w="1998133" h="702734">
                <a:moveTo>
                  <a:pt x="0" y="457200"/>
                </a:moveTo>
                <a:lnTo>
                  <a:pt x="0" y="457200"/>
                </a:lnTo>
                <a:cubicBezTo>
                  <a:pt x="11289" y="482600"/>
                  <a:pt x="21435" y="508539"/>
                  <a:pt x="33866" y="533400"/>
                </a:cubicBezTo>
                <a:cubicBezTo>
                  <a:pt x="38417" y="542502"/>
                  <a:pt x="45751" y="549965"/>
                  <a:pt x="50800" y="558800"/>
                </a:cubicBezTo>
                <a:cubicBezTo>
                  <a:pt x="102878" y="649935"/>
                  <a:pt x="18738" y="519174"/>
                  <a:pt x="101600" y="643467"/>
                </a:cubicBezTo>
                <a:cubicBezTo>
                  <a:pt x="107244" y="651934"/>
                  <a:pt x="110066" y="663223"/>
                  <a:pt x="118533" y="668867"/>
                </a:cubicBezTo>
                <a:cubicBezTo>
                  <a:pt x="127000" y="674511"/>
                  <a:pt x="134634" y="681667"/>
                  <a:pt x="143933" y="685800"/>
                </a:cubicBezTo>
                <a:cubicBezTo>
                  <a:pt x="160244" y="693049"/>
                  <a:pt x="194733" y="702734"/>
                  <a:pt x="194733" y="702734"/>
                </a:cubicBezTo>
                <a:cubicBezTo>
                  <a:pt x="231422" y="699912"/>
                  <a:pt x="269101" y="703192"/>
                  <a:pt x="304800" y="694267"/>
                </a:cubicBezTo>
                <a:cubicBezTo>
                  <a:pt x="320423" y="690361"/>
                  <a:pt x="337982" y="654449"/>
                  <a:pt x="347133" y="643467"/>
                </a:cubicBezTo>
                <a:cubicBezTo>
                  <a:pt x="377303" y="607263"/>
                  <a:pt x="364631" y="627776"/>
                  <a:pt x="397933" y="601134"/>
                </a:cubicBezTo>
                <a:cubicBezTo>
                  <a:pt x="404166" y="596147"/>
                  <a:pt x="408633" y="589187"/>
                  <a:pt x="414866" y="584200"/>
                </a:cubicBezTo>
                <a:cubicBezTo>
                  <a:pt x="422812" y="577843"/>
                  <a:pt x="432320" y="573624"/>
                  <a:pt x="440266" y="567267"/>
                </a:cubicBezTo>
                <a:cubicBezTo>
                  <a:pt x="500599" y="519002"/>
                  <a:pt x="404407" y="585530"/>
                  <a:pt x="482600" y="533400"/>
                </a:cubicBezTo>
                <a:cubicBezTo>
                  <a:pt x="502454" y="473832"/>
                  <a:pt x="476613" y="547369"/>
                  <a:pt x="508000" y="474134"/>
                </a:cubicBezTo>
                <a:cubicBezTo>
                  <a:pt x="516697" y="453842"/>
                  <a:pt x="518798" y="436338"/>
                  <a:pt x="524933" y="414867"/>
                </a:cubicBezTo>
                <a:cubicBezTo>
                  <a:pt x="527385" y="406286"/>
                  <a:pt x="529409" y="397449"/>
                  <a:pt x="533400" y="389467"/>
                </a:cubicBezTo>
                <a:cubicBezTo>
                  <a:pt x="537951" y="380366"/>
                  <a:pt x="544689" y="372534"/>
                  <a:pt x="550333" y="364067"/>
                </a:cubicBezTo>
                <a:cubicBezTo>
                  <a:pt x="553155" y="352778"/>
                  <a:pt x="553027" y="340303"/>
                  <a:pt x="558800" y="330200"/>
                </a:cubicBezTo>
                <a:cubicBezTo>
                  <a:pt x="564741" y="319804"/>
                  <a:pt x="576535" y="313998"/>
                  <a:pt x="584200" y="304800"/>
                </a:cubicBezTo>
                <a:cubicBezTo>
                  <a:pt x="590714" y="296983"/>
                  <a:pt x="596085" y="288235"/>
                  <a:pt x="601133" y="279400"/>
                </a:cubicBezTo>
                <a:cubicBezTo>
                  <a:pt x="628470" y="231560"/>
                  <a:pt x="604819" y="258781"/>
                  <a:pt x="635000" y="228600"/>
                </a:cubicBezTo>
                <a:cubicBezTo>
                  <a:pt x="645646" y="196659"/>
                  <a:pt x="648218" y="181515"/>
                  <a:pt x="677333" y="152400"/>
                </a:cubicBezTo>
                <a:cubicBezTo>
                  <a:pt x="685800" y="143933"/>
                  <a:pt x="694941" y="136091"/>
                  <a:pt x="702733" y="127000"/>
                </a:cubicBezTo>
                <a:cubicBezTo>
                  <a:pt x="719936" y="106930"/>
                  <a:pt x="726706" y="85142"/>
                  <a:pt x="753533" y="76200"/>
                </a:cubicBezTo>
                <a:cubicBezTo>
                  <a:pt x="769819" y="70771"/>
                  <a:pt x="787400" y="70556"/>
                  <a:pt x="804333" y="67734"/>
                </a:cubicBezTo>
                <a:cubicBezTo>
                  <a:pt x="854165" y="42817"/>
                  <a:pt x="826226" y="54791"/>
                  <a:pt x="889000" y="33867"/>
                </a:cubicBezTo>
                <a:cubicBezTo>
                  <a:pt x="905933" y="28223"/>
                  <a:pt x="922297" y="20435"/>
                  <a:pt x="939800" y="16934"/>
                </a:cubicBezTo>
                <a:cubicBezTo>
                  <a:pt x="993543" y="6185"/>
                  <a:pt x="968172" y="11957"/>
                  <a:pt x="1016000" y="0"/>
                </a:cubicBezTo>
                <a:cubicBezTo>
                  <a:pt x="1086555" y="2822"/>
                  <a:pt x="1157674" y="-865"/>
                  <a:pt x="1227666" y="8467"/>
                </a:cubicBezTo>
                <a:cubicBezTo>
                  <a:pt x="1243978" y="10642"/>
                  <a:pt x="1256609" y="24302"/>
                  <a:pt x="1270000" y="33867"/>
                </a:cubicBezTo>
                <a:cubicBezTo>
                  <a:pt x="1466523" y="174241"/>
                  <a:pt x="1283917" y="51612"/>
                  <a:pt x="1371600" y="110067"/>
                </a:cubicBezTo>
                <a:cubicBezTo>
                  <a:pt x="1377244" y="118534"/>
                  <a:pt x="1382619" y="127187"/>
                  <a:pt x="1388533" y="135467"/>
                </a:cubicBezTo>
                <a:cubicBezTo>
                  <a:pt x="1411692" y="167890"/>
                  <a:pt x="1416400" y="167035"/>
                  <a:pt x="1430866" y="203200"/>
                </a:cubicBezTo>
                <a:cubicBezTo>
                  <a:pt x="1437495" y="219773"/>
                  <a:pt x="1442156" y="237067"/>
                  <a:pt x="1447800" y="254000"/>
                </a:cubicBezTo>
                <a:cubicBezTo>
                  <a:pt x="1450622" y="262467"/>
                  <a:pt x="1454101" y="270742"/>
                  <a:pt x="1456266" y="279400"/>
                </a:cubicBezTo>
                <a:cubicBezTo>
                  <a:pt x="1459088" y="290689"/>
                  <a:pt x="1461536" y="302078"/>
                  <a:pt x="1464733" y="313267"/>
                </a:cubicBezTo>
                <a:cubicBezTo>
                  <a:pt x="1480954" y="370037"/>
                  <a:pt x="1470008" y="305778"/>
                  <a:pt x="1490133" y="406400"/>
                </a:cubicBezTo>
                <a:cubicBezTo>
                  <a:pt x="1492955" y="420511"/>
                  <a:pt x="1494049" y="435082"/>
                  <a:pt x="1498600" y="448734"/>
                </a:cubicBezTo>
                <a:cubicBezTo>
                  <a:pt x="1502591" y="460707"/>
                  <a:pt x="1511101" y="470782"/>
                  <a:pt x="1515533" y="482600"/>
                </a:cubicBezTo>
                <a:cubicBezTo>
                  <a:pt x="1523667" y="504290"/>
                  <a:pt x="1522236" y="521407"/>
                  <a:pt x="1532466" y="541867"/>
                </a:cubicBezTo>
                <a:cubicBezTo>
                  <a:pt x="1539825" y="556586"/>
                  <a:pt x="1549874" y="569815"/>
                  <a:pt x="1557866" y="584200"/>
                </a:cubicBezTo>
                <a:cubicBezTo>
                  <a:pt x="1563996" y="595233"/>
                  <a:pt x="1566720" y="608371"/>
                  <a:pt x="1574800" y="618067"/>
                </a:cubicBezTo>
                <a:cubicBezTo>
                  <a:pt x="1593811" y="640879"/>
                  <a:pt x="1625040" y="639473"/>
                  <a:pt x="1651000" y="643467"/>
                </a:cubicBezTo>
                <a:cubicBezTo>
                  <a:pt x="1670724" y="646502"/>
                  <a:pt x="1690511" y="649112"/>
                  <a:pt x="1710266" y="651934"/>
                </a:cubicBezTo>
                <a:cubicBezTo>
                  <a:pt x="1738488" y="646289"/>
                  <a:pt x="1768565" y="646536"/>
                  <a:pt x="1794933" y="635000"/>
                </a:cubicBezTo>
                <a:cubicBezTo>
                  <a:pt x="1815127" y="626165"/>
                  <a:pt x="1829581" y="607666"/>
                  <a:pt x="1845733" y="592667"/>
                </a:cubicBezTo>
                <a:cubicBezTo>
                  <a:pt x="1869131" y="570940"/>
                  <a:pt x="1890888" y="547512"/>
                  <a:pt x="1913466" y="524934"/>
                </a:cubicBezTo>
                <a:cubicBezTo>
                  <a:pt x="1919111" y="519289"/>
                  <a:pt x="1924014" y="512790"/>
                  <a:pt x="1930400" y="508000"/>
                </a:cubicBezTo>
                <a:cubicBezTo>
                  <a:pt x="1941689" y="499533"/>
                  <a:pt x="1953426" y="491634"/>
                  <a:pt x="1964266" y="482600"/>
                </a:cubicBezTo>
                <a:cubicBezTo>
                  <a:pt x="1964274" y="482593"/>
                  <a:pt x="1998125" y="448742"/>
                  <a:pt x="1998133" y="448734"/>
                </a:cubicBezTo>
                <a:lnTo>
                  <a:pt x="1998133" y="465667"/>
                </a:ln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C476A495-3EC2-1742-5019-3E7FC3C45C53}"/>
              </a:ext>
            </a:extLst>
          </p:cNvPr>
          <p:cNvSpPr txBox="1"/>
          <p:nvPr/>
        </p:nvSpPr>
        <p:spPr>
          <a:xfrm>
            <a:off x="9604667" y="74089"/>
            <a:ext cx="241261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Convention followed: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Flexion </a:t>
            </a:r>
            <a:r>
              <a:rPr lang="en-US" sz="1600" i="1" dirty="0"/>
              <a:t>negative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extension </a:t>
            </a:r>
            <a:r>
              <a:rPr lang="en-US" sz="1600" i="1" dirty="0"/>
              <a:t>positive </a:t>
            </a:r>
          </a:p>
        </p:txBody>
      </p:sp>
    </p:spTree>
    <p:extLst>
      <p:ext uri="{BB962C8B-B14F-4D97-AF65-F5344CB8AC3E}">
        <p14:creationId xmlns:p14="http://schemas.microsoft.com/office/powerpoint/2010/main" val="19170993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B43BFF-8E4D-ED0E-B426-DE2484A7B8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TextBox 192">
            <a:extLst>
              <a:ext uri="{FF2B5EF4-FFF2-40B4-BE49-F238E27FC236}">
                <a16:creationId xmlns:a16="http://schemas.microsoft.com/office/drawing/2014/main" id="{391B8A5E-6DE6-D3D2-6F85-DB35363382C0}"/>
              </a:ext>
            </a:extLst>
          </p:cNvPr>
          <p:cNvSpPr txBox="1"/>
          <p:nvPr/>
        </p:nvSpPr>
        <p:spPr>
          <a:xfrm>
            <a:off x="4455078" y="290696"/>
            <a:ext cx="2211786" cy="6563802"/>
          </a:xfrm>
          <a:prstGeom prst="rect">
            <a:avLst/>
          </a:prstGeom>
          <a:pattFill prst="wdDnDiag">
            <a:fgClr>
              <a:schemeClr val="accent1"/>
            </a:fgClr>
            <a:bgClr>
              <a:schemeClr val="bg1"/>
            </a:bgClr>
          </a:patt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79CED66C-46C6-53A3-29EB-3CBAA63A9D68}"/>
              </a:ext>
            </a:extLst>
          </p:cNvPr>
          <p:cNvGrpSpPr/>
          <p:nvPr/>
        </p:nvGrpSpPr>
        <p:grpSpPr>
          <a:xfrm>
            <a:off x="1818804" y="1711119"/>
            <a:ext cx="7374165" cy="5083727"/>
            <a:chOff x="1834171" y="1637290"/>
            <a:chExt cx="7374165" cy="5083727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0ED3C7D0-B1C2-51EB-F0DF-4515D3402CC8}"/>
                </a:ext>
              </a:extLst>
            </p:cNvPr>
            <p:cNvGrpSpPr/>
            <p:nvPr/>
          </p:nvGrpSpPr>
          <p:grpSpPr>
            <a:xfrm>
              <a:off x="1945714" y="1637290"/>
              <a:ext cx="7262622" cy="1653540"/>
              <a:chOff x="0" y="0"/>
              <a:chExt cx="7262622" cy="1653540"/>
            </a:xfrm>
          </p:grpSpPr>
          <p:sp>
            <p:nvSpPr>
              <p:cNvPr id="24" name="Text Box 67">
                <a:extLst>
                  <a:ext uri="{FF2B5EF4-FFF2-40B4-BE49-F238E27FC236}">
                    <a16:creationId xmlns:a16="http://schemas.microsoft.com/office/drawing/2014/main" id="{67172FD7-4CC3-9E5D-C00D-102998A688A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105650" y="1049020"/>
                <a:ext cx="141605" cy="2603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wpc="http://schemas.microsoft.com/office/word/2010/wordprocessingCanvas" xmlns:cx="http://schemas.microsoft.com/office/drawing/2014/chartex" xmlns:cx1="http://schemas.microsoft.com/office/drawing/2015/9/8/chartex" xmlns:mc="http://schemas.openxmlformats.org/markup-compatibility/2006" xmlns:m="http://schemas.openxmlformats.org/officeDocument/2006/math" xmlns:wp14="http://schemas.microsoft.com/office/word/2010/wordprocessingDrawing" xmlns:wp="http://schemas.openxmlformats.org/drawingml/2006/wordprocessingDrawing" xmlns:w14="http://schemas.microsoft.com/office/word/2010/wordml" xmlns:w15="http://schemas.microsoft.com/office/word/2012/wordml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 xmlns:mo="http://schemas.microsoft.com/office/mac/office/2008/main" xmlns:mv="urn:schemas-microsoft-com:mac:vml" xmlns:o="urn:schemas-microsoft-com:office:office" xmlns:v="urn:schemas-microsoft-com:vml" xmlns:w10="urn:schemas-microsoft-com:office:word" xmlns:w="http://schemas.openxmlformats.org/wordprocessingml/2006/main" xmlns:a14="http://schemas.microsoft.com/office/drawing/2010/main" xmlns:lc="http://schemas.openxmlformats.org/drawingml/2006/lockedCanvas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wpc="http://schemas.microsoft.com/office/word/2010/wordprocessingCanvas" xmlns:cx="http://schemas.microsoft.com/office/drawing/2014/chartex" xmlns:cx1="http://schemas.microsoft.com/office/drawing/2015/9/8/chartex" xmlns:mc="http://schemas.openxmlformats.org/markup-compatibility/2006" xmlns:m="http://schemas.openxmlformats.org/officeDocument/2006/math" xmlns:wp14="http://schemas.microsoft.com/office/word/2010/wordprocessingDrawing" xmlns:wp="http://schemas.openxmlformats.org/drawingml/2006/wordprocessingDrawing" xmlns:w14="http://schemas.microsoft.com/office/word/2010/wordml" xmlns:w15="http://schemas.microsoft.com/office/word/2012/wordml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 xmlns:mo="http://schemas.microsoft.com/office/mac/office/2008/main" xmlns:mv="urn:schemas-microsoft-com:mac:vml" xmlns:o="urn:schemas-microsoft-com:office:office" xmlns:v="urn:schemas-microsoft-com:vml" xmlns:w10="urn:schemas-microsoft-com:office:word" xmlns:w="http://schemas.openxmlformats.org/wordprocessingml/2006/main" xmlns:a14="http://schemas.microsoft.com/office/drawing/2010/main" xmlns:lc="http://schemas.openxmlformats.org/drawingml/2006/lockedCanvas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pPr marL="0" marR="0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</a:pPr>
                <a:r>
                  <a:rPr lang="en-US" sz="1100" dirty="0">
                    <a:effectLst/>
                    <a:latin typeface="Calibri" panose="020F0502020204030204" pitchFamily="34" charset="0"/>
                    <a:ea typeface="MS Mincho" panose="02020609040205080304" pitchFamily="49" charset="-128"/>
                    <a:cs typeface="Times New Roman" panose="02020603050405020304" pitchFamily="18" charset="0"/>
                  </a:rPr>
                  <a:t>t</a:t>
                </a:r>
              </a:p>
            </p:txBody>
          </p:sp>
          <p:cxnSp>
            <p:nvCxnSpPr>
              <p:cNvPr id="25" name="AutoShape 71">
                <a:extLst>
                  <a:ext uri="{FF2B5EF4-FFF2-40B4-BE49-F238E27FC236}">
                    <a16:creationId xmlns:a16="http://schemas.microsoft.com/office/drawing/2014/main" id="{D361934F-B4B4-7779-23DC-5CD63D6C8FE7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355727" y="1291830"/>
                <a:ext cx="6906895" cy="1270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wpc="http://schemas.microsoft.com/office/word/2010/wordprocessingCanvas" xmlns:cx="http://schemas.microsoft.com/office/drawing/2014/chartex" xmlns:cx1="http://schemas.microsoft.com/office/drawing/2015/9/8/chartex" xmlns:mc="http://schemas.openxmlformats.org/markup-compatibility/2006" xmlns:m="http://schemas.openxmlformats.org/officeDocument/2006/math" xmlns:wp14="http://schemas.microsoft.com/office/word/2010/wordprocessingDrawing" xmlns:wp="http://schemas.openxmlformats.org/drawingml/2006/wordprocessingDrawing" xmlns:w14="http://schemas.microsoft.com/office/word/2010/wordml" xmlns:w15="http://schemas.microsoft.com/office/word/2012/wordml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 xmlns:mo="http://schemas.microsoft.com/office/mac/office/2008/main" xmlns:mv="urn:schemas-microsoft-com:mac:vml" xmlns:o="urn:schemas-microsoft-com:office:office" xmlns:v="urn:schemas-microsoft-com:vml" xmlns:w10="urn:schemas-microsoft-com:office:word" xmlns:w="http://schemas.openxmlformats.org/wordprocessingml/2006/main" xmlns:a14="http://schemas.microsoft.com/office/drawing/2010/main" xmlns:lc="http://schemas.openxmlformats.org/drawingml/2006/lockedCanvas">
                    <a:noFill/>
                  </a14:hiddenFill>
                </a:ext>
              </a:extLst>
            </p:spPr>
          </p:cxnSp>
          <p:cxnSp>
            <p:nvCxnSpPr>
              <p:cNvPr id="26" name="AutoShape 73">
                <a:extLst>
                  <a:ext uri="{FF2B5EF4-FFF2-40B4-BE49-F238E27FC236}">
                    <a16:creationId xmlns:a16="http://schemas.microsoft.com/office/drawing/2014/main" id="{8E3B4BD8-918A-3C02-D075-09C7A2569CB5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>
                <a:off x="342900" y="0"/>
                <a:ext cx="38735" cy="165354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wpc="http://schemas.microsoft.com/office/word/2010/wordprocessingCanvas" xmlns:cx="http://schemas.microsoft.com/office/drawing/2014/chartex" xmlns:cx1="http://schemas.microsoft.com/office/drawing/2015/9/8/chartex" xmlns:mc="http://schemas.openxmlformats.org/markup-compatibility/2006" xmlns:m="http://schemas.openxmlformats.org/officeDocument/2006/math" xmlns:wp14="http://schemas.microsoft.com/office/word/2010/wordprocessingDrawing" xmlns:wp="http://schemas.openxmlformats.org/drawingml/2006/wordprocessingDrawing" xmlns:w14="http://schemas.microsoft.com/office/word/2010/wordml" xmlns:w15="http://schemas.microsoft.com/office/word/2012/wordml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 xmlns:mo="http://schemas.microsoft.com/office/mac/office/2008/main" xmlns:mv="urn:schemas-microsoft-com:mac:vml" xmlns:o="urn:schemas-microsoft-com:office:office" xmlns:v="urn:schemas-microsoft-com:vml" xmlns:w10="urn:schemas-microsoft-com:office:word" xmlns:w="http://schemas.openxmlformats.org/wordprocessingml/2006/main" xmlns:a14="http://schemas.microsoft.com/office/drawing/2010/main" xmlns:lc="http://schemas.openxmlformats.org/drawingml/2006/lockedCanvas">
                    <a:noFill/>
                  </a14:hiddenFill>
                </a:ext>
              </a:extLst>
            </p:spPr>
          </p:cxnSp>
          <p:sp>
            <p:nvSpPr>
              <p:cNvPr id="27" name="Text Box 76">
                <a:extLst>
                  <a:ext uri="{FF2B5EF4-FFF2-40B4-BE49-F238E27FC236}">
                    <a16:creationId xmlns:a16="http://schemas.microsoft.com/office/drawing/2014/main" id="{889641DA-E2FB-E45C-1BE0-C5EDD0BCDF8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0" y="883920"/>
                <a:ext cx="375920" cy="4203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wpc="http://schemas.microsoft.com/office/word/2010/wordprocessingCanvas" xmlns:cx="http://schemas.microsoft.com/office/drawing/2014/chartex" xmlns:cx1="http://schemas.microsoft.com/office/drawing/2015/9/8/chartex" xmlns:mc="http://schemas.openxmlformats.org/markup-compatibility/2006" xmlns:m="http://schemas.openxmlformats.org/officeDocument/2006/math" xmlns:wp14="http://schemas.microsoft.com/office/word/2010/wordprocessingDrawing" xmlns:wp="http://schemas.openxmlformats.org/drawingml/2006/wordprocessingDrawing" xmlns:w14="http://schemas.microsoft.com/office/word/2010/wordml" xmlns:w15="http://schemas.microsoft.com/office/word/2012/wordml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 xmlns:mo="http://schemas.microsoft.com/office/mac/office/2008/main" xmlns:mv="urn:schemas-microsoft-com:mac:vml" xmlns:o="urn:schemas-microsoft-com:office:office" xmlns:v="urn:schemas-microsoft-com:vml" xmlns:w10="urn:schemas-microsoft-com:office:word" xmlns:w="http://schemas.openxmlformats.org/wordprocessingml/2006/main" xmlns:a14="http://schemas.microsoft.com/office/drawing/2010/main" xmlns:lc="http://schemas.openxmlformats.org/drawingml/2006/lockedCanvas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wpc="http://schemas.microsoft.com/office/word/2010/wordprocessingCanvas" xmlns:cx="http://schemas.microsoft.com/office/drawing/2014/chartex" xmlns:cx1="http://schemas.microsoft.com/office/drawing/2015/9/8/chartex" xmlns:mc="http://schemas.openxmlformats.org/markup-compatibility/2006" xmlns:m="http://schemas.openxmlformats.org/officeDocument/2006/math" xmlns:wp14="http://schemas.microsoft.com/office/word/2010/wordprocessingDrawing" xmlns:wp="http://schemas.openxmlformats.org/drawingml/2006/wordprocessingDrawing" xmlns:w14="http://schemas.microsoft.com/office/word/2010/wordml" xmlns:w15="http://schemas.microsoft.com/office/word/2012/wordml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 xmlns:mo="http://schemas.microsoft.com/office/mac/office/2008/main" xmlns:mv="urn:schemas-microsoft-com:mac:vml" xmlns:o="urn:schemas-microsoft-com:office:office" xmlns:v="urn:schemas-microsoft-com:vml" xmlns:w10="urn:schemas-microsoft-com:office:word" xmlns:w="http://schemas.openxmlformats.org/wordprocessingml/2006/main" xmlns:a14="http://schemas.microsoft.com/office/drawing/2010/main" xmlns:lc="http://schemas.openxmlformats.org/drawingml/2006/lockedCanvas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pPr marL="0" marR="0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</a:pPr>
                <a:r>
                  <a:rPr lang="en-US" sz="1400" dirty="0">
                    <a:effectLst/>
                    <a:latin typeface="Calibri" panose="020F0502020204030204" pitchFamily="34" charset="0"/>
                    <a:ea typeface="MS Mincho" panose="02020609040205080304" pitchFamily="49" charset="-128"/>
                    <a:cs typeface="Times New Roman" panose="02020603050405020304" pitchFamily="18" charset="0"/>
                    <a:sym typeface="Symbol" panose="05050102010706020507" pitchFamily="18" charset="2"/>
                  </a:rPr>
                  <a:t></a:t>
                </a:r>
                <a:endParaRPr lang="en-US" sz="1100" dirty="0">
                  <a:effectLst/>
                  <a:latin typeface="Calibri" panose="020F0502020204030204" pitchFamily="34" charset="0"/>
                  <a:ea typeface="MS Mincho" panose="02020609040205080304" pitchFamily="49" charset="-128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186E2372-3549-4C24-CD49-D4239C188EA9}"/>
                </a:ext>
              </a:extLst>
            </p:cNvPr>
            <p:cNvGrpSpPr/>
            <p:nvPr/>
          </p:nvGrpSpPr>
          <p:grpSpPr>
            <a:xfrm>
              <a:off x="1899714" y="3341306"/>
              <a:ext cx="7247255" cy="1653540"/>
              <a:chOff x="0" y="0"/>
              <a:chExt cx="7247255" cy="1653540"/>
            </a:xfrm>
          </p:grpSpPr>
          <p:sp>
            <p:nvSpPr>
              <p:cNvPr id="31" name="Text Box 67">
                <a:extLst>
                  <a:ext uri="{FF2B5EF4-FFF2-40B4-BE49-F238E27FC236}">
                    <a16:creationId xmlns:a16="http://schemas.microsoft.com/office/drawing/2014/main" id="{BA25DD35-BAA7-4C36-0816-E2FBAD568A4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105650" y="1049020"/>
                <a:ext cx="141605" cy="2603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wpc="http://schemas.microsoft.com/office/word/2010/wordprocessingCanvas" xmlns:cx="http://schemas.microsoft.com/office/drawing/2014/chartex" xmlns:cx1="http://schemas.microsoft.com/office/drawing/2015/9/8/chartex" xmlns:mc="http://schemas.openxmlformats.org/markup-compatibility/2006" xmlns:m="http://schemas.openxmlformats.org/officeDocument/2006/math" xmlns:wp14="http://schemas.microsoft.com/office/word/2010/wordprocessingDrawing" xmlns:wp="http://schemas.openxmlformats.org/drawingml/2006/wordprocessingDrawing" xmlns:w14="http://schemas.microsoft.com/office/word/2010/wordml" xmlns:w15="http://schemas.microsoft.com/office/word/2012/wordml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 xmlns:mo="http://schemas.microsoft.com/office/mac/office/2008/main" xmlns:mv="urn:schemas-microsoft-com:mac:vml" xmlns:o="urn:schemas-microsoft-com:office:office" xmlns:v="urn:schemas-microsoft-com:vml" xmlns:w10="urn:schemas-microsoft-com:office:word" xmlns:w="http://schemas.openxmlformats.org/wordprocessingml/2006/main" xmlns:a14="http://schemas.microsoft.com/office/drawing/2010/main" xmlns:lc="http://schemas.openxmlformats.org/drawingml/2006/lockedCanvas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wpc="http://schemas.microsoft.com/office/word/2010/wordprocessingCanvas" xmlns:cx="http://schemas.microsoft.com/office/drawing/2014/chartex" xmlns:cx1="http://schemas.microsoft.com/office/drawing/2015/9/8/chartex" xmlns:mc="http://schemas.openxmlformats.org/markup-compatibility/2006" xmlns:m="http://schemas.openxmlformats.org/officeDocument/2006/math" xmlns:wp14="http://schemas.microsoft.com/office/word/2010/wordprocessingDrawing" xmlns:wp="http://schemas.openxmlformats.org/drawingml/2006/wordprocessingDrawing" xmlns:w14="http://schemas.microsoft.com/office/word/2010/wordml" xmlns:w15="http://schemas.microsoft.com/office/word/2012/wordml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 xmlns:mo="http://schemas.microsoft.com/office/mac/office/2008/main" xmlns:mv="urn:schemas-microsoft-com:mac:vml" xmlns:o="urn:schemas-microsoft-com:office:office" xmlns:v="urn:schemas-microsoft-com:vml" xmlns:w10="urn:schemas-microsoft-com:office:word" xmlns:w="http://schemas.openxmlformats.org/wordprocessingml/2006/main" xmlns:a14="http://schemas.microsoft.com/office/drawing/2010/main" xmlns:lc="http://schemas.openxmlformats.org/drawingml/2006/lockedCanvas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pPr marL="0" marR="0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</a:pPr>
                <a:r>
                  <a:rPr lang="en-US" sz="1100" dirty="0">
                    <a:effectLst/>
                    <a:latin typeface="Calibri" panose="020F0502020204030204" pitchFamily="34" charset="0"/>
                    <a:ea typeface="MS Mincho" panose="02020609040205080304" pitchFamily="49" charset="-128"/>
                    <a:cs typeface="Times New Roman" panose="02020603050405020304" pitchFamily="18" charset="0"/>
                  </a:rPr>
                  <a:t>t</a:t>
                </a:r>
              </a:p>
            </p:txBody>
          </p:sp>
          <p:cxnSp>
            <p:nvCxnSpPr>
              <p:cNvPr id="32" name="AutoShape 71">
                <a:extLst>
                  <a:ext uri="{FF2B5EF4-FFF2-40B4-BE49-F238E27FC236}">
                    <a16:creationId xmlns:a16="http://schemas.microsoft.com/office/drawing/2014/main" id="{0B269CEE-171D-78B1-85DA-7967DA071868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304165" y="931545"/>
                <a:ext cx="6906895" cy="1270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wpc="http://schemas.microsoft.com/office/word/2010/wordprocessingCanvas" xmlns:cx="http://schemas.microsoft.com/office/drawing/2014/chartex" xmlns:cx1="http://schemas.microsoft.com/office/drawing/2015/9/8/chartex" xmlns:mc="http://schemas.openxmlformats.org/markup-compatibility/2006" xmlns:m="http://schemas.openxmlformats.org/officeDocument/2006/math" xmlns:wp14="http://schemas.microsoft.com/office/word/2010/wordprocessingDrawing" xmlns:wp="http://schemas.openxmlformats.org/drawingml/2006/wordprocessingDrawing" xmlns:w14="http://schemas.microsoft.com/office/word/2010/wordml" xmlns:w15="http://schemas.microsoft.com/office/word/2012/wordml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 xmlns:mo="http://schemas.microsoft.com/office/mac/office/2008/main" xmlns:mv="urn:schemas-microsoft-com:mac:vml" xmlns:o="urn:schemas-microsoft-com:office:office" xmlns:v="urn:schemas-microsoft-com:vml" xmlns:w10="urn:schemas-microsoft-com:office:word" xmlns:w="http://schemas.openxmlformats.org/wordprocessingml/2006/main" xmlns:a14="http://schemas.microsoft.com/office/drawing/2010/main" xmlns:lc="http://schemas.openxmlformats.org/drawingml/2006/lockedCanvas">
                    <a:noFill/>
                  </a14:hiddenFill>
                </a:ext>
              </a:extLst>
            </p:spPr>
          </p:cxnSp>
          <p:cxnSp>
            <p:nvCxnSpPr>
              <p:cNvPr id="33" name="AutoShape 73">
                <a:extLst>
                  <a:ext uri="{FF2B5EF4-FFF2-40B4-BE49-F238E27FC236}">
                    <a16:creationId xmlns:a16="http://schemas.microsoft.com/office/drawing/2014/main" id="{5397CFEA-C29A-F872-900F-92C15ACEB7F9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>
                <a:off x="342900" y="0"/>
                <a:ext cx="38735" cy="165354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wpc="http://schemas.microsoft.com/office/word/2010/wordprocessingCanvas" xmlns:cx="http://schemas.microsoft.com/office/drawing/2014/chartex" xmlns:cx1="http://schemas.microsoft.com/office/drawing/2015/9/8/chartex" xmlns:mc="http://schemas.openxmlformats.org/markup-compatibility/2006" xmlns:m="http://schemas.openxmlformats.org/officeDocument/2006/math" xmlns:wp14="http://schemas.microsoft.com/office/word/2010/wordprocessingDrawing" xmlns:wp="http://schemas.openxmlformats.org/drawingml/2006/wordprocessingDrawing" xmlns:w14="http://schemas.microsoft.com/office/word/2010/wordml" xmlns:w15="http://schemas.microsoft.com/office/word/2012/wordml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 xmlns:mo="http://schemas.microsoft.com/office/mac/office/2008/main" xmlns:mv="urn:schemas-microsoft-com:mac:vml" xmlns:o="urn:schemas-microsoft-com:office:office" xmlns:v="urn:schemas-microsoft-com:vml" xmlns:w10="urn:schemas-microsoft-com:office:word" xmlns:w="http://schemas.openxmlformats.org/wordprocessingml/2006/main" xmlns:a14="http://schemas.microsoft.com/office/drawing/2010/main" xmlns:lc="http://schemas.openxmlformats.org/drawingml/2006/lockedCanvas">
                    <a:noFill/>
                  </a14:hiddenFill>
                </a:ext>
              </a:extLst>
            </p:spPr>
          </p:cxnSp>
          <p:sp>
            <p:nvSpPr>
              <p:cNvPr id="34" name="Text Box 76">
                <a:extLst>
                  <a:ext uri="{FF2B5EF4-FFF2-40B4-BE49-F238E27FC236}">
                    <a16:creationId xmlns:a16="http://schemas.microsoft.com/office/drawing/2014/main" id="{A47560A7-FFF2-B226-87CF-A94A1BDC1B5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0" y="883920"/>
                <a:ext cx="375920" cy="4203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wpc="http://schemas.microsoft.com/office/word/2010/wordprocessingCanvas" xmlns:cx="http://schemas.microsoft.com/office/drawing/2014/chartex" xmlns:cx1="http://schemas.microsoft.com/office/drawing/2015/9/8/chartex" xmlns:mc="http://schemas.openxmlformats.org/markup-compatibility/2006" xmlns:m="http://schemas.openxmlformats.org/officeDocument/2006/math" xmlns:wp14="http://schemas.microsoft.com/office/word/2010/wordprocessingDrawing" xmlns:wp="http://schemas.openxmlformats.org/drawingml/2006/wordprocessingDrawing" xmlns:w14="http://schemas.microsoft.com/office/word/2010/wordml" xmlns:w15="http://schemas.microsoft.com/office/word/2012/wordml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 xmlns:mo="http://schemas.microsoft.com/office/mac/office/2008/main" xmlns:mv="urn:schemas-microsoft-com:mac:vml" xmlns:o="urn:schemas-microsoft-com:office:office" xmlns:v="urn:schemas-microsoft-com:vml" xmlns:w10="urn:schemas-microsoft-com:office:word" xmlns:w="http://schemas.openxmlformats.org/wordprocessingml/2006/main" xmlns:a14="http://schemas.microsoft.com/office/drawing/2010/main" xmlns:lc="http://schemas.openxmlformats.org/drawingml/2006/lockedCanvas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wpc="http://schemas.microsoft.com/office/word/2010/wordprocessingCanvas" xmlns:cx="http://schemas.microsoft.com/office/drawing/2014/chartex" xmlns:cx1="http://schemas.microsoft.com/office/drawing/2015/9/8/chartex" xmlns:mc="http://schemas.openxmlformats.org/markup-compatibility/2006" xmlns:m="http://schemas.openxmlformats.org/officeDocument/2006/math" xmlns:wp14="http://schemas.microsoft.com/office/word/2010/wordprocessingDrawing" xmlns:wp="http://schemas.openxmlformats.org/drawingml/2006/wordprocessingDrawing" xmlns:w14="http://schemas.microsoft.com/office/word/2010/wordml" xmlns:w15="http://schemas.microsoft.com/office/word/2012/wordml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 xmlns:mo="http://schemas.microsoft.com/office/mac/office/2008/main" xmlns:mv="urn:schemas-microsoft-com:mac:vml" xmlns:o="urn:schemas-microsoft-com:office:office" xmlns:v="urn:schemas-microsoft-com:vml" xmlns:w10="urn:schemas-microsoft-com:office:word" xmlns:w="http://schemas.openxmlformats.org/wordprocessingml/2006/main" xmlns:a14="http://schemas.microsoft.com/office/drawing/2010/main" xmlns:lc="http://schemas.openxmlformats.org/drawingml/2006/lockedCanvas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pPr marL="0" marR="0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</a:pPr>
                <a:r>
                  <a:rPr lang="en-US" b="1" dirty="0">
                    <a:solidFill>
                      <a:srgbClr val="FF0000"/>
                    </a:solidFill>
                    <a:effectLst/>
                    <a:latin typeface="Calibri" panose="020F0502020204030204" pitchFamily="34" charset="0"/>
                    <a:ea typeface="MS Mincho" panose="02020609040205080304" pitchFamily="49" charset="-128"/>
                    <a:cs typeface="Times New Roman" panose="02020603050405020304" pitchFamily="18" charset="0"/>
                    <a:sym typeface="Symbol" panose="05050102010706020507" pitchFamily="18" charset="2"/>
                  </a:rPr>
                  <a:t></a:t>
                </a:r>
                <a:endParaRPr lang="en-US" b="1" dirty="0">
                  <a:solidFill>
                    <a:srgbClr val="FF0000"/>
                  </a:solidFill>
                  <a:effectLst/>
                  <a:latin typeface="Calibri" panose="020F0502020204030204" pitchFamily="34" charset="0"/>
                  <a:ea typeface="MS Mincho" panose="02020609040205080304" pitchFamily="49" charset="-128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B06D83E4-22E8-7231-5618-155265D8D109}"/>
                </a:ext>
              </a:extLst>
            </p:cNvPr>
            <p:cNvGrpSpPr/>
            <p:nvPr/>
          </p:nvGrpSpPr>
          <p:grpSpPr>
            <a:xfrm>
              <a:off x="1834171" y="5127802"/>
              <a:ext cx="7295461" cy="1593215"/>
              <a:chOff x="-19482" y="0"/>
              <a:chExt cx="7266737" cy="1653540"/>
            </a:xfrm>
          </p:grpSpPr>
          <p:sp>
            <p:nvSpPr>
              <p:cNvPr id="36" name="Text Box 67">
                <a:extLst>
                  <a:ext uri="{FF2B5EF4-FFF2-40B4-BE49-F238E27FC236}">
                    <a16:creationId xmlns:a16="http://schemas.microsoft.com/office/drawing/2014/main" id="{FF55C339-1149-2004-EAA5-6D6D48420FB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105650" y="1049020"/>
                <a:ext cx="141605" cy="2603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wpc="http://schemas.microsoft.com/office/word/2010/wordprocessingCanvas" xmlns:cx="http://schemas.microsoft.com/office/drawing/2014/chartex" xmlns:cx1="http://schemas.microsoft.com/office/drawing/2015/9/8/chartex" xmlns:mc="http://schemas.openxmlformats.org/markup-compatibility/2006" xmlns:m="http://schemas.openxmlformats.org/officeDocument/2006/math" xmlns:wp14="http://schemas.microsoft.com/office/word/2010/wordprocessingDrawing" xmlns:wp="http://schemas.openxmlformats.org/drawingml/2006/wordprocessingDrawing" xmlns:w14="http://schemas.microsoft.com/office/word/2010/wordml" xmlns:w15="http://schemas.microsoft.com/office/word/2012/wordml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 xmlns:mo="http://schemas.microsoft.com/office/mac/office/2008/main" xmlns:mv="urn:schemas-microsoft-com:mac:vml" xmlns:o="urn:schemas-microsoft-com:office:office" xmlns:v="urn:schemas-microsoft-com:vml" xmlns:w10="urn:schemas-microsoft-com:office:word" xmlns:w="http://schemas.openxmlformats.org/wordprocessingml/2006/main" xmlns:a14="http://schemas.microsoft.com/office/drawing/2010/main" xmlns:lc="http://schemas.openxmlformats.org/drawingml/2006/lockedCanvas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wpc="http://schemas.microsoft.com/office/word/2010/wordprocessingCanvas" xmlns:cx="http://schemas.microsoft.com/office/drawing/2014/chartex" xmlns:cx1="http://schemas.microsoft.com/office/drawing/2015/9/8/chartex" xmlns:mc="http://schemas.openxmlformats.org/markup-compatibility/2006" xmlns:m="http://schemas.openxmlformats.org/officeDocument/2006/math" xmlns:wp14="http://schemas.microsoft.com/office/word/2010/wordprocessingDrawing" xmlns:wp="http://schemas.openxmlformats.org/drawingml/2006/wordprocessingDrawing" xmlns:w14="http://schemas.microsoft.com/office/word/2010/wordml" xmlns:w15="http://schemas.microsoft.com/office/word/2012/wordml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 xmlns:mo="http://schemas.microsoft.com/office/mac/office/2008/main" xmlns:mv="urn:schemas-microsoft-com:mac:vml" xmlns:o="urn:schemas-microsoft-com:office:office" xmlns:v="urn:schemas-microsoft-com:vml" xmlns:w10="urn:schemas-microsoft-com:office:word" xmlns:w="http://schemas.openxmlformats.org/wordprocessingml/2006/main" xmlns:a14="http://schemas.microsoft.com/office/drawing/2010/main" xmlns:lc="http://schemas.openxmlformats.org/drawingml/2006/lockedCanvas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pPr marL="0" marR="0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</a:pPr>
                <a:r>
                  <a:rPr lang="en-US" sz="1100" dirty="0">
                    <a:effectLst/>
                    <a:latin typeface="Calibri" panose="020F0502020204030204" pitchFamily="34" charset="0"/>
                    <a:ea typeface="MS Mincho" panose="02020609040205080304" pitchFamily="49" charset="-128"/>
                    <a:cs typeface="Times New Roman" panose="02020603050405020304" pitchFamily="18" charset="0"/>
                  </a:rPr>
                  <a:t>t</a:t>
                </a:r>
              </a:p>
            </p:txBody>
          </p:sp>
          <p:cxnSp>
            <p:nvCxnSpPr>
              <p:cNvPr id="37" name="AutoShape 71">
                <a:extLst>
                  <a:ext uri="{FF2B5EF4-FFF2-40B4-BE49-F238E27FC236}">
                    <a16:creationId xmlns:a16="http://schemas.microsoft.com/office/drawing/2014/main" id="{DE27DC67-8786-BC92-0BEA-7FA3596FCF07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304165" y="931545"/>
                <a:ext cx="6906895" cy="1270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wpc="http://schemas.microsoft.com/office/word/2010/wordprocessingCanvas" xmlns:cx="http://schemas.microsoft.com/office/drawing/2014/chartex" xmlns:cx1="http://schemas.microsoft.com/office/drawing/2015/9/8/chartex" xmlns:mc="http://schemas.openxmlformats.org/markup-compatibility/2006" xmlns:m="http://schemas.openxmlformats.org/officeDocument/2006/math" xmlns:wp14="http://schemas.microsoft.com/office/word/2010/wordprocessingDrawing" xmlns:wp="http://schemas.openxmlformats.org/drawingml/2006/wordprocessingDrawing" xmlns:w14="http://schemas.microsoft.com/office/word/2010/wordml" xmlns:w15="http://schemas.microsoft.com/office/word/2012/wordml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 xmlns:mo="http://schemas.microsoft.com/office/mac/office/2008/main" xmlns:mv="urn:schemas-microsoft-com:mac:vml" xmlns:o="urn:schemas-microsoft-com:office:office" xmlns:v="urn:schemas-microsoft-com:vml" xmlns:w10="urn:schemas-microsoft-com:office:word" xmlns:w="http://schemas.openxmlformats.org/wordprocessingml/2006/main" xmlns:a14="http://schemas.microsoft.com/office/drawing/2010/main" xmlns:lc="http://schemas.openxmlformats.org/drawingml/2006/lockedCanvas">
                    <a:noFill/>
                  </a14:hiddenFill>
                </a:ext>
              </a:extLst>
            </p:spPr>
          </p:cxnSp>
          <p:cxnSp>
            <p:nvCxnSpPr>
              <p:cNvPr id="38" name="AutoShape 73">
                <a:extLst>
                  <a:ext uri="{FF2B5EF4-FFF2-40B4-BE49-F238E27FC236}">
                    <a16:creationId xmlns:a16="http://schemas.microsoft.com/office/drawing/2014/main" id="{46E3D54A-BB85-06E9-F1CE-856A089B696B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>
                <a:off x="342900" y="0"/>
                <a:ext cx="38735" cy="165354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wpc="http://schemas.microsoft.com/office/word/2010/wordprocessingCanvas" xmlns:cx="http://schemas.microsoft.com/office/drawing/2014/chartex" xmlns:cx1="http://schemas.microsoft.com/office/drawing/2015/9/8/chartex" xmlns:mc="http://schemas.openxmlformats.org/markup-compatibility/2006" xmlns:m="http://schemas.openxmlformats.org/officeDocument/2006/math" xmlns:wp14="http://schemas.microsoft.com/office/word/2010/wordprocessingDrawing" xmlns:wp="http://schemas.openxmlformats.org/drawingml/2006/wordprocessingDrawing" xmlns:w14="http://schemas.microsoft.com/office/word/2010/wordml" xmlns:w15="http://schemas.microsoft.com/office/word/2012/wordml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 xmlns:mo="http://schemas.microsoft.com/office/mac/office/2008/main" xmlns:mv="urn:schemas-microsoft-com:mac:vml" xmlns:o="urn:schemas-microsoft-com:office:office" xmlns:v="urn:schemas-microsoft-com:vml" xmlns:w10="urn:schemas-microsoft-com:office:word" xmlns:w="http://schemas.openxmlformats.org/wordprocessingml/2006/main" xmlns:a14="http://schemas.microsoft.com/office/drawing/2010/main" xmlns:lc="http://schemas.openxmlformats.org/drawingml/2006/lockedCanvas">
                    <a:noFill/>
                  </a14:hiddenFill>
                </a:ext>
              </a:extLst>
            </p:spPr>
          </p:cxnSp>
          <p:sp>
            <p:nvSpPr>
              <p:cNvPr id="39" name="Text Box 76">
                <a:extLst>
                  <a:ext uri="{FF2B5EF4-FFF2-40B4-BE49-F238E27FC236}">
                    <a16:creationId xmlns:a16="http://schemas.microsoft.com/office/drawing/2014/main" id="{8D521F8E-941F-16D2-1C43-0EAE2D351ED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-19482" y="889000"/>
                <a:ext cx="375920" cy="4203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wpc="http://schemas.microsoft.com/office/word/2010/wordprocessingCanvas" xmlns:cx="http://schemas.microsoft.com/office/drawing/2014/chartex" xmlns:cx1="http://schemas.microsoft.com/office/drawing/2015/9/8/chartex" xmlns:mc="http://schemas.openxmlformats.org/markup-compatibility/2006" xmlns:m="http://schemas.openxmlformats.org/officeDocument/2006/math" xmlns:wp14="http://schemas.microsoft.com/office/word/2010/wordprocessingDrawing" xmlns:wp="http://schemas.openxmlformats.org/drawingml/2006/wordprocessingDrawing" xmlns:w14="http://schemas.microsoft.com/office/word/2010/wordml" xmlns:w15="http://schemas.microsoft.com/office/word/2012/wordml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 xmlns:mo="http://schemas.microsoft.com/office/mac/office/2008/main" xmlns:mv="urn:schemas-microsoft-com:mac:vml" xmlns:o="urn:schemas-microsoft-com:office:office" xmlns:v="urn:schemas-microsoft-com:vml" xmlns:w10="urn:schemas-microsoft-com:office:word" xmlns:w="http://schemas.openxmlformats.org/wordprocessingml/2006/main" xmlns:a14="http://schemas.microsoft.com/office/drawing/2010/main" xmlns:lc="http://schemas.openxmlformats.org/drawingml/2006/lockedCanvas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wpc="http://schemas.microsoft.com/office/word/2010/wordprocessingCanvas" xmlns:cx="http://schemas.microsoft.com/office/drawing/2014/chartex" xmlns:cx1="http://schemas.microsoft.com/office/drawing/2015/9/8/chartex" xmlns:mc="http://schemas.openxmlformats.org/markup-compatibility/2006" xmlns:m="http://schemas.openxmlformats.org/officeDocument/2006/math" xmlns:wp14="http://schemas.microsoft.com/office/word/2010/wordprocessingDrawing" xmlns:wp="http://schemas.openxmlformats.org/drawingml/2006/wordprocessingDrawing" xmlns:w14="http://schemas.microsoft.com/office/word/2010/wordml" xmlns:w15="http://schemas.microsoft.com/office/word/2012/wordml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 xmlns:mo="http://schemas.microsoft.com/office/mac/office/2008/main" xmlns:mv="urn:schemas-microsoft-com:mac:vml" xmlns:o="urn:schemas-microsoft-com:office:office" xmlns:v="urn:schemas-microsoft-com:vml" xmlns:w10="urn:schemas-microsoft-com:office:word" xmlns:w="http://schemas.openxmlformats.org/wordprocessingml/2006/main" xmlns:a14="http://schemas.microsoft.com/office/drawing/2010/main" xmlns:lc="http://schemas.openxmlformats.org/drawingml/2006/lockedCanvas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pPr marL="0" marR="0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</a:pPr>
                <a:r>
                  <a:rPr lang="en-US" b="1" dirty="0">
                    <a:solidFill>
                      <a:srgbClr val="0070C0"/>
                    </a:solidFill>
                    <a:effectLst/>
                    <a:latin typeface="Calibri" panose="020F0502020204030204" pitchFamily="34" charset="0"/>
                    <a:ea typeface="MS Mincho" panose="02020609040205080304" pitchFamily="49" charset="-128"/>
                    <a:cs typeface="Times New Roman" panose="02020603050405020304" pitchFamily="18" charset="0"/>
                    <a:sym typeface="Symbol" panose="05050102010706020507" pitchFamily="18" charset="2"/>
                  </a:rPr>
                  <a:t></a:t>
                </a:r>
                <a:endParaRPr lang="en-US" b="1" dirty="0">
                  <a:solidFill>
                    <a:srgbClr val="0070C0"/>
                  </a:solidFill>
                  <a:effectLst/>
                  <a:latin typeface="Calibri" panose="020F0502020204030204" pitchFamily="34" charset="0"/>
                  <a:ea typeface="MS Mincho" panose="02020609040205080304" pitchFamily="49" charset="-128"/>
                  <a:cs typeface="Times New Roman" panose="02020603050405020304" pitchFamily="18" charset="0"/>
                </a:endParaRPr>
              </a:p>
            </p:txBody>
          </p:sp>
        </p:grpSp>
      </p:grp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82E0A7C9-67E8-4CDE-6BF5-C53B9C7BF25B}"/>
              </a:ext>
            </a:extLst>
          </p:cNvPr>
          <p:cNvCxnSpPr>
            <a:cxnSpLocks/>
          </p:cNvCxnSpPr>
          <p:nvPr/>
        </p:nvCxnSpPr>
        <p:spPr>
          <a:xfrm>
            <a:off x="4455384" y="1740323"/>
            <a:ext cx="20547" cy="58950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42784DFC-2121-A25A-1140-97908F26D298}"/>
              </a:ext>
            </a:extLst>
          </p:cNvPr>
          <p:cNvCxnSpPr/>
          <p:nvPr/>
        </p:nvCxnSpPr>
        <p:spPr>
          <a:xfrm flipH="1">
            <a:off x="6617490" y="1536171"/>
            <a:ext cx="79513" cy="59566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63CDAECE-47D3-E789-2A3A-44014A7D532A}"/>
              </a:ext>
            </a:extLst>
          </p:cNvPr>
          <p:cNvCxnSpPr/>
          <p:nvPr/>
        </p:nvCxnSpPr>
        <p:spPr>
          <a:xfrm flipH="1">
            <a:off x="2996814" y="1342245"/>
            <a:ext cx="79513" cy="59566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DA892290-5CCE-2399-E3CD-97818FADC775}"/>
              </a:ext>
            </a:extLst>
          </p:cNvPr>
          <p:cNvCxnSpPr/>
          <p:nvPr/>
        </p:nvCxnSpPr>
        <p:spPr>
          <a:xfrm flipH="1">
            <a:off x="3936247" y="1772357"/>
            <a:ext cx="79513" cy="59566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3F1E938A-031B-4716-87F7-AF36116E2466}"/>
              </a:ext>
            </a:extLst>
          </p:cNvPr>
          <p:cNvCxnSpPr/>
          <p:nvPr/>
        </p:nvCxnSpPr>
        <p:spPr>
          <a:xfrm flipH="1">
            <a:off x="8109793" y="1988433"/>
            <a:ext cx="79513" cy="59566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0E6E0DCD-F4AE-FA61-8AA3-A34C47E8A871}"/>
              </a:ext>
            </a:extLst>
          </p:cNvPr>
          <p:cNvCxnSpPr/>
          <p:nvPr/>
        </p:nvCxnSpPr>
        <p:spPr>
          <a:xfrm flipH="1">
            <a:off x="7204777" y="2189208"/>
            <a:ext cx="79513" cy="59566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Arc 49">
            <a:extLst>
              <a:ext uri="{FF2B5EF4-FFF2-40B4-BE49-F238E27FC236}">
                <a16:creationId xmlns:a16="http://schemas.microsoft.com/office/drawing/2014/main" id="{0F188839-2BE3-6C8E-D29C-E0A2E4270A58}"/>
              </a:ext>
            </a:extLst>
          </p:cNvPr>
          <p:cNvSpPr/>
          <p:nvPr/>
        </p:nvSpPr>
        <p:spPr>
          <a:xfrm>
            <a:off x="9477920" y="2826194"/>
            <a:ext cx="783772" cy="843802"/>
          </a:xfrm>
          <a:prstGeom prst="arc">
            <a:avLst/>
          </a:prstGeom>
          <a:ln w="25400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Arc 51">
            <a:extLst>
              <a:ext uri="{FF2B5EF4-FFF2-40B4-BE49-F238E27FC236}">
                <a16:creationId xmlns:a16="http://schemas.microsoft.com/office/drawing/2014/main" id="{E0001574-F087-7E66-E368-EFD6106B2BBE}"/>
              </a:ext>
            </a:extLst>
          </p:cNvPr>
          <p:cNvSpPr/>
          <p:nvPr/>
        </p:nvSpPr>
        <p:spPr>
          <a:xfrm>
            <a:off x="9744518" y="2759849"/>
            <a:ext cx="783772" cy="843802"/>
          </a:xfrm>
          <a:prstGeom prst="arc">
            <a:avLst/>
          </a:prstGeom>
          <a:ln w="25400">
            <a:solidFill>
              <a:srgbClr val="FF0000"/>
            </a:solidFill>
            <a:headEnd type="triangl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CC1F161-D0C7-E51E-131A-6732FDF50CAA}"/>
              </a:ext>
            </a:extLst>
          </p:cNvPr>
          <p:cNvSpPr txBox="1"/>
          <p:nvPr/>
        </p:nvSpPr>
        <p:spPr>
          <a:xfrm>
            <a:off x="11645233" y="3862808"/>
            <a:ext cx="8573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Ext</a:t>
            </a:r>
          </a:p>
        </p:txBody>
      </p:sp>
      <p:sp>
        <p:nvSpPr>
          <p:cNvPr id="56" name="Arc 55">
            <a:extLst>
              <a:ext uri="{FF2B5EF4-FFF2-40B4-BE49-F238E27FC236}">
                <a16:creationId xmlns:a16="http://schemas.microsoft.com/office/drawing/2014/main" id="{94649320-2E27-ADD4-B82D-97ED12B37301}"/>
              </a:ext>
            </a:extLst>
          </p:cNvPr>
          <p:cNvSpPr/>
          <p:nvPr/>
        </p:nvSpPr>
        <p:spPr>
          <a:xfrm>
            <a:off x="9009249" y="4241442"/>
            <a:ext cx="783772" cy="843802"/>
          </a:xfrm>
          <a:prstGeom prst="arc">
            <a:avLst/>
          </a:prstGeom>
          <a:noFill/>
          <a:ln w="25400">
            <a:solidFill>
              <a:srgbClr val="0070C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8" name="Arc 57">
            <a:extLst>
              <a:ext uri="{FF2B5EF4-FFF2-40B4-BE49-F238E27FC236}">
                <a16:creationId xmlns:a16="http://schemas.microsoft.com/office/drawing/2014/main" id="{47A80AD8-BA4F-9560-D439-2E6955432526}"/>
              </a:ext>
            </a:extLst>
          </p:cNvPr>
          <p:cNvSpPr/>
          <p:nvPr/>
        </p:nvSpPr>
        <p:spPr>
          <a:xfrm>
            <a:off x="9856430" y="2640057"/>
            <a:ext cx="783772" cy="843802"/>
          </a:xfrm>
          <a:prstGeom prst="arc">
            <a:avLst/>
          </a:prstGeom>
          <a:ln w="25400">
            <a:solidFill>
              <a:srgbClr val="FF0000"/>
            </a:solidFill>
            <a:headEnd type="triangl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32DBFE2-0293-38B4-0887-F9E6686BB171}"/>
              </a:ext>
            </a:extLst>
          </p:cNvPr>
          <p:cNvSpPr txBox="1"/>
          <p:nvPr/>
        </p:nvSpPr>
        <p:spPr>
          <a:xfrm>
            <a:off x="11621385" y="2974859"/>
            <a:ext cx="7536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Flex</a:t>
            </a:r>
          </a:p>
        </p:txBody>
      </p:sp>
      <p:sp>
        <p:nvSpPr>
          <p:cNvPr id="62" name="Arc 61">
            <a:extLst>
              <a:ext uri="{FF2B5EF4-FFF2-40B4-BE49-F238E27FC236}">
                <a16:creationId xmlns:a16="http://schemas.microsoft.com/office/drawing/2014/main" id="{88C12A71-AB85-CB25-6735-405DF1F985BC}"/>
              </a:ext>
            </a:extLst>
          </p:cNvPr>
          <p:cNvSpPr/>
          <p:nvPr/>
        </p:nvSpPr>
        <p:spPr>
          <a:xfrm>
            <a:off x="9146969" y="2999195"/>
            <a:ext cx="783772" cy="843802"/>
          </a:xfrm>
          <a:prstGeom prst="arc">
            <a:avLst/>
          </a:prstGeom>
          <a:ln w="25400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4" name="Arc 63">
            <a:extLst>
              <a:ext uri="{FF2B5EF4-FFF2-40B4-BE49-F238E27FC236}">
                <a16:creationId xmlns:a16="http://schemas.microsoft.com/office/drawing/2014/main" id="{3796B872-E9D6-B7A9-39F9-E168EE709027}"/>
              </a:ext>
            </a:extLst>
          </p:cNvPr>
          <p:cNvSpPr/>
          <p:nvPr/>
        </p:nvSpPr>
        <p:spPr>
          <a:xfrm>
            <a:off x="10389482" y="3631855"/>
            <a:ext cx="783772" cy="843802"/>
          </a:xfrm>
          <a:prstGeom prst="arc">
            <a:avLst/>
          </a:prstGeom>
          <a:ln w="25400">
            <a:solidFill>
              <a:srgbClr val="0070C0"/>
            </a:solidFill>
            <a:headEnd type="triangl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60EBBC2-1A6C-D0FB-ECBD-3AEDF97A20D1}"/>
              </a:ext>
            </a:extLst>
          </p:cNvPr>
          <p:cNvSpPr txBox="1"/>
          <p:nvPr/>
        </p:nvSpPr>
        <p:spPr>
          <a:xfrm>
            <a:off x="11275986" y="3865641"/>
            <a:ext cx="7536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Ext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61A8CC3B-0E08-128B-A1CC-6CC3F5F2C957}"/>
              </a:ext>
            </a:extLst>
          </p:cNvPr>
          <p:cNvSpPr txBox="1"/>
          <p:nvPr/>
        </p:nvSpPr>
        <p:spPr>
          <a:xfrm>
            <a:off x="11657513" y="1944913"/>
            <a:ext cx="7536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Ext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EFDEEED0-8E63-1FD8-5649-6FCB2D81D8E9}"/>
              </a:ext>
            </a:extLst>
          </p:cNvPr>
          <p:cNvSpPr txBox="1"/>
          <p:nvPr/>
        </p:nvSpPr>
        <p:spPr>
          <a:xfrm>
            <a:off x="11621386" y="2614949"/>
            <a:ext cx="7536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Flex</a:t>
            </a:r>
          </a:p>
        </p:txBody>
      </p:sp>
      <p:sp>
        <p:nvSpPr>
          <p:cNvPr id="72" name="Arc 71">
            <a:extLst>
              <a:ext uri="{FF2B5EF4-FFF2-40B4-BE49-F238E27FC236}">
                <a16:creationId xmlns:a16="http://schemas.microsoft.com/office/drawing/2014/main" id="{A727E51C-6E67-4574-3770-1AC2B186665A}"/>
              </a:ext>
            </a:extLst>
          </p:cNvPr>
          <p:cNvSpPr/>
          <p:nvPr/>
        </p:nvSpPr>
        <p:spPr>
          <a:xfrm>
            <a:off x="9629478" y="3915003"/>
            <a:ext cx="783772" cy="843802"/>
          </a:xfrm>
          <a:prstGeom prst="arc">
            <a:avLst/>
          </a:prstGeom>
          <a:noFill/>
          <a:ln w="25400">
            <a:solidFill>
              <a:srgbClr val="0070C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4" name="Arc 73">
            <a:extLst>
              <a:ext uri="{FF2B5EF4-FFF2-40B4-BE49-F238E27FC236}">
                <a16:creationId xmlns:a16="http://schemas.microsoft.com/office/drawing/2014/main" id="{3693CEB7-A8A0-44ED-2562-67486D0C26DF}"/>
              </a:ext>
            </a:extLst>
          </p:cNvPr>
          <p:cNvSpPr/>
          <p:nvPr/>
        </p:nvSpPr>
        <p:spPr>
          <a:xfrm>
            <a:off x="10033473" y="3758231"/>
            <a:ext cx="783772" cy="843802"/>
          </a:xfrm>
          <a:prstGeom prst="arc">
            <a:avLst/>
          </a:prstGeom>
          <a:ln w="25400">
            <a:solidFill>
              <a:srgbClr val="0070C0"/>
            </a:solidFill>
            <a:headEnd type="triangl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6" name="Arc 75">
            <a:extLst>
              <a:ext uri="{FF2B5EF4-FFF2-40B4-BE49-F238E27FC236}">
                <a16:creationId xmlns:a16="http://schemas.microsoft.com/office/drawing/2014/main" id="{BF334040-7A0B-A05F-08FA-626399597A3A}"/>
              </a:ext>
            </a:extLst>
          </p:cNvPr>
          <p:cNvSpPr/>
          <p:nvPr/>
        </p:nvSpPr>
        <p:spPr>
          <a:xfrm>
            <a:off x="9237592" y="4075705"/>
            <a:ext cx="783772" cy="783771"/>
          </a:xfrm>
          <a:prstGeom prst="arc">
            <a:avLst/>
          </a:prstGeom>
          <a:noFill/>
          <a:ln w="25400">
            <a:solidFill>
              <a:srgbClr val="0070C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8" name="Arc 77">
            <a:extLst>
              <a:ext uri="{FF2B5EF4-FFF2-40B4-BE49-F238E27FC236}">
                <a16:creationId xmlns:a16="http://schemas.microsoft.com/office/drawing/2014/main" id="{DDD9978D-242B-9B9B-BC56-18279E50D653}"/>
              </a:ext>
            </a:extLst>
          </p:cNvPr>
          <p:cNvSpPr/>
          <p:nvPr/>
        </p:nvSpPr>
        <p:spPr>
          <a:xfrm>
            <a:off x="9856430" y="3806384"/>
            <a:ext cx="783772" cy="783771"/>
          </a:xfrm>
          <a:prstGeom prst="arc">
            <a:avLst/>
          </a:prstGeom>
          <a:noFill/>
          <a:ln w="25400">
            <a:solidFill>
              <a:srgbClr val="0070C0"/>
            </a:solidFill>
            <a:headEnd type="triangl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8475EB0B-7987-FFFE-B4F0-964B7772D5E6}"/>
              </a:ext>
            </a:extLst>
          </p:cNvPr>
          <p:cNvSpPr txBox="1"/>
          <p:nvPr/>
        </p:nvSpPr>
        <p:spPr>
          <a:xfrm>
            <a:off x="11627558" y="2311420"/>
            <a:ext cx="8573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Ext</a:t>
            </a:r>
          </a:p>
        </p:txBody>
      </p:sp>
      <p:sp>
        <p:nvSpPr>
          <p:cNvPr id="82" name="Arc 81">
            <a:extLst>
              <a:ext uri="{FF2B5EF4-FFF2-40B4-BE49-F238E27FC236}">
                <a16:creationId xmlns:a16="http://schemas.microsoft.com/office/drawing/2014/main" id="{2D903243-63B6-4F8E-B614-E55EDAAB03C8}"/>
              </a:ext>
            </a:extLst>
          </p:cNvPr>
          <p:cNvSpPr/>
          <p:nvPr/>
        </p:nvSpPr>
        <p:spPr>
          <a:xfrm>
            <a:off x="8961318" y="3100980"/>
            <a:ext cx="783772" cy="783771"/>
          </a:xfrm>
          <a:prstGeom prst="arc">
            <a:avLst/>
          </a:prstGeom>
          <a:ln w="25400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4" name="Arc 83">
            <a:extLst>
              <a:ext uri="{FF2B5EF4-FFF2-40B4-BE49-F238E27FC236}">
                <a16:creationId xmlns:a16="http://schemas.microsoft.com/office/drawing/2014/main" id="{EB56B9FA-BA12-0655-7793-0680C297FF87}"/>
              </a:ext>
            </a:extLst>
          </p:cNvPr>
          <p:cNvSpPr/>
          <p:nvPr/>
        </p:nvSpPr>
        <p:spPr>
          <a:xfrm>
            <a:off x="10263929" y="2477707"/>
            <a:ext cx="783772" cy="783771"/>
          </a:xfrm>
          <a:prstGeom prst="arc">
            <a:avLst/>
          </a:prstGeom>
          <a:ln w="25400">
            <a:solidFill>
              <a:srgbClr val="FF0000"/>
            </a:solidFill>
            <a:headEnd type="triangl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465B5EF6-DB49-281D-60C6-3C2A9F3E0C92}"/>
              </a:ext>
            </a:extLst>
          </p:cNvPr>
          <p:cNvSpPr txBox="1"/>
          <p:nvPr/>
        </p:nvSpPr>
        <p:spPr>
          <a:xfrm>
            <a:off x="11047701" y="2943407"/>
            <a:ext cx="7536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Flex</a:t>
            </a:r>
          </a:p>
        </p:txBody>
      </p:sp>
      <p:sp>
        <p:nvSpPr>
          <p:cNvPr id="88" name="Arc 87">
            <a:extLst>
              <a:ext uri="{FF2B5EF4-FFF2-40B4-BE49-F238E27FC236}">
                <a16:creationId xmlns:a16="http://schemas.microsoft.com/office/drawing/2014/main" id="{AFCB31A2-4909-E89D-037E-1EAFF246131F}"/>
              </a:ext>
            </a:extLst>
          </p:cNvPr>
          <p:cNvSpPr/>
          <p:nvPr/>
        </p:nvSpPr>
        <p:spPr>
          <a:xfrm>
            <a:off x="9320759" y="2909291"/>
            <a:ext cx="783772" cy="783771"/>
          </a:xfrm>
          <a:prstGeom prst="arc">
            <a:avLst/>
          </a:prstGeom>
          <a:ln w="25400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0" name="Arc 89">
            <a:extLst>
              <a:ext uri="{FF2B5EF4-FFF2-40B4-BE49-F238E27FC236}">
                <a16:creationId xmlns:a16="http://schemas.microsoft.com/office/drawing/2014/main" id="{9CD822C1-5972-5745-FD94-F533EC61D187}"/>
              </a:ext>
            </a:extLst>
          </p:cNvPr>
          <p:cNvSpPr/>
          <p:nvPr/>
        </p:nvSpPr>
        <p:spPr>
          <a:xfrm>
            <a:off x="10079110" y="2557116"/>
            <a:ext cx="783772" cy="783771"/>
          </a:xfrm>
          <a:prstGeom prst="arc">
            <a:avLst/>
          </a:prstGeom>
          <a:ln w="25400">
            <a:solidFill>
              <a:srgbClr val="FF0000"/>
            </a:solidFill>
            <a:headEnd type="triangl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EDB12947-8C2A-BF80-629B-94528DE696F5}"/>
              </a:ext>
            </a:extLst>
          </p:cNvPr>
          <p:cNvSpPr txBox="1"/>
          <p:nvPr/>
        </p:nvSpPr>
        <p:spPr>
          <a:xfrm>
            <a:off x="11256605" y="1988433"/>
            <a:ext cx="7536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Ext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2A2EFF3C-57AF-52A6-A7C9-2DC3D4AF4026}"/>
              </a:ext>
            </a:extLst>
          </p:cNvPr>
          <p:cNvSpPr txBox="1"/>
          <p:nvPr/>
        </p:nvSpPr>
        <p:spPr>
          <a:xfrm>
            <a:off x="11232520" y="2270725"/>
            <a:ext cx="7536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Ext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E07A223B-804B-F329-8F75-E4217A585E8A}"/>
              </a:ext>
            </a:extLst>
          </p:cNvPr>
          <p:cNvSpPr txBox="1"/>
          <p:nvPr/>
        </p:nvSpPr>
        <p:spPr>
          <a:xfrm>
            <a:off x="11147266" y="2589841"/>
            <a:ext cx="7536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Flex</a:t>
            </a:r>
          </a:p>
        </p:txBody>
      </p:sp>
      <p:sp>
        <p:nvSpPr>
          <p:cNvPr id="98" name="Arc 97">
            <a:extLst>
              <a:ext uri="{FF2B5EF4-FFF2-40B4-BE49-F238E27FC236}">
                <a16:creationId xmlns:a16="http://schemas.microsoft.com/office/drawing/2014/main" id="{5332A691-86C6-3378-741E-3F1FCA76B15E}"/>
              </a:ext>
            </a:extLst>
          </p:cNvPr>
          <p:cNvSpPr/>
          <p:nvPr/>
        </p:nvSpPr>
        <p:spPr>
          <a:xfrm>
            <a:off x="9414635" y="4040528"/>
            <a:ext cx="783772" cy="783771"/>
          </a:xfrm>
          <a:prstGeom prst="arc">
            <a:avLst/>
          </a:prstGeom>
          <a:noFill/>
          <a:ln w="25400">
            <a:solidFill>
              <a:srgbClr val="0070C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0" name="Arc 99">
            <a:extLst>
              <a:ext uri="{FF2B5EF4-FFF2-40B4-BE49-F238E27FC236}">
                <a16:creationId xmlns:a16="http://schemas.microsoft.com/office/drawing/2014/main" id="{40CE704A-242A-580A-AE1E-59D3FDDEE965}"/>
              </a:ext>
            </a:extLst>
          </p:cNvPr>
          <p:cNvSpPr/>
          <p:nvPr/>
        </p:nvSpPr>
        <p:spPr>
          <a:xfrm>
            <a:off x="10248316" y="3728633"/>
            <a:ext cx="783772" cy="783771"/>
          </a:xfrm>
          <a:prstGeom prst="arc">
            <a:avLst/>
          </a:prstGeom>
          <a:ln w="25400">
            <a:solidFill>
              <a:srgbClr val="0070C0"/>
            </a:solidFill>
            <a:headEnd type="triangl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26C238E6-427A-8D3D-DE0D-18A17ED68B92}"/>
              </a:ext>
            </a:extLst>
          </p:cNvPr>
          <p:cNvSpPr txBox="1"/>
          <p:nvPr/>
        </p:nvSpPr>
        <p:spPr>
          <a:xfrm>
            <a:off x="11597589" y="4168076"/>
            <a:ext cx="7536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Flex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99F1DA06-185D-E705-B807-EE59E7785670}"/>
              </a:ext>
            </a:extLst>
          </p:cNvPr>
          <p:cNvSpPr txBox="1"/>
          <p:nvPr/>
        </p:nvSpPr>
        <p:spPr>
          <a:xfrm>
            <a:off x="11147265" y="4119865"/>
            <a:ext cx="7536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Flex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FBE1AD7E-8A45-5A25-BC52-6F0FCFD6BFD3}"/>
              </a:ext>
            </a:extLst>
          </p:cNvPr>
          <p:cNvSpPr txBox="1"/>
          <p:nvPr/>
        </p:nvSpPr>
        <p:spPr>
          <a:xfrm>
            <a:off x="11032088" y="4463427"/>
            <a:ext cx="7536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Flex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27D41518-5FA1-C1DA-FD2B-D9FD7D1A3C8F}"/>
              </a:ext>
            </a:extLst>
          </p:cNvPr>
          <p:cNvSpPr txBox="1"/>
          <p:nvPr/>
        </p:nvSpPr>
        <p:spPr>
          <a:xfrm>
            <a:off x="11679419" y="3593773"/>
            <a:ext cx="7536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Ext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D62DE8CD-6994-3205-ECA8-243E10F4D961}"/>
              </a:ext>
            </a:extLst>
          </p:cNvPr>
          <p:cNvSpPr txBox="1"/>
          <p:nvPr/>
        </p:nvSpPr>
        <p:spPr>
          <a:xfrm>
            <a:off x="11253932" y="3583639"/>
            <a:ext cx="7536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Ext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64C40DE2-EDAC-E51D-2088-6AF684380352}"/>
              </a:ext>
            </a:extLst>
          </p:cNvPr>
          <p:cNvSpPr txBox="1"/>
          <p:nvPr/>
        </p:nvSpPr>
        <p:spPr>
          <a:xfrm>
            <a:off x="11574714" y="4478677"/>
            <a:ext cx="7536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Flex</a:t>
            </a:r>
          </a:p>
        </p:txBody>
      </p:sp>
      <p:sp>
        <p:nvSpPr>
          <p:cNvPr id="115" name="Text Box 76">
            <a:extLst>
              <a:ext uri="{FF2B5EF4-FFF2-40B4-BE49-F238E27FC236}">
                <a16:creationId xmlns:a16="http://schemas.microsoft.com/office/drawing/2014/main" id="{D92A0B11-BC0D-747C-3A53-990C422BEF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45382" y="2110479"/>
            <a:ext cx="375920" cy="4203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lc="http://schemas.openxmlformats.org/drawingml/2006/lockedCanvas" xmlns:a14="http://schemas.microsoft.com/office/drawing/2010/main" xmlns:w="http://schemas.openxmlformats.org/wordprocessingml/2006/main" xmlns:w10="urn:schemas-microsoft-com:office:word" xmlns:v="urn:schemas-microsoft-com:vml" xmlns:o="urn:schemas-microsoft-com:office:office" xmlns:mv="urn:schemas-microsoft-com:mac:vml" xmlns:mo="http://schemas.microsoft.com/office/mac/office/2008/main" xmlns:wps="http://schemas.microsoft.com/office/word/2010/wordprocessingShape" xmlns:wne="http://schemas.microsoft.com/office/word/2006/wordml" xmlns:wpi="http://schemas.microsoft.com/office/word/2010/wordprocessingInk" xmlns:wpg="http://schemas.microsoft.com/office/word/2010/wordprocessingGroup" xmlns:w16se="http://schemas.microsoft.com/office/word/2015/wordml/symex" xmlns:w15="http://schemas.microsoft.com/office/word/2012/wordml" xmlns:w14="http://schemas.microsoft.com/office/word/2010/wordml" xmlns:wp="http://schemas.openxmlformats.org/drawingml/2006/wordprocessingDrawing" xmlns:wp14="http://schemas.microsoft.com/office/word/2010/wordprocessingDrawing" xmlns:m="http://schemas.openxmlformats.org/officeDocument/2006/math" xmlns:mc="http://schemas.openxmlformats.org/markup-compatibility/2006" xmlns:cx1="http://schemas.microsoft.com/office/drawing/2015/9/8/chartex" xmlns:cx="http://schemas.microsoft.com/office/drawing/2014/chartex" xmlns:wpc="http://schemas.microsoft.com/office/word/2010/wordprocessingCanvas" xmlns="">
                <a:solidFill>
                  <a:srgbClr val="FFFFFF"/>
                </a:solidFill>
              </a14:hiddenFill>
            </a:ext>
            <a:ext uri="{91240B29-F687-4f45-9708-019B960494DF}">
              <a14:hiddenLine xmlns:lc="http://schemas.openxmlformats.org/drawingml/2006/lockedCanvas" xmlns:a14="http://schemas.microsoft.com/office/drawing/2010/main" xmlns:w="http://schemas.openxmlformats.org/wordprocessingml/2006/main" xmlns:w10="urn:schemas-microsoft-com:office:word" xmlns:v="urn:schemas-microsoft-com:vml" xmlns:o="urn:schemas-microsoft-com:office:office" xmlns:mv="urn:schemas-microsoft-com:mac:vml" xmlns:mo="http://schemas.microsoft.com/office/mac/office/2008/main" xmlns:wps="http://schemas.microsoft.com/office/word/2010/wordprocessingShape" xmlns:wne="http://schemas.microsoft.com/office/word/2006/wordml" xmlns:wpi="http://schemas.microsoft.com/office/word/2010/wordprocessingInk" xmlns:wpg="http://schemas.microsoft.com/office/word/2010/wordprocessingGroup" xmlns:w16se="http://schemas.microsoft.com/office/word/2015/wordml/symex" xmlns:w15="http://schemas.microsoft.com/office/word/2012/wordml" xmlns:w14="http://schemas.microsoft.com/office/word/2010/wordml" xmlns:wp="http://schemas.openxmlformats.org/drawingml/2006/wordprocessingDrawing" xmlns:wp14="http://schemas.microsoft.com/office/word/2010/wordprocessingDrawing" xmlns:m="http://schemas.openxmlformats.org/officeDocument/2006/math" xmlns:mc="http://schemas.openxmlformats.org/markup-compatibility/2006" xmlns:cx1="http://schemas.microsoft.com/office/drawing/2015/9/8/chartex" xmlns:cx="http://schemas.microsoft.com/office/drawing/2014/chartex" xmlns:wpc="http://schemas.microsoft.com/office/word/2010/wordprocessingCanvas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b="1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  <a:sym typeface="Symbol" panose="05050102010706020507" pitchFamily="18" charset="2"/>
              </a:rPr>
              <a:t></a:t>
            </a:r>
            <a:endParaRPr lang="en-US" b="1" dirty="0">
              <a:solidFill>
                <a:srgbClr val="FF0000"/>
              </a:solidFill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117" name="Text Box 76">
            <a:extLst>
              <a:ext uri="{FF2B5EF4-FFF2-40B4-BE49-F238E27FC236}">
                <a16:creationId xmlns:a16="http://schemas.microsoft.com/office/drawing/2014/main" id="{F4E34E8E-CA07-C62D-DFC6-DF7A769D6C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86459" y="3506441"/>
            <a:ext cx="377406" cy="4050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lc="http://schemas.openxmlformats.org/drawingml/2006/lockedCanvas" xmlns:a14="http://schemas.microsoft.com/office/drawing/2010/main" xmlns:w="http://schemas.openxmlformats.org/wordprocessingml/2006/main" xmlns:w10="urn:schemas-microsoft-com:office:word" xmlns:v="urn:schemas-microsoft-com:vml" xmlns:o="urn:schemas-microsoft-com:office:office" xmlns:mv="urn:schemas-microsoft-com:mac:vml" xmlns:mo="http://schemas.microsoft.com/office/mac/office/2008/main" xmlns:wps="http://schemas.microsoft.com/office/word/2010/wordprocessingShape" xmlns:wne="http://schemas.microsoft.com/office/word/2006/wordml" xmlns:wpi="http://schemas.microsoft.com/office/word/2010/wordprocessingInk" xmlns:wpg="http://schemas.microsoft.com/office/word/2010/wordprocessingGroup" xmlns:w16se="http://schemas.microsoft.com/office/word/2015/wordml/symex" xmlns:w15="http://schemas.microsoft.com/office/word/2012/wordml" xmlns:w14="http://schemas.microsoft.com/office/word/2010/wordml" xmlns:wp="http://schemas.openxmlformats.org/drawingml/2006/wordprocessingDrawing" xmlns:wp14="http://schemas.microsoft.com/office/word/2010/wordprocessingDrawing" xmlns:m="http://schemas.openxmlformats.org/officeDocument/2006/math" xmlns:mc="http://schemas.openxmlformats.org/markup-compatibility/2006" xmlns:cx1="http://schemas.microsoft.com/office/drawing/2015/9/8/chartex" xmlns:cx="http://schemas.microsoft.com/office/drawing/2014/chartex" xmlns:wpc="http://schemas.microsoft.com/office/word/2010/wordprocessingCanvas" xmlns="">
                <a:solidFill>
                  <a:srgbClr val="FFFFFF"/>
                </a:solidFill>
              </a14:hiddenFill>
            </a:ext>
            <a:ext uri="{91240B29-F687-4f45-9708-019B960494DF}">
              <a14:hiddenLine xmlns:lc="http://schemas.openxmlformats.org/drawingml/2006/lockedCanvas" xmlns:a14="http://schemas.microsoft.com/office/drawing/2010/main" xmlns:w="http://schemas.openxmlformats.org/wordprocessingml/2006/main" xmlns:w10="urn:schemas-microsoft-com:office:word" xmlns:v="urn:schemas-microsoft-com:vml" xmlns:o="urn:schemas-microsoft-com:office:office" xmlns:mv="urn:schemas-microsoft-com:mac:vml" xmlns:mo="http://schemas.microsoft.com/office/mac/office/2008/main" xmlns:wps="http://schemas.microsoft.com/office/word/2010/wordprocessingShape" xmlns:wne="http://schemas.microsoft.com/office/word/2006/wordml" xmlns:wpi="http://schemas.microsoft.com/office/word/2010/wordprocessingInk" xmlns:wpg="http://schemas.microsoft.com/office/word/2010/wordprocessingGroup" xmlns:w16se="http://schemas.microsoft.com/office/word/2015/wordml/symex" xmlns:w15="http://schemas.microsoft.com/office/word/2012/wordml" xmlns:w14="http://schemas.microsoft.com/office/word/2010/wordml" xmlns:wp="http://schemas.openxmlformats.org/drawingml/2006/wordprocessingDrawing" xmlns:wp14="http://schemas.microsoft.com/office/word/2010/wordprocessingDrawing" xmlns:m="http://schemas.openxmlformats.org/officeDocument/2006/math" xmlns:mc="http://schemas.openxmlformats.org/markup-compatibility/2006" xmlns:cx1="http://schemas.microsoft.com/office/drawing/2015/9/8/chartex" xmlns:cx="http://schemas.microsoft.com/office/drawing/2014/chartex" xmlns:wpc="http://schemas.microsoft.com/office/word/2010/wordprocessingCanvas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b="1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  <a:sym typeface="Symbol" panose="05050102010706020507" pitchFamily="18" charset="2"/>
              </a:rPr>
              <a:t></a:t>
            </a:r>
            <a:endParaRPr lang="en-US" b="1" dirty="0">
              <a:solidFill>
                <a:srgbClr val="0070C0"/>
              </a:solidFill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34CE6A7F-913E-786E-4157-B370C4B956A9}"/>
              </a:ext>
            </a:extLst>
          </p:cNvPr>
          <p:cNvSpPr txBox="1"/>
          <p:nvPr/>
        </p:nvSpPr>
        <p:spPr>
          <a:xfrm>
            <a:off x="2699862" y="4534409"/>
            <a:ext cx="1047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sym typeface="Symbol" panose="05050102010706020507" pitchFamily="18" charset="2"/>
              </a:rPr>
              <a:t></a:t>
            </a:r>
            <a:r>
              <a:rPr lang="en-US" sz="1200" dirty="0">
                <a:solidFill>
                  <a:srgbClr val="FF0000"/>
                </a:solidFill>
                <a:sym typeface="Symbol" panose="05050102010706020507" pitchFamily="18" charset="2"/>
              </a:rPr>
              <a:t>peak 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8200907E-BA6F-66A2-4DCB-830A33B66133}"/>
              </a:ext>
            </a:extLst>
          </p:cNvPr>
          <p:cNvSpPr txBox="1"/>
          <p:nvPr/>
        </p:nvSpPr>
        <p:spPr>
          <a:xfrm>
            <a:off x="3661122" y="3726809"/>
            <a:ext cx="1047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sym typeface="Symbol" panose="05050102010706020507" pitchFamily="18" charset="2"/>
              </a:rPr>
              <a:t></a:t>
            </a:r>
            <a:r>
              <a:rPr lang="en-US" sz="1200" dirty="0">
                <a:solidFill>
                  <a:srgbClr val="FF0000"/>
                </a:solidFill>
                <a:sym typeface="Symbol" panose="05050102010706020507" pitchFamily="18" charset="2"/>
              </a:rPr>
              <a:t>peak 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C2BEE7F2-8094-C5A3-48D4-29FF1E2C8BF2}"/>
              </a:ext>
            </a:extLst>
          </p:cNvPr>
          <p:cNvSpPr txBox="1"/>
          <p:nvPr/>
        </p:nvSpPr>
        <p:spPr>
          <a:xfrm>
            <a:off x="6904059" y="4529334"/>
            <a:ext cx="1047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sym typeface="Symbol" panose="05050102010706020507" pitchFamily="18" charset="2"/>
              </a:rPr>
              <a:t></a:t>
            </a:r>
            <a:r>
              <a:rPr lang="en-US" sz="1200" dirty="0">
                <a:solidFill>
                  <a:srgbClr val="FF0000"/>
                </a:solidFill>
                <a:sym typeface="Symbol" panose="05050102010706020507" pitchFamily="18" charset="2"/>
              </a:rPr>
              <a:t>peak 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B1AF3AD1-AB5D-731C-8627-C9860B34BDDF}"/>
              </a:ext>
            </a:extLst>
          </p:cNvPr>
          <p:cNvSpPr txBox="1"/>
          <p:nvPr/>
        </p:nvSpPr>
        <p:spPr>
          <a:xfrm>
            <a:off x="7914182" y="3658331"/>
            <a:ext cx="1047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sym typeface="Symbol" panose="05050102010706020507" pitchFamily="18" charset="2"/>
              </a:rPr>
              <a:t></a:t>
            </a:r>
            <a:r>
              <a:rPr lang="en-US" sz="1200" dirty="0">
                <a:solidFill>
                  <a:srgbClr val="FF0000"/>
                </a:solidFill>
                <a:sym typeface="Symbol" panose="05050102010706020507" pitchFamily="18" charset="2"/>
              </a:rPr>
              <a:t>peak 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E478B7CE-5451-D2FC-7CA9-C912AA000ECB}"/>
              </a:ext>
            </a:extLst>
          </p:cNvPr>
          <p:cNvSpPr txBox="1"/>
          <p:nvPr/>
        </p:nvSpPr>
        <p:spPr>
          <a:xfrm>
            <a:off x="2683049" y="5732004"/>
            <a:ext cx="7398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  <a:sym typeface="Symbol" panose="05050102010706020507" pitchFamily="18" charset="2"/>
              </a:rPr>
              <a:t>= 0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1F40A94C-18D3-C37E-F605-5B952CB48D58}"/>
              </a:ext>
            </a:extLst>
          </p:cNvPr>
          <p:cNvSpPr txBox="1"/>
          <p:nvPr/>
        </p:nvSpPr>
        <p:spPr>
          <a:xfrm>
            <a:off x="3681693" y="5763412"/>
            <a:ext cx="7398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  <a:sym typeface="Symbol" panose="05050102010706020507" pitchFamily="18" charset="2"/>
              </a:rPr>
              <a:t>= 0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229A41E2-B37D-866A-048F-E3447E2C262A}"/>
              </a:ext>
            </a:extLst>
          </p:cNvPr>
          <p:cNvSpPr txBox="1"/>
          <p:nvPr/>
        </p:nvSpPr>
        <p:spPr>
          <a:xfrm>
            <a:off x="6868620" y="5801933"/>
            <a:ext cx="7398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  <a:sym typeface="Symbol" panose="05050102010706020507" pitchFamily="18" charset="2"/>
              </a:rPr>
              <a:t>= 0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9C69EA49-891B-CF12-CD94-D7576C8D376E}"/>
              </a:ext>
            </a:extLst>
          </p:cNvPr>
          <p:cNvSpPr txBox="1"/>
          <p:nvPr/>
        </p:nvSpPr>
        <p:spPr>
          <a:xfrm>
            <a:off x="7871707" y="5775524"/>
            <a:ext cx="7398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  <a:sym typeface="Symbol" panose="05050102010706020507" pitchFamily="18" charset="2"/>
              </a:rPr>
              <a:t>= 0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EA153074-F5C0-8CCF-2130-79202E376733}"/>
              </a:ext>
            </a:extLst>
          </p:cNvPr>
          <p:cNvSpPr txBox="1"/>
          <p:nvPr/>
        </p:nvSpPr>
        <p:spPr>
          <a:xfrm>
            <a:off x="7339742" y="4056776"/>
            <a:ext cx="7398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sym typeface="Symbol" panose="05050102010706020507" pitchFamily="18" charset="2"/>
              </a:rPr>
              <a:t> = 0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B3D12891-76CA-133B-4EB4-39827E7A2930}"/>
              </a:ext>
            </a:extLst>
          </p:cNvPr>
          <p:cNvSpPr txBox="1"/>
          <p:nvPr/>
        </p:nvSpPr>
        <p:spPr>
          <a:xfrm>
            <a:off x="10174606" y="5432601"/>
            <a:ext cx="7398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sym typeface="Symbol" panose="05050102010706020507" pitchFamily="18" charset="2"/>
              </a:rPr>
              <a:t> = 0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AC3792A2-4D81-F2A8-5812-8B8D250742A9}"/>
              </a:ext>
            </a:extLst>
          </p:cNvPr>
          <p:cNvSpPr txBox="1"/>
          <p:nvPr/>
        </p:nvSpPr>
        <p:spPr>
          <a:xfrm>
            <a:off x="10327006" y="5585001"/>
            <a:ext cx="7398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sym typeface="Symbol" panose="05050102010706020507" pitchFamily="18" charset="2"/>
              </a:rPr>
              <a:t> = 0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43" name="Text Box 28">
            <a:extLst>
              <a:ext uri="{FF2B5EF4-FFF2-40B4-BE49-F238E27FC236}">
                <a16:creationId xmlns:a16="http://schemas.microsoft.com/office/drawing/2014/main" id="{39DB042A-DF03-3729-E5A8-2097039EAF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13978" y="990683"/>
            <a:ext cx="214312" cy="254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+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5" name="Text Box 27">
            <a:extLst>
              <a:ext uri="{FF2B5EF4-FFF2-40B4-BE49-F238E27FC236}">
                <a16:creationId xmlns:a16="http://schemas.microsoft.com/office/drawing/2014/main" id="{D1FC83B7-4B36-86A9-68B1-C28C8A3B0C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81623" y="1374427"/>
            <a:ext cx="214312" cy="254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+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7" name="Text Box 28">
            <a:extLst>
              <a:ext uri="{FF2B5EF4-FFF2-40B4-BE49-F238E27FC236}">
                <a16:creationId xmlns:a16="http://schemas.microsoft.com/office/drawing/2014/main" id="{EFF10992-3A9C-F42E-F2D2-809CD68C21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46196" y="882427"/>
            <a:ext cx="214312" cy="254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+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9" name="Text Box 33">
            <a:extLst>
              <a:ext uri="{FF2B5EF4-FFF2-40B4-BE49-F238E27FC236}">
                <a16:creationId xmlns:a16="http://schemas.microsoft.com/office/drawing/2014/main" id="{7AF6A2BB-F81F-15B3-37A4-0C37734D70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54294" y="1041410"/>
            <a:ext cx="214312" cy="254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-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1" name="Text Box 29">
            <a:extLst>
              <a:ext uri="{FF2B5EF4-FFF2-40B4-BE49-F238E27FC236}">
                <a16:creationId xmlns:a16="http://schemas.microsoft.com/office/drawing/2014/main" id="{2ECEC7CA-4AB2-B4F8-2BA1-6D06B6B91C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61641" y="1665677"/>
            <a:ext cx="214312" cy="254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-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3" name="Text Box 29">
            <a:extLst>
              <a:ext uri="{FF2B5EF4-FFF2-40B4-BE49-F238E27FC236}">
                <a16:creationId xmlns:a16="http://schemas.microsoft.com/office/drawing/2014/main" id="{28C9F5E3-9C36-93A6-ED88-DD2FB771E1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027666" y="1426306"/>
            <a:ext cx="214312" cy="254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-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5" name="Text Box 29">
            <a:extLst>
              <a:ext uri="{FF2B5EF4-FFF2-40B4-BE49-F238E27FC236}">
                <a16:creationId xmlns:a16="http://schemas.microsoft.com/office/drawing/2014/main" id="{F882C859-599D-10A3-A2AD-F62D1031E7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47654" y="1023150"/>
            <a:ext cx="214312" cy="254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-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7" name="Text Box 29">
            <a:extLst>
              <a:ext uri="{FF2B5EF4-FFF2-40B4-BE49-F238E27FC236}">
                <a16:creationId xmlns:a16="http://schemas.microsoft.com/office/drawing/2014/main" id="{411E1355-06CA-8A3C-1C0B-1019DA8ACA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19910" y="1093386"/>
            <a:ext cx="214312" cy="254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-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9" name="Text Box 27">
            <a:extLst>
              <a:ext uri="{FF2B5EF4-FFF2-40B4-BE49-F238E27FC236}">
                <a16:creationId xmlns:a16="http://schemas.microsoft.com/office/drawing/2014/main" id="{F834063F-CF24-963B-C8CB-7A13EC82CE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77920" y="1813093"/>
            <a:ext cx="214312" cy="254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+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1" name="Text Box 27">
            <a:extLst>
              <a:ext uri="{FF2B5EF4-FFF2-40B4-BE49-F238E27FC236}">
                <a16:creationId xmlns:a16="http://schemas.microsoft.com/office/drawing/2014/main" id="{B491380E-497C-B44D-7542-0CE3457FAB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97664" y="1282171"/>
            <a:ext cx="214312" cy="254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+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3" name="Text Box 27">
            <a:extLst>
              <a:ext uri="{FF2B5EF4-FFF2-40B4-BE49-F238E27FC236}">
                <a16:creationId xmlns:a16="http://schemas.microsoft.com/office/drawing/2014/main" id="{D46339F6-140D-02B5-0876-C3A7762EC9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95099" y="1592633"/>
            <a:ext cx="214312" cy="254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+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5" name="Text Box 27">
            <a:extLst>
              <a:ext uri="{FF2B5EF4-FFF2-40B4-BE49-F238E27FC236}">
                <a16:creationId xmlns:a16="http://schemas.microsoft.com/office/drawing/2014/main" id="{965EDD10-AA3B-3AC9-80CA-FB0B35D13A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82326" y="1583109"/>
            <a:ext cx="214312" cy="254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+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7" name="Text Box 28">
            <a:extLst>
              <a:ext uri="{FF2B5EF4-FFF2-40B4-BE49-F238E27FC236}">
                <a16:creationId xmlns:a16="http://schemas.microsoft.com/office/drawing/2014/main" id="{30C6D5C2-9C49-EAEA-1807-A3B41B7730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21147" y="1224460"/>
            <a:ext cx="214312" cy="254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+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9" name="Text Box 28">
            <a:extLst>
              <a:ext uri="{FF2B5EF4-FFF2-40B4-BE49-F238E27FC236}">
                <a16:creationId xmlns:a16="http://schemas.microsoft.com/office/drawing/2014/main" id="{A85F2335-A061-98F5-E03B-15DDD29A53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73361" y="1215245"/>
            <a:ext cx="214312" cy="254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+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1" name="Text Box 28">
            <a:extLst>
              <a:ext uri="{FF2B5EF4-FFF2-40B4-BE49-F238E27FC236}">
                <a16:creationId xmlns:a16="http://schemas.microsoft.com/office/drawing/2014/main" id="{8C15595A-4FBA-63D3-643A-CD4F9B4E24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62249" y="1492141"/>
            <a:ext cx="214312" cy="254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+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3" name="Text Box 28">
            <a:extLst>
              <a:ext uri="{FF2B5EF4-FFF2-40B4-BE49-F238E27FC236}">
                <a16:creationId xmlns:a16="http://schemas.microsoft.com/office/drawing/2014/main" id="{02AC3FFD-CEE0-2872-3A30-6263BB3B50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20961" y="1062845"/>
            <a:ext cx="214312" cy="254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+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5" name="Text Box 29">
            <a:extLst>
              <a:ext uri="{FF2B5EF4-FFF2-40B4-BE49-F238E27FC236}">
                <a16:creationId xmlns:a16="http://schemas.microsoft.com/office/drawing/2014/main" id="{656BF164-25AA-5CDF-0892-D6EBCF0192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00054" y="1175550"/>
            <a:ext cx="214312" cy="254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-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7" name="Text Box 29">
            <a:extLst>
              <a:ext uri="{FF2B5EF4-FFF2-40B4-BE49-F238E27FC236}">
                <a16:creationId xmlns:a16="http://schemas.microsoft.com/office/drawing/2014/main" id="{8377BF36-7249-9FA5-C5A3-406B84393A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52454" y="1327950"/>
            <a:ext cx="214312" cy="254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-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9" name="Text Box 29">
            <a:extLst>
              <a:ext uri="{FF2B5EF4-FFF2-40B4-BE49-F238E27FC236}">
                <a16:creationId xmlns:a16="http://schemas.microsoft.com/office/drawing/2014/main" id="{5F123608-453E-6489-5CCC-9C30199214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14041" y="1818077"/>
            <a:ext cx="214312" cy="254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-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81" name="Text Box 29">
            <a:extLst>
              <a:ext uri="{FF2B5EF4-FFF2-40B4-BE49-F238E27FC236}">
                <a16:creationId xmlns:a16="http://schemas.microsoft.com/office/drawing/2014/main" id="{31C0AD75-4757-C0A5-DC19-F0FDD68A75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066441" y="1970477"/>
            <a:ext cx="214312" cy="254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-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83" name="Text Box 29">
            <a:extLst>
              <a:ext uri="{FF2B5EF4-FFF2-40B4-BE49-F238E27FC236}">
                <a16:creationId xmlns:a16="http://schemas.microsoft.com/office/drawing/2014/main" id="{C814502B-7E18-835B-12F7-C57ED44BC4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19290" y="1645357"/>
            <a:ext cx="214312" cy="254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-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184" name="Straight Connector 183">
            <a:extLst>
              <a:ext uri="{FF2B5EF4-FFF2-40B4-BE49-F238E27FC236}">
                <a16:creationId xmlns:a16="http://schemas.microsoft.com/office/drawing/2014/main" id="{75B0FD36-D31F-4382-C16B-3EB664330824}"/>
              </a:ext>
            </a:extLst>
          </p:cNvPr>
          <p:cNvCxnSpPr>
            <a:cxnSpLocks/>
            <a:endCxn id="7" idx="0"/>
          </p:cNvCxnSpPr>
          <p:nvPr/>
        </p:nvCxnSpPr>
        <p:spPr>
          <a:xfrm flipV="1">
            <a:off x="2228165" y="4339629"/>
            <a:ext cx="313525" cy="2340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85" name="Straight Connector 184">
            <a:extLst>
              <a:ext uri="{FF2B5EF4-FFF2-40B4-BE49-F238E27FC236}">
                <a16:creationId xmlns:a16="http://schemas.microsoft.com/office/drawing/2014/main" id="{2AAB18BC-FC0A-F658-7451-FD9C7D1E0355}"/>
              </a:ext>
            </a:extLst>
          </p:cNvPr>
          <p:cNvCxnSpPr/>
          <p:nvPr/>
        </p:nvCxnSpPr>
        <p:spPr>
          <a:xfrm>
            <a:off x="1291096" y="1518683"/>
            <a:ext cx="903563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86" name="Straight Connector 185">
            <a:extLst>
              <a:ext uri="{FF2B5EF4-FFF2-40B4-BE49-F238E27FC236}">
                <a16:creationId xmlns:a16="http://schemas.microsoft.com/office/drawing/2014/main" id="{8A8EDEA0-3802-6555-2674-0FE4A61E7CFC}"/>
              </a:ext>
            </a:extLst>
          </p:cNvPr>
          <p:cNvCxnSpPr/>
          <p:nvPr/>
        </p:nvCxnSpPr>
        <p:spPr>
          <a:xfrm>
            <a:off x="1230111" y="1187997"/>
            <a:ext cx="903563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87" name="Straight Connector 186">
            <a:extLst>
              <a:ext uri="{FF2B5EF4-FFF2-40B4-BE49-F238E27FC236}">
                <a16:creationId xmlns:a16="http://schemas.microsoft.com/office/drawing/2014/main" id="{729CAC22-1554-5AF1-8F66-C49F67C83FDB}"/>
              </a:ext>
            </a:extLst>
          </p:cNvPr>
          <p:cNvCxnSpPr>
            <a:cxnSpLocks/>
            <a:endCxn id="5" idx="0"/>
          </p:cNvCxnSpPr>
          <p:nvPr/>
        </p:nvCxnSpPr>
        <p:spPr>
          <a:xfrm flipV="1">
            <a:off x="2307981" y="2999194"/>
            <a:ext cx="349612" cy="1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88" name="Straight Connector 187">
            <a:extLst>
              <a:ext uri="{FF2B5EF4-FFF2-40B4-BE49-F238E27FC236}">
                <a16:creationId xmlns:a16="http://schemas.microsoft.com/office/drawing/2014/main" id="{A63A32C4-7BCF-701B-8995-8CED4448165E}"/>
              </a:ext>
            </a:extLst>
          </p:cNvPr>
          <p:cNvCxnSpPr/>
          <p:nvPr/>
        </p:nvCxnSpPr>
        <p:spPr>
          <a:xfrm>
            <a:off x="1210041" y="941586"/>
            <a:ext cx="903563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89" name="Straight Connector 188">
            <a:extLst>
              <a:ext uri="{FF2B5EF4-FFF2-40B4-BE49-F238E27FC236}">
                <a16:creationId xmlns:a16="http://schemas.microsoft.com/office/drawing/2014/main" id="{D1C53A86-65CD-4FA7-4C7A-D914EBDF9F63}"/>
              </a:ext>
            </a:extLst>
          </p:cNvPr>
          <p:cNvCxnSpPr/>
          <p:nvPr/>
        </p:nvCxnSpPr>
        <p:spPr>
          <a:xfrm>
            <a:off x="1362441" y="1093986"/>
            <a:ext cx="903563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64" name="TextBox 163">
            <a:extLst>
              <a:ext uri="{FF2B5EF4-FFF2-40B4-BE49-F238E27FC236}">
                <a16:creationId xmlns:a16="http://schemas.microsoft.com/office/drawing/2014/main" id="{28DE460F-FE1E-D39F-992B-7A2C02C52803}"/>
              </a:ext>
            </a:extLst>
          </p:cNvPr>
          <p:cNvSpPr txBox="1"/>
          <p:nvPr/>
        </p:nvSpPr>
        <p:spPr>
          <a:xfrm>
            <a:off x="310308" y="216412"/>
            <a:ext cx="1119602" cy="370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jump</a:t>
            </a:r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D3063D04-45BA-D12C-8045-4C860F8428F0}"/>
              </a:ext>
            </a:extLst>
          </p:cNvPr>
          <p:cNvSpPr/>
          <p:nvPr/>
        </p:nvSpPr>
        <p:spPr>
          <a:xfrm flipV="1">
            <a:off x="288350" y="2003109"/>
            <a:ext cx="1275755" cy="594158"/>
          </a:xfrm>
          <a:custGeom>
            <a:avLst/>
            <a:gdLst>
              <a:gd name="connsiteX0" fmla="*/ 0 w 1750748"/>
              <a:gd name="connsiteY0" fmla="*/ 6002 h 740056"/>
              <a:gd name="connsiteX1" fmla="*/ 238125 w 1750748"/>
              <a:gd name="connsiteY1" fmla="*/ 25052 h 740056"/>
              <a:gd name="connsiteX2" fmla="*/ 666750 w 1750748"/>
              <a:gd name="connsiteY2" fmla="*/ 206027 h 740056"/>
              <a:gd name="connsiteX3" fmla="*/ 828675 w 1750748"/>
              <a:gd name="connsiteY3" fmla="*/ 491777 h 740056"/>
              <a:gd name="connsiteX4" fmla="*/ 1123950 w 1750748"/>
              <a:gd name="connsiteY4" fmla="*/ 691802 h 740056"/>
              <a:gd name="connsiteX5" fmla="*/ 1571625 w 1750748"/>
              <a:gd name="connsiteY5" fmla="*/ 739427 h 740056"/>
              <a:gd name="connsiteX6" fmla="*/ 1743075 w 1750748"/>
              <a:gd name="connsiteY6" fmla="*/ 720377 h 740056"/>
              <a:gd name="connsiteX7" fmla="*/ 1704975 w 1750748"/>
              <a:gd name="connsiteY7" fmla="*/ 739427 h 7400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50748" h="740056">
                <a:moveTo>
                  <a:pt x="0" y="6002"/>
                </a:moveTo>
                <a:cubicBezTo>
                  <a:pt x="63500" y="-1142"/>
                  <a:pt x="127000" y="-8286"/>
                  <a:pt x="238125" y="25052"/>
                </a:cubicBezTo>
                <a:cubicBezTo>
                  <a:pt x="349250" y="58390"/>
                  <a:pt x="568325" y="128240"/>
                  <a:pt x="666750" y="206027"/>
                </a:cubicBezTo>
                <a:cubicBezTo>
                  <a:pt x="765175" y="283814"/>
                  <a:pt x="752475" y="410815"/>
                  <a:pt x="828675" y="491777"/>
                </a:cubicBezTo>
                <a:cubicBezTo>
                  <a:pt x="904875" y="572739"/>
                  <a:pt x="1000125" y="650527"/>
                  <a:pt x="1123950" y="691802"/>
                </a:cubicBezTo>
                <a:cubicBezTo>
                  <a:pt x="1247775" y="733077"/>
                  <a:pt x="1468438" y="734665"/>
                  <a:pt x="1571625" y="739427"/>
                </a:cubicBezTo>
                <a:cubicBezTo>
                  <a:pt x="1674812" y="744189"/>
                  <a:pt x="1720850" y="720377"/>
                  <a:pt x="1743075" y="720377"/>
                </a:cubicBezTo>
                <a:cubicBezTo>
                  <a:pt x="1765300" y="720377"/>
                  <a:pt x="1735137" y="729902"/>
                  <a:pt x="1704975" y="739427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CE219288-4579-9D3D-89F4-05710D331A15}"/>
              </a:ext>
            </a:extLst>
          </p:cNvPr>
          <p:cNvSpPr/>
          <p:nvPr/>
        </p:nvSpPr>
        <p:spPr>
          <a:xfrm flipV="1">
            <a:off x="188732" y="2708911"/>
            <a:ext cx="1307526" cy="421012"/>
          </a:xfrm>
          <a:custGeom>
            <a:avLst/>
            <a:gdLst>
              <a:gd name="connsiteX0" fmla="*/ 0 w 1933575"/>
              <a:gd name="connsiteY0" fmla="*/ 732366 h 732366"/>
              <a:gd name="connsiteX1" fmla="*/ 438150 w 1933575"/>
              <a:gd name="connsiteY1" fmla="*/ 637116 h 732366"/>
              <a:gd name="connsiteX2" fmla="*/ 914400 w 1933575"/>
              <a:gd name="connsiteY2" fmla="*/ 332316 h 732366"/>
              <a:gd name="connsiteX3" fmla="*/ 1285875 w 1933575"/>
              <a:gd name="connsiteY3" fmla="*/ 122766 h 732366"/>
              <a:gd name="connsiteX4" fmla="*/ 1533525 w 1933575"/>
              <a:gd name="connsiteY4" fmla="*/ 8466 h 732366"/>
              <a:gd name="connsiteX5" fmla="*/ 1924050 w 1933575"/>
              <a:gd name="connsiteY5" fmla="*/ 8466 h 732366"/>
              <a:gd name="connsiteX6" fmla="*/ 1933575 w 1933575"/>
              <a:gd name="connsiteY6" fmla="*/ 8466 h 732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933575" h="732366">
                <a:moveTo>
                  <a:pt x="0" y="732366"/>
                </a:moveTo>
                <a:cubicBezTo>
                  <a:pt x="142875" y="718078"/>
                  <a:pt x="285750" y="703791"/>
                  <a:pt x="438150" y="637116"/>
                </a:cubicBezTo>
                <a:cubicBezTo>
                  <a:pt x="590550" y="570441"/>
                  <a:pt x="773113" y="418041"/>
                  <a:pt x="914400" y="332316"/>
                </a:cubicBezTo>
                <a:cubicBezTo>
                  <a:pt x="1055688" y="246591"/>
                  <a:pt x="1182688" y="176741"/>
                  <a:pt x="1285875" y="122766"/>
                </a:cubicBezTo>
                <a:cubicBezTo>
                  <a:pt x="1389062" y="68791"/>
                  <a:pt x="1427162" y="27516"/>
                  <a:pt x="1533525" y="8466"/>
                </a:cubicBezTo>
                <a:cubicBezTo>
                  <a:pt x="1639888" y="-10584"/>
                  <a:pt x="1924050" y="8466"/>
                  <a:pt x="1924050" y="8466"/>
                </a:cubicBezTo>
                <a:lnTo>
                  <a:pt x="1933575" y="8466"/>
                </a:ln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6C044225-6C3D-FAED-79A5-9DE871C8E630}"/>
              </a:ext>
            </a:extLst>
          </p:cNvPr>
          <p:cNvSpPr/>
          <p:nvPr/>
        </p:nvSpPr>
        <p:spPr>
          <a:xfrm flipV="1">
            <a:off x="312264" y="3138248"/>
            <a:ext cx="1225450" cy="471743"/>
          </a:xfrm>
          <a:custGeom>
            <a:avLst/>
            <a:gdLst>
              <a:gd name="connsiteX0" fmla="*/ 0 w 1829311"/>
              <a:gd name="connsiteY0" fmla="*/ 5997 h 799985"/>
              <a:gd name="connsiteX1" fmla="*/ 390525 w 1829311"/>
              <a:gd name="connsiteY1" fmla="*/ 425097 h 799985"/>
              <a:gd name="connsiteX2" fmla="*/ 819150 w 1829311"/>
              <a:gd name="connsiteY2" fmla="*/ 796572 h 799985"/>
              <a:gd name="connsiteX3" fmla="*/ 1314450 w 1829311"/>
              <a:gd name="connsiteY3" fmla="*/ 577497 h 799985"/>
              <a:gd name="connsiteX4" fmla="*/ 1781175 w 1829311"/>
              <a:gd name="connsiteY4" fmla="*/ 53622 h 799985"/>
              <a:gd name="connsiteX5" fmla="*/ 1790700 w 1829311"/>
              <a:gd name="connsiteY5" fmla="*/ 44097 h 7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29311" h="799985">
                <a:moveTo>
                  <a:pt x="0" y="5997"/>
                </a:moveTo>
                <a:cubicBezTo>
                  <a:pt x="127000" y="149665"/>
                  <a:pt x="254000" y="293334"/>
                  <a:pt x="390525" y="425097"/>
                </a:cubicBezTo>
                <a:cubicBezTo>
                  <a:pt x="527050" y="556860"/>
                  <a:pt x="665163" y="771172"/>
                  <a:pt x="819150" y="796572"/>
                </a:cubicBezTo>
                <a:cubicBezTo>
                  <a:pt x="973137" y="821972"/>
                  <a:pt x="1154113" y="701322"/>
                  <a:pt x="1314450" y="577497"/>
                </a:cubicBezTo>
                <a:cubicBezTo>
                  <a:pt x="1474787" y="453672"/>
                  <a:pt x="1701800" y="142522"/>
                  <a:pt x="1781175" y="53622"/>
                </a:cubicBezTo>
                <a:cubicBezTo>
                  <a:pt x="1860550" y="-35278"/>
                  <a:pt x="1825625" y="4409"/>
                  <a:pt x="1790700" y="44097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EE88D2F7-56B4-4952-9E7D-100EE83B83CD}"/>
              </a:ext>
            </a:extLst>
          </p:cNvPr>
          <p:cNvSpPr/>
          <p:nvPr/>
        </p:nvSpPr>
        <p:spPr>
          <a:xfrm flipV="1">
            <a:off x="2657593" y="2999194"/>
            <a:ext cx="1746945" cy="522543"/>
          </a:xfrm>
          <a:custGeom>
            <a:avLst/>
            <a:gdLst>
              <a:gd name="connsiteX0" fmla="*/ 0 w 1819275"/>
              <a:gd name="connsiteY0" fmla="*/ 646319 h 646319"/>
              <a:gd name="connsiteX1" fmla="*/ 295275 w 1819275"/>
              <a:gd name="connsiteY1" fmla="*/ 265319 h 646319"/>
              <a:gd name="connsiteX2" fmla="*/ 647700 w 1819275"/>
              <a:gd name="connsiteY2" fmla="*/ 27194 h 646319"/>
              <a:gd name="connsiteX3" fmla="*/ 1219200 w 1819275"/>
              <a:gd name="connsiteY3" fmla="*/ 74819 h 646319"/>
              <a:gd name="connsiteX4" fmla="*/ 1819275 w 1819275"/>
              <a:gd name="connsiteY4" fmla="*/ 646319 h 646319"/>
              <a:gd name="connsiteX5" fmla="*/ 1819275 w 1819275"/>
              <a:gd name="connsiteY5" fmla="*/ 646319 h 646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19275" h="646319">
                <a:moveTo>
                  <a:pt x="0" y="646319"/>
                </a:moveTo>
                <a:cubicBezTo>
                  <a:pt x="93662" y="507412"/>
                  <a:pt x="187325" y="368506"/>
                  <a:pt x="295275" y="265319"/>
                </a:cubicBezTo>
                <a:cubicBezTo>
                  <a:pt x="403225" y="162132"/>
                  <a:pt x="493713" y="58944"/>
                  <a:pt x="647700" y="27194"/>
                </a:cubicBezTo>
                <a:cubicBezTo>
                  <a:pt x="801687" y="-4556"/>
                  <a:pt x="1023937" y="-28369"/>
                  <a:pt x="1219200" y="74819"/>
                </a:cubicBezTo>
                <a:cubicBezTo>
                  <a:pt x="1414463" y="178007"/>
                  <a:pt x="1819275" y="646319"/>
                  <a:pt x="1819275" y="646319"/>
                </a:cubicBezTo>
                <a:lnTo>
                  <a:pt x="1819275" y="646319"/>
                </a:ln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55B1158F-E236-05BD-89F6-71E39524BF63}"/>
              </a:ext>
            </a:extLst>
          </p:cNvPr>
          <p:cNvSpPr/>
          <p:nvPr/>
        </p:nvSpPr>
        <p:spPr>
          <a:xfrm>
            <a:off x="268780" y="4281917"/>
            <a:ext cx="969675" cy="688209"/>
          </a:xfrm>
          <a:custGeom>
            <a:avLst/>
            <a:gdLst>
              <a:gd name="connsiteX0" fmla="*/ 0 w 1990725"/>
              <a:gd name="connsiteY0" fmla="*/ 576955 h 1178193"/>
              <a:gd name="connsiteX1" fmla="*/ 333375 w 1990725"/>
              <a:gd name="connsiteY1" fmla="*/ 138805 h 1178193"/>
              <a:gd name="connsiteX2" fmla="*/ 762000 w 1990725"/>
              <a:gd name="connsiteY2" fmla="*/ 34030 h 1178193"/>
              <a:gd name="connsiteX3" fmla="*/ 1047750 w 1990725"/>
              <a:gd name="connsiteY3" fmla="*/ 672205 h 1178193"/>
              <a:gd name="connsiteX4" fmla="*/ 1428750 w 1990725"/>
              <a:gd name="connsiteY4" fmla="*/ 1157980 h 1178193"/>
              <a:gd name="connsiteX5" fmla="*/ 1476375 w 1990725"/>
              <a:gd name="connsiteY5" fmla="*/ 1091305 h 1178193"/>
              <a:gd name="connsiteX6" fmla="*/ 1381125 w 1990725"/>
              <a:gd name="connsiteY6" fmla="*/ 1138930 h 1178193"/>
              <a:gd name="connsiteX7" fmla="*/ 1562100 w 1990725"/>
              <a:gd name="connsiteY7" fmla="*/ 1148455 h 1178193"/>
              <a:gd name="connsiteX8" fmla="*/ 1781175 w 1990725"/>
              <a:gd name="connsiteY8" fmla="*/ 1043680 h 1178193"/>
              <a:gd name="connsiteX9" fmla="*/ 1828800 w 1990725"/>
              <a:gd name="connsiteY9" fmla="*/ 853180 h 1178193"/>
              <a:gd name="connsiteX10" fmla="*/ 1990725 w 1990725"/>
              <a:gd name="connsiteY10" fmla="*/ 557905 h 1178193"/>
              <a:gd name="connsiteX11" fmla="*/ 1990725 w 1990725"/>
              <a:gd name="connsiteY11" fmla="*/ 557905 h 11781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990725" h="1178193">
                <a:moveTo>
                  <a:pt x="0" y="576955"/>
                </a:moveTo>
                <a:cubicBezTo>
                  <a:pt x="103187" y="403123"/>
                  <a:pt x="206375" y="229292"/>
                  <a:pt x="333375" y="138805"/>
                </a:cubicBezTo>
                <a:cubicBezTo>
                  <a:pt x="460375" y="48318"/>
                  <a:pt x="642938" y="-54870"/>
                  <a:pt x="762000" y="34030"/>
                </a:cubicBezTo>
                <a:cubicBezTo>
                  <a:pt x="881062" y="122930"/>
                  <a:pt x="936625" y="484880"/>
                  <a:pt x="1047750" y="672205"/>
                </a:cubicBezTo>
                <a:cubicBezTo>
                  <a:pt x="1158875" y="859530"/>
                  <a:pt x="1357313" y="1088130"/>
                  <a:pt x="1428750" y="1157980"/>
                </a:cubicBezTo>
                <a:cubicBezTo>
                  <a:pt x="1500187" y="1227830"/>
                  <a:pt x="1484313" y="1094480"/>
                  <a:pt x="1476375" y="1091305"/>
                </a:cubicBezTo>
                <a:cubicBezTo>
                  <a:pt x="1468437" y="1088130"/>
                  <a:pt x="1366838" y="1129405"/>
                  <a:pt x="1381125" y="1138930"/>
                </a:cubicBezTo>
                <a:cubicBezTo>
                  <a:pt x="1395412" y="1148455"/>
                  <a:pt x="1495425" y="1164330"/>
                  <a:pt x="1562100" y="1148455"/>
                </a:cubicBezTo>
                <a:cubicBezTo>
                  <a:pt x="1628775" y="1132580"/>
                  <a:pt x="1736725" y="1092892"/>
                  <a:pt x="1781175" y="1043680"/>
                </a:cubicBezTo>
                <a:cubicBezTo>
                  <a:pt x="1825625" y="994468"/>
                  <a:pt x="1793875" y="934143"/>
                  <a:pt x="1828800" y="853180"/>
                </a:cubicBezTo>
                <a:cubicBezTo>
                  <a:pt x="1863725" y="772218"/>
                  <a:pt x="1990725" y="557905"/>
                  <a:pt x="1990725" y="557905"/>
                </a:cubicBezTo>
                <a:lnTo>
                  <a:pt x="1990725" y="557905"/>
                </a:ln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D88D42BA-CC2E-A0D1-BB53-497C87213574}"/>
              </a:ext>
            </a:extLst>
          </p:cNvPr>
          <p:cNvSpPr/>
          <p:nvPr/>
        </p:nvSpPr>
        <p:spPr>
          <a:xfrm>
            <a:off x="2541690" y="4038616"/>
            <a:ext cx="1872339" cy="632392"/>
          </a:xfrm>
          <a:custGeom>
            <a:avLst/>
            <a:gdLst>
              <a:gd name="connsiteX0" fmla="*/ 0 w 1790700"/>
              <a:gd name="connsiteY0" fmla="*/ 513621 h 1079057"/>
              <a:gd name="connsiteX1" fmla="*/ 276225 w 1790700"/>
              <a:gd name="connsiteY1" fmla="*/ 999396 h 1079057"/>
              <a:gd name="connsiteX2" fmla="*/ 647700 w 1790700"/>
              <a:gd name="connsiteY2" fmla="*/ 1027971 h 1079057"/>
              <a:gd name="connsiteX3" fmla="*/ 952500 w 1790700"/>
              <a:gd name="connsiteY3" fmla="*/ 494571 h 1079057"/>
              <a:gd name="connsiteX4" fmla="*/ 1257300 w 1790700"/>
              <a:gd name="connsiteY4" fmla="*/ 27846 h 1079057"/>
              <a:gd name="connsiteX5" fmla="*/ 1628775 w 1790700"/>
              <a:gd name="connsiteY5" fmla="*/ 104046 h 1079057"/>
              <a:gd name="connsiteX6" fmla="*/ 1790700 w 1790700"/>
              <a:gd name="connsiteY6" fmla="*/ 523146 h 1079057"/>
              <a:gd name="connsiteX7" fmla="*/ 1790700 w 1790700"/>
              <a:gd name="connsiteY7" fmla="*/ 523146 h 1079057"/>
              <a:gd name="connsiteX8" fmla="*/ 1790700 w 1790700"/>
              <a:gd name="connsiteY8" fmla="*/ 523146 h 10790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790700" h="1079057">
                <a:moveTo>
                  <a:pt x="0" y="513621"/>
                </a:moveTo>
                <a:cubicBezTo>
                  <a:pt x="84137" y="713646"/>
                  <a:pt x="168275" y="913671"/>
                  <a:pt x="276225" y="999396"/>
                </a:cubicBezTo>
                <a:cubicBezTo>
                  <a:pt x="384175" y="1085121"/>
                  <a:pt x="534988" y="1112108"/>
                  <a:pt x="647700" y="1027971"/>
                </a:cubicBezTo>
                <a:cubicBezTo>
                  <a:pt x="760412" y="943834"/>
                  <a:pt x="850900" y="661258"/>
                  <a:pt x="952500" y="494571"/>
                </a:cubicBezTo>
                <a:cubicBezTo>
                  <a:pt x="1054100" y="327884"/>
                  <a:pt x="1144588" y="92933"/>
                  <a:pt x="1257300" y="27846"/>
                </a:cubicBezTo>
                <a:cubicBezTo>
                  <a:pt x="1370012" y="-37241"/>
                  <a:pt x="1539875" y="21496"/>
                  <a:pt x="1628775" y="104046"/>
                </a:cubicBezTo>
                <a:cubicBezTo>
                  <a:pt x="1717675" y="186596"/>
                  <a:pt x="1790700" y="523146"/>
                  <a:pt x="1790700" y="523146"/>
                </a:cubicBezTo>
                <a:lnTo>
                  <a:pt x="1790700" y="523146"/>
                </a:lnTo>
                <a:lnTo>
                  <a:pt x="1790700" y="523146"/>
                </a:ln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532F46A7-BBF5-B282-EA66-A65E2A32D56C}"/>
              </a:ext>
            </a:extLst>
          </p:cNvPr>
          <p:cNvGrpSpPr>
            <a:grpSpLocks/>
          </p:cNvGrpSpPr>
          <p:nvPr/>
        </p:nvGrpSpPr>
        <p:grpSpPr bwMode="auto">
          <a:xfrm>
            <a:off x="3379194" y="427686"/>
            <a:ext cx="539571" cy="1481447"/>
            <a:chOff x="1586" y="2993"/>
            <a:chExt cx="2198" cy="6125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E557A380-2044-B153-0310-5596A4A2B77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591780">
              <a:off x="1586" y="3703"/>
              <a:ext cx="859" cy="279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3932458C-8673-FA22-C73C-E0965C5C6A8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8947280">
              <a:off x="1697" y="5969"/>
              <a:ext cx="559" cy="178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12DA2AA4-48C9-9556-CA20-AA6A399E461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994166">
              <a:off x="1883" y="7362"/>
              <a:ext cx="382" cy="1643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F26FC1E8-AF7B-4707-32F5-8655B056D41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977303">
              <a:off x="2320" y="4044"/>
              <a:ext cx="314" cy="1427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29F4C7B3-0326-B12B-1AF7-AACF161E61D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213792">
              <a:off x="1591" y="8912"/>
              <a:ext cx="806" cy="206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3588FFAC-0594-0EE1-4042-79E2FB9911E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827567" flipV="1">
              <a:off x="3259" y="5829"/>
              <a:ext cx="525" cy="187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BC63B418-6014-AC79-BE8C-E8C310A6D6E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319648">
              <a:off x="2635" y="2993"/>
              <a:ext cx="615" cy="975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BBE90E5B-11D0-6C46-FEBF-F599FBE6636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6840179">
              <a:off x="2589" y="4905"/>
              <a:ext cx="290" cy="120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D724CE36-6C78-9673-A10F-8D6516EF4FB5}"/>
              </a:ext>
            </a:extLst>
          </p:cNvPr>
          <p:cNvGrpSpPr>
            <a:grpSpLocks/>
          </p:cNvGrpSpPr>
          <p:nvPr/>
        </p:nvGrpSpPr>
        <p:grpSpPr bwMode="auto">
          <a:xfrm>
            <a:off x="7441964" y="425339"/>
            <a:ext cx="714432" cy="1532664"/>
            <a:chOff x="979" y="3484"/>
            <a:chExt cx="2531" cy="5749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3C748379-F8CA-A15B-CE04-FA7B2893AC7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852261">
              <a:off x="1665" y="4171"/>
              <a:ext cx="859" cy="279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6A22DE5-BEAE-DB17-5558-A4747ABC9F2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8459039">
              <a:off x="1611" y="6219"/>
              <a:ext cx="549" cy="1813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994E4EA5-3155-EA7D-A9D6-CCB148C5BE9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2053654">
              <a:off x="1856" y="7422"/>
              <a:ext cx="396" cy="1811"/>
            </a:xfrm>
            <a:prstGeom prst="ellipse">
              <a:avLst/>
            </a:prstGeom>
            <a:solidFill>
              <a:srgbClr val="FF0000">
                <a:alpha val="99000"/>
              </a:srgbClr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EBCD8592-2DD5-C7BF-023C-8143D9CCD7D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977303">
              <a:off x="2198" y="4556"/>
              <a:ext cx="314" cy="1427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45A74F1B-38BD-016B-DDC5-4F413D2690D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213792">
              <a:off x="1591" y="8912"/>
              <a:ext cx="806" cy="206"/>
            </a:xfrm>
            <a:prstGeom prst="ellipse">
              <a:avLst/>
            </a:prstGeom>
            <a:solidFill>
              <a:srgbClr val="FF0000">
                <a:alpha val="99000"/>
              </a:srgbClr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84E76818-7EB3-A898-9E4D-D2FBA6406B6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827567">
              <a:off x="2985" y="6278"/>
              <a:ext cx="525" cy="20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49D37593-049D-FED6-8FB9-71DFB82F3F9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73071">
              <a:off x="2635" y="3484"/>
              <a:ext cx="615" cy="975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445BCAC7-EF58-B054-0D4D-102E9883469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6840179">
              <a:off x="2490" y="5434"/>
              <a:ext cx="290" cy="120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6D10629B-BB09-645C-A3DB-F674B4150221}"/>
              </a:ext>
            </a:extLst>
          </p:cNvPr>
          <p:cNvGrpSpPr>
            <a:grpSpLocks/>
          </p:cNvGrpSpPr>
          <p:nvPr/>
        </p:nvGrpSpPr>
        <p:grpSpPr bwMode="auto">
          <a:xfrm>
            <a:off x="4352705" y="156622"/>
            <a:ext cx="986221" cy="1697292"/>
            <a:chOff x="4613" y="2030"/>
            <a:chExt cx="2974" cy="7024"/>
          </a:xfrm>
        </p:grpSpPr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7384D092-AC3D-E4A7-F364-C57DAA9BE68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311211">
              <a:off x="5316" y="2223"/>
              <a:ext cx="615" cy="975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CECAAF11-A3F3-301E-6A0E-6F1F9FE004F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771523">
              <a:off x="4860" y="3247"/>
              <a:ext cx="825" cy="290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B490EB77-02B6-BAB0-9798-FF18DE3BFE3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3022798">
              <a:off x="5834" y="2922"/>
              <a:ext cx="324" cy="1473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4C247FD3-8F51-4927-E2A9-EED4267F4B19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463322">
              <a:off x="4759" y="5757"/>
              <a:ext cx="451" cy="1747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7C4E2C60-C70C-F1EB-8573-22E7F2CF9BB9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865148">
              <a:off x="4759" y="7387"/>
              <a:ext cx="322" cy="1467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4868CA01-767D-FCC3-9CEC-865387A766A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2016205">
              <a:off x="6644" y="2196"/>
              <a:ext cx="264" cy="1353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BAED7D08-7D17-1227-C89D-80F0A6D78D3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2492681">
              <a:off x="4613" y="8854"/>
              <a:ext cx="711" cy="20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6C113759-AB73-8723-F7B8-038442D3ED3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1483145">
              <a:off x="7062" y="2030"/>
              <a:ext cx="525" cy="20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BC69CDD5-6F3E-FDF8-F823-6D646F9479E5}"/>
              </a:ext>
            </a:extLst>
          </p:cNvPr>
          <p:cNvGrpSpPr>
            <a:grpSpLocks/>
          </p:cNvGrpSpPr>
          <p:nvPr/>
        </p:nvGrpSpPr>
        <p:grpSpPr bwMode="auto">
          <a:xfrm>
            <a:off x="5574061" y="157530"/>
            <a:ext cx="919998" cy="1689103"/>
            <a:chOff x="4613" y="1919"/>
            <a:chExt cx="2974" cy="7135"/>
          </a:xfrm>
        </p:grpSpPr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BD2D8ED6-E970-B859-9C70-79E7989EE8B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311211">
              <a:off x="5526" y="2142"/>
              <a:ext cx="615" cy="975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2400" dirty="0"/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BBDD259A-9488-2121-7929-D0025953BB7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829013">
              <a:off x="4860" y="3247"/>
              <a:ext cx="825" cy="290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2400" dirty="0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5345C96D-FE3B-A309-C0E6-61566A8111B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3022798">
              <a:off x="5834" y="2922"/>
              <a:ext cx="324" cy="1473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2400" dirty="0"/>
            </a:p>
          </p:txBody>
        </p: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4374CD5C-FCD2-DC42-8191-983E09DF685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463322">
              <a:off x="4759" y="5757"/>
              <a:ext cx="451" cy="1747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2400" dirty="0"/>
            </a:p>
          </p:txBody>
        </p:sp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7421B0D1-082B-EAA4-6038-FF25983B400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865148">
              <a:off x="4759" y="7387"/>
              <a:ext cx="322" cy="1467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2400" dirty="0"/>
            </a:p>
          </p:txBody>
        </p:sp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02839F0A-B073-24E5-628C-5E702C8B5C4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2414153">
              <a:off x="6692" y="1919"/>
              <a:ext cx="127" cy="138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2400" dirty="0"/>
            </a:p>
          </p:txBody>
        </p:sp>
        <p:sp>
          <p:nvSpPr>
            <p:cNvPr id="83" name="Oval 82">
              <a:extLst>
                <a:ext uri="{FF2B5EF4-FFF2-40B4-BE49-F238E27FC236}">
                  <a16:creationId xmlns:a16="http://schemas.microsoft.com/office/drawing/2014/main" id="{07B421FF-D26D-A2CE-13A3-839C93A2659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2492681">
              <a:off x="4613" y="8854"/>
              <a:ext cx="711" cy="20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2400" dirty="0"/>
            </a:p>
          </p:txBody>
        </p:sp>
        <p:sp>
          <p:nvSpPr>
            <p:cNvPr id="85" name="Oval 84">
              <a:extLst>
                <a:ext uri="{FF2B5EF4-FFF2-40B4-BE49-F238E27FC236}">
                  <a16:creationId xmlns:a16="http://schemas.microsoft.com/office/drawing/2014/main" id="{6A9209B6-9AEB-5CE7-3A7E-98726541DC6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1483145">
              <a:off x="7062" y="2030"/>
              <a:ext cx="525" cy="20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2400" dirty="0"/>
            </a:p>
          </p:txBody>
        </p:sp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0FDF20D2-FC0E-1673-1FF6-BA1CD6A950E5}"/>
              </a:ext>
            </a:extLst>
          </p:cNvPr>
          <p:cNvGrpSpPr>
            <a:grpSpLocks/>
          </p:cNvGrpSpPr>
          <p:nvPr/>
        </p:nvGrpSpPr>
        <p:grpSpPr bwMode="auto">
          <a:xfrm>
            <a:off x="6553909" y="-102229"/>
            <a:ext cx="424237" cy="2031325"/>
            <a:chOff x="9162" y="999"/>
            <a:chExt cx="1577" cy="8346"/>
          </a:xfrm>
        </p:grpSpPr>
        <p:sp>
          <p:nvSpPr>
            <p:cNvPr id="89" name="Oval 88">
              <a:extLst>
                <a:ext uri="{FF2B5EF4-FFF2-40B4-BE49-F238E27FC236}">
                  <a16:creationId xmlns:a16="http://schemas.microsoft.com/office/drawing/2014/main" id="{537D1EC2-94A5-75FD-5190-CD1EB4692B43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9162" y="3424"/>
              <a:ext cx="859" cy="279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91" name="Oval 90">
              <a:extLst>
                <a:ext uri="{FF2B5EF4-FFF2-40B4-BE49-F238E27FC236}">
                  <a16:creationId xmlns:a16="http://schemas.microsoft.com/office/drawing/2014/main" id="{7768CA29-EF90-1F1F-E65F-B294F08B3A1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21209547" flipH="1">
              <a:off x="9387" y="5886"/>
              <a:ext cx="495" cy="161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93" name="Oval 92">
              <a:extLst>
                <a:ext uri="{FF2B5EF4-FFF2-40B4-BE49-F238E27FC236}">
                  <a16:creationId xmlns:a16="http://schemas.microsoft.com/office/drawing/2014/main" id="{1A837613-5588-D886-C50E-968CFEA9DF0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40580" flipH="1">
              <a:off x="9710" y="2541"/>
              <a:ext cx="311" cy="154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95" name="Oval 94">
              <a:extLst>
                <a:ext uri="{FF2B5EF4-FFF2-40B4-BE49-F238E27FC236}">
                  <a16:creationId xmlns:a16="http://schemas.microsoft.com/office/drawing/2014/main" id="{22188914-A12B-9F06-AD48-312F159AD1D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371614" flipH="1">
              <a:off x="9478" y="7297"/>
              <a:ext cx="318" cy="1557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97" name="Oval 96">
              <a:extLst>
                <a:ext uri="{FF2B5EF4-FFF2-40B4-BE49-F238E27FC236}">
                  <a16:creationId xmlns:a16="http://schemas.microsoft.com/office/drawing/2014/main" id="{A2238634-1B14-1621-C0B7-A6B8BE97674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873091" flipH="1">
              <a:off x="10152" y="1362"/>
              <a:ext cx="314" cy="1427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99" name="Oval 98">
              <a:extLst>
                <a:ext uri="{FF2B5EF4-FFF2-40B4-BE49-F238E27FC236}">
                  <a16:creationId xmlns:a16="http://schemas.microsoft.com/office/drawing/2014/main" id="{7B6146A8-9390-237B-895E-F564D91FFA1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3748000" flipH="1">
              <a:off x="9315" y="8895"/>
              <a:ext cx="668" cy="232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01" name="Oval 100">
              <a:extLst>
                <a:ext uri="{FF2B5EF4-FFF2-40B4-BE49-F238E27FC236}">
                  <a16:creationId xmlns:a16="http://schemas.microsoft.com/office/drawing/2014/main" id="{282054EA-8971-A788-0F1A-3FDA2AAE1AA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8666725" flipH="1">
              <a:off x="10376" y="1162"/>
              <a:ext cx="525" cy="20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03" name="Oval 102">
              <a:extLst>
                <a:ext uri="{FF2B5EF4-FFF2-40B4-BE49-F238E27FC236}">
                  <a16:creationId xmlns:a16="http://schemas.microsoft.com/office/drawing/2014/main" id="{58ABF52A-12E2-F3DB-7991-EDD9453C2CCC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9268" y="2449"/>
              <a:ext cx="615" cy="975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74D3EB29-588A-5524-B570-6D1846620D6B}"/>
              </a:ext>
            </a:extLst>
          </p:cNvPr>
          <p:cNvGrpSpPr/>
          <p:nvPr/>
        </p:nvGrpSpPr>
        <p:grpSpPr>
          <a:xfrm>
            <a:off x="2146715" y="90441"/>
            <a:ext cx="303920" cy="1756192"/>
            <a:chOff x="-678648" y="0"/>
            <a:chExt cx="692119" cy="4054167"/>
          </a:xfrm>
        </p:grpSpPr>
        <p:sp>
          <p:nvSpPr>
            <p:cNvPr id="107" name="Oval 106">
              <a:extLst>
                <a:ext uri="{FF2B5EF4-FFF2-40B4-BE49-F238E27FC236}">
                  <a16:creationId xmlns:a16="http://schemas.microsoft.com/office/drawing/2014/main" id="{60B3F27C-9DA4-8000-4E08-55F2C2A443AD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-678648" y="619126"/>
              <a:ext cx="545465" cy="177165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09" name="Oval 108">
              <a:extLst>
                <a:ext uri="{FF2B5EF4-FFF2-40B4-BE49-F238E27FC236}">
                  <a16:creationId xmlns:a16="http://schemas.microsoft.com/office/drawing/2014/main" id="{326E91A8-121B-0671-8025-8637A23E9E71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-535772" y="2105025"/>
              <a:ext cx="314325" cy="102743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1" name="Oval 110">
              <a:extLst>
                <a:ext uri="{FF2B5EF4-FFF2-40B4-BE49-F238E27FC236}">
                  <a16:creationId xmlns:a16="http://schemas.microsoft.com/office/drawing/2014/main" id="{FD54F8D1-9B6F-6775-8797-3D251198DA6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226429" flipH="1">
              <a:off x="-500717" y="973771"/>
              <a:ext cx="260987" cy="936625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4" name="Oval 113">
              <a:extLst>
                <a:ext uri="{FF2B5EF4-FFF2-40B4-BE49-F238E27FC236}">
                  <a16:creationId xmlns:a16="http://schemas.microsoft.com/office/drawing/2014/main" id="{3308EEC4-6AB1-2E33-59BF-A1DC89736E48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-516722" y="2990849"/>
              <a:ext cx="190499" cy="1050291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6" name="Oval 115">
              <a:extLst>
                <a:ext uri="{FF2B5EF4-FFF2-40B4-BE49-F238E27FC236}">
                  <a16:creationId xmlns:a16="http://schemas.microsoft.com/office/drawing/2014/main" id="{0CDAD8A8-13E7-A2E5-FD55-B1FBBD02BD1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9665110" flipH="1">
              <a:off x="-296730" y="1652010"/>
              <a:ext cx="179069" cy="72453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66" name="Oval 165">
              <a:extLst>
                <a:ext uri="{FF2B5EF4-FFF2-40B4-BE49-F238E27FC236}">
                  <a16:creationId xmlns:a16="http://schemas.microsoft.com/office/drawing/2014/main" id="{AC09F9FD-9335-38C8-95D2-858B37E9D50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79041" flipH="1">
              <a:off x="-459573" y="3905250"/>
              <a:ext cx="424180" cy="148917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68" name="Oval 167">
              <a:extLst>
                <a:ext uri="{FF2B5EF4-FFF2-40B4-BE49-F238E27FC236}">
                  <a16:creationId xmlns:a16="http://schemas.microsoft.com/office/drawing/2014/main" id="{0E4202F1-8289-B19D-DF71-15514F5DF6F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4038305" flipH="1" flipV="1">
              <a:off x="-266882" y="2324097"/>
              <a:ext cx="412116" cy="14859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70" name="Oval 169">
              <a:extLst>
                <a:ext uri="{FF2B5EF4-FFF2-40B4-BE49-F238E27FC236}">
                  <a16:creationId xmlns:a16="http://schemas.microsoft.com/office/drawing/2014/main" id="{93A4F0A1-DE5D-B376-9226-794639B9BE8D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-611973" y="0"/>
              <a:ext cx="390526" cy="61912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172" name="Group 171">
            <a:extLst>
              <a:ext uri="{FF2B5EF4-FFF2-40B4-BE49-F238E27FC236}">
                <a16:creationId xmlns:a16="http://schemas.microsoft.com/office/drawing/2014/main" id="{3BE3B49F-EB9D-1FA8-096B-6E4626142F06}"/>
              </a:ext>
            </a:extLst>
          </p:cNvPr>
          <p:cNvGrpSpPr/>
          <p:nvPr/>
        </p:nvGrpSpPr>
        <p:grpSpPr>
          <a:xfrm>
            <a:off x="8747593" y="114974"/>
            <a:ext cx="374049" cy="1750549"/>
            <a:chOff x="839557" y="0"/>
            <a:chExt cx="851822" cy="4041140"/>
          </a:xfrm>
        </p:grpSpPr>
        <p:sp>
          <p:nvSpPr>
            <p:cNvPr id="174" name="Oval 173">
              <a:extLst>
                <a:ext uri="{FF2B5EF4-FFF2-40B4-BE49-F238E27FC236}">
                  <a16:creationId xmlns:a16="http://schemas.microsoft.com/office/drawing/2014/main" id="{90900BAE-357E-38C2-3086-57EC4EDA3036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839557" y="619126"/>
              <a:ext cx="545464" cy="177165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76" name="Oval 175">
              <a:extLst>
                <a:ext uri="{FF2B5EF4-FFF2-40B4-BE49-F238E27FC236}">
                  <a16:creationId xmlns:a16="http://schemas.microsoft.com/office/drawing/2014/main" id="{A0B202C9-5981-4574-AD29-589E5A22C727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982433" y="2105025"/>
              <a:ext cx="314325" cy="102743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78" name="Oval 177">
              <a:extLst>
                <a:ext uri="{FF2B5EF4-FFF2-40B4-BE49-F238E27FC236}">
                  <a16:creationId xmlns:a16="http://schemas.microsoft.com/office/drawing/2014/main" id="{50B7BFEA-0678-CF85-E019-A98C2FC7F4A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226429" flipH="1">
              <a:off x="1071725" y="889601"/>
              <a:ext cx="189162" cy="132335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80" name="Oval 179">
              <a:extLst>
                <a:ext uri="{FF2B5EF4-FFF2-40B4-BE49-F238E27FC236}">
                  <a16:creationId xmlns:a16="http://schemas.microsoft.com/office/drawing/2014/main" id="{F0ECAEE1-4B48-23D4-12CB-240AD0FC6342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1001482" y="2990849"/>
              <a:ext cx="190501" cy="1050291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82" name="Oval 181">
              <a:extLst>
                <a:ext uri="{FF2B5EF4-FFF2-40B4-BE49-F238E27FC236}">
                  <a16:creationId xmlns:a16="http://schemas.microsoft.com/office/drawing/2014/main" id="{95544AC6-3C43-61D4-0208-0A332D5DF77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9665110" flipH="1">
              <a:off x="1199045" y="1714755"/>
              <a:ext cx="104116" cy="52364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90" name="Oval 189">
              <a:extLst>
                <a:ext uri="{FF2B5EF4-FFF2-40B4-BE49-F238E27FC236}">
                  <a16:creationId xmlns:a16="http://schemas.microsoft.com/office/drawing/2014/main" id="{C75A6FF3-FED2-99FE-7C85-5C98B29DCED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79041">
              <a:off x="1006000" y="3917105"/>
              <a:ext cx="540144" cy="11787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91" name="Oval 190">
              <a:extLst>
                <a:ext uri="{FF2B5EF4-FFF2-40B4-BE49-F238E27FC236}">
                  <a16:creationId xmlns:a16="http://schemas.microsoft.com/office/drawing/2014/main" id="{06E83274-7096-1342-0512-F94B9BB5B84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7938561" flipV="1">
              <a:off x="1373248" y="2120705"/>
              <a:ext cx="178488" cy="45777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92" name="Oval 191">
              <a:extLst>
                <a:ext uri="{FF2B5EF4-FFF2-40B4-BE49-F238E27FC236}">
                  <a16:creationId xmlns:a16="http://schemas.microsoft.com/office/drawing/2014/main" id="{336702FD-C0E0-B09C-AE57-D3AFD10750B2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906232" y="0"/>
              <a:ext cx="390525" cy="61912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96" name="TextBox 195">
            <a:extLst>
              <a:ext uri="{FF2B5EF4-FFF2-40B4-BE49-F238E27FC236}">
                <a16:creationId xmlns:a16="http://schemas.microsoft.com/office/drawing/2014/main" id="{3786530E-292F-9373-0013-DEB7BD1A382A}"/>
              </a:ext>
            </a:extLst>
          </p:cNvPr>
          <p:cNvSpPr txBox="1"/>
          <p:nvPr/>
        </p:nvSpPr>
        <p:spPr>
          <a:xfrm>
            <a:off x="2765323" y="103239"/>
            <a:ext cx="13199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take-off</a:t>
            </a:r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A11B4F51-8812-DFC2-E8F2-91A0080F0A4D}"/>
              </a:ext>
            </a:extLst>
          </p:cNvPr>
          <p:cNvSpPr txBox="1"/>
          <p:nvPr/>
        </p:nvSpPr>
        <p:spPr>
          <a:xfrm>
            <a:off x="8014257" y="74992"/>
            <a:ext cx="13199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landing</a:t>
            </a:r>
          </a:p>
        </p:txBody>
      </p:sp>
      <p:sp>
        <p:nvSpPr>
          <p:cNvPr id="198" name="TextBox 197">
            <a:extLst>
              <a:ext uri="{FF2B5EF4-FFF2-40B4-BE49-F238E27FC236}">
                <a16:creationId xmlns:a16="http://schemas.microsoft.com/office/drawing/2014/main" id="{A911795D-DF5C-DF7E-E1A2-CA143875E032}"/>
              </a:ext>
            </a:extLst>
          </p:cNvPr>
          <p:cNvSpPr txBox="1"/>
          <p:nvPr/>
        </p:nvSpPr>
        <p:spPr>
          <a:xfrm>
            <a:off x="4906465" y="2132862"/>
            <a:ext cx="143087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Ignore In air</a:t>
            </a: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891BA859-2187-A662-08E4-4137350310F7}"/>
              </a:ext>
            </a:extLst>
          </p:cNvPr>
          <p:cNvSpPr txBox="1"/>
          <p:nvPr/>
        </p:nvSpPr>
        <p:spPr>
          <a:xfrm>
            <a:off x="4352641" y="56285"/>
            <a:ext cx="3502386" cy="369332"/>
          </a:xfrm>
          <a:prstGeom prst="rect">
            <a:avLst/>
          </a:prstGeom>
          <a:solidFill>
            <a:srgbClr val="F5FFAE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Rotation of lower leg around knee</a:t>
            </a:r>
          </a:p>
        </p:txBody>
      </p: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552CEA3E-5C21-D77E-4036-5A3CBD56D05A}"/>
              </a:ext>
            </a:extLst>
          </p:cNvPr>
          <p:cNvCxnSpPr>
            <a:cxnSpLocks/>
            <a:endCxn id="24" idx="2"/>
          </p:cNvCxnSpPr>
          <p:nvPr/>
        </p:nvCxnSpPr>
        <p:spPr>
          <a:xfrm>
            <a:off x="8479664" y="2999196"/>
            <a:ext cx="627136" cy="21293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25" name="Freeform: Shape 124">
            <a:extLst>
              <a:ext uri="{FF2B5EF4-FFF2-40B4-BE49-F238E27FC236}">
                <a16:creationId xmlns:a16="http://schemas.microsoft.com/office/drawing/2014/main" id="{607F827F-7931-0848-CCC2-15BFD260C92B}"/>
              </a:ext>
            </a:extLst>
          </p:cNvPr>
          <p:cNvSpPr/>
          <p:nvPr/>
        </p:nvSpPr>
        <p:spPr>
          <a:xfrm flipV="1">
            <a:off x="6727753" y="3043893"/>
            <a:ext cx="1746945" cy="522543"/>
          </a:xfrm>
          <a:custGeom>
            <a:avLst/>
            <a:gdLst>
              <a:gd name="connsiteX0" fmla="*/ 0 w 1819275"/>
              <a:gd name="connsiteY0" fmla="*/ 646319 h 646319"/>
              <a:gd name="connsiteX1" fmla="*/ 295275 w 1819275"/>
              <a:gd name="connsiteY1" fmla="*/ 265319 h 646319"/>
              <a:gd name="connsiteX2" fmla="*/ 647700 w 1819275"/>
              <a:gd name="connsiteY2" fmla="*/ 27194 h 646319"/>
              <a:gd name="connsiteX3" fmla="*/ 1219200 w 1819275"/>
              <a:gd name="connsiteY3" fmla="*/ 74819 h 646319"/>
              <a:gd name="connsiteX4" fmla="*/ 1819275 w 1819275"/>
              <a:gd name="connsiteY4" fmla="*/ 646319 h 646319"/>
              <a:gd name="connsiteX5" fmla="*/ 1819275 w 1819275"/>
              <a:gd name="connsiteY5" fmla="*/ 646319 h 646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19275" h="646319">
                <a:moveTo>
                  <a:pt x="0" y="646319"/>
                </a:moveTo>
                <a:cubicBezTo>
                  <a:pt x="93662" y="507412"/>
                  <a:pt x="187325" y="368506"/>
                  <a:pt x="295275" y="265319"/>
                </a:cubicBezTo>
                <a:cubicBezTo>
                  <a:pt x="403225" y="162132"/>
                  <a:pt x="493713" y="58944"/>
                  <a:pt x="647700" y="27194"/>
                </a:cubicBezTo>
                <a:cubicBezTo>
                  <a:pt x="801687" y="-4556"/>
                  <a:pt x="1023937" y="-28369"/>
                  <a:pt x="1219200" y="74819"/>
                </a:cubicBezTo>
                <a:cubicBezTo>
                  <a:pt x="1414463" y="178007"/>
                  <a:pt x="1819275" y="646319"/>
                  <a:pt x="1819275" y="646319"/>
                </a:cubicBezTo>
                <a:lnTo>
                  <a:pt x="1819275" y="646319"/>
                </a:ln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1" name="Freeform: Shape 120">
            <a:extLst>
              <a:ext uri="{FF2B5EF4-FFF2-40B4-BE49-F238E27FC236}">
                <a16:creationId xmlns:a16="http://schemas.microsoft.com/office/drawing/2014/main" id="{3E55A1A9-38D6-8AEE-232D-B937D3A4395D}"/>
              </a:ext>
            </a:extLst>
          </p:cNvPr>
          <p:cNvSpPr/>
          <p:nvPr/>
        </p:nvSpPr>
        <p:spPr>
          <a:xfrm>
            <a:off x="6716773" y="4012491"/>
            <a:ext cx="1872339" cy="632392"/>
          </a:xfrm>
          <a:custGeom>
            <a:avLst/>
            <a:gdLst>
              <a:gd name="connsiteX0" fmla="*/ 0 w 1790700"/>
              <a:gd name="connsiteY0" fmla="*/ 513621 h 1079057"/>
              <a:gd name="connsiteX1" fmla="*/ 276225 w 1790700"/>
              <a:gd name="connsiteY1" fmla="*/ 999396 h 1079057"/>
              <a:gd name="connsiteX2" fmla="*/ 647700 w 1790700"/>
              <a:gd name="connsiteY2" fmla="*/ 1027971 h 1079057"/>
              <a:gd name="connsiteX3" fmla="*/ 952500 w 1790700"/>
              <a:gd name="connsiteY3" fmla="*/ 494571 h 1079057"/>
              <a:gd name="connsiteX4" fmla="*/ 1257300 w 1790700"/>
              <a:gd name="connsiteY4" fmla="*/ 27846 h 1079057"/>
              <a:gd name="connsiteX5" fmla="*/ 1628775 w 1790700"/>
              <a:gd name="connsiteY5" fmla="*/ 104046 h 1079057"/>
              <a:gd name="connsiteX6" fmla="*/ 1790700 w 1790700"/>
              <a:gd name="connsiteY6" fmla="*/ 523146 h 1079057"/>
              <a:gd name="connsiteX7" fmla="*/ 1790700 w 1790700"/>
              <a:gd name="connsiteY7" fmla="*/ 523146 h 1079057"/>
              <a:gd name="connsiteX8" fmla="*/ 1790700 w 1790700"/>
              <a:gd name="connsiteY8" fmla="*/ 523146 h 10790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790700" h="1079057">
                <a:moveTo>
                  <a:pt x="0" y="513621"/>
                </a:moveTo>
                <a:cubicBezTo>
                  <a:pt x="84137" y="713646"/>
                  <a:pt x="168275" y="913671"/>
                  <a:pt x="276225" y="999396"/>
                </a:cubicBezTo>
                <a:cubicBezTo>
                  <a:pt x="384175" y="1085121"/>
                  <a:pt x="534988" y="1112108"/>
                  <a:pt x="647700" y="1027971"/>
                </a:cubicBezTo>
                <a:cubicBezTo>
                  <a:pt x="760412" y="943834"/>
                  <a:pt x="850900" y="661258"/>
                  <a:pt x="952500" y="494571"/>
                </a:cubicBezTo>
                <a:cubicBezTo>
                  <a:pt x="1054100" y="327884"/>
                  <a:pt x="1144588" y="92933"/>
                  <a:pt x="1257300" y="27846"/>
                </a:cubicBezTo>
                <a:cubicBezTo>
                  <a:pt x="1370012" y="-37241"/>
                  <a:pt x="1539875" y="21496"/>
                  <a:pt x="1628775" y="104046"/>
                </a:cubicBezTo>
                <a:cubicBezTo>
                  <a:pt x="1717675" y="186596"/>
                  <a:pt x="1790700" y="523146"/>
                  <a:pt x="1790700" y="523146"/>
                </a:cubicBezTo>
                <a:lnTo>
                  <a:pt x="1790700" y="523146"/>
                </a:lnTo>
                <a:lnTo>
                  <a:pt x="1790700" y="523146"/>
                </a:ln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27" name="Straight Connector 126">
            <a:extLst>
              <a:ext uri="{FF2B5EF4-FFF2-40B4-BE49-F238E27FC236}">
                <a16:creationId xmlns:a16="http://schemas.microsoft.com/office/drawing/2014/main" id="{329E28DA-B5FC-9BA7-A261-353A7BB8F0A3}"/>
              </a:ext>
            </a:extLst>
          </p:cNvPr>
          <p:cNvCxnSpPr>
            <a:cxnSpLocks/>
          </p:cNvCxnSpPr>
          <p:nvPr/>
        </p:nvCxnSpPr>
        <p:spPr>
          <a:xfrm>
            <a:off x="8607160" y="4349029"/>
            <a:ext cx="627136" cy="21293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CA965B5F-9756-046A-9598-362B5E12DBB6}"/>
              </a:ext>
            </a:extLst>
          </p:cNvPr>
          <p:cNvCxnSpPr>
            <a:cxnSpLocks/>
          </p:cNvCxnSpPr>
          <p:nvPr/>
        </p:nvCxnSpPr>
        <p:spPr>
          <a:xfrm flipV="1">
            <a:off x="2203144" y="6074645"/>
            <a:ext cx="313525" cy="2340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8D488A14-231B-322F-C24B-F71CBF5728A3}"/>
              </a:ext>
            </a:extLst>
          </p:cNvPr>
          <p:cNvCxnSpPr>
            <a:cxnSpLocks/>
          </p:cNvCxnSpPr>
          <p:nvPr/>
        </p:nvCxnSpPr>
        <p:spPr>
          <a:xfrm>
            <a:off x="8667034" y="6116960"/>
            <a:ext cx="627136" cy="21293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31" name="Freeform: Shape 130">
            <a:extLst>
              <a:ext uri="{FF2B5EF4-FFF2-40B4-BE49-F238E27FC236}">
                <a16:creationId xmlns:a16="http://schemas.microsoft.com/office/drawing/2014/main" id="{50379A06-0B8C-A637-3DB4-AAEE78394C79}"/>
              </a:ext>
            </a:extLst>
          </p:cNvPr>
          <p:cNvSpPr/>
          <p:nvPr/>
        </p:nvSpPr>
        <p:spPr>
          <a:xfrm>
            <a:off x="212446" y="5339316"/>
            <a:ext cx="1610684" cy="444651"/>
          </a:xfrm>
          <a:custGeom>
            <a:avLst/>
            <a:gdLst>
              <a:gd name="csX0" fmla="*/ 0 w 1998133"/>
              <a:gd name="csY0" fmla="*/ 457200 h 702734"/>
              <a:gd name="csX1" fmla="*/ 0 w 1998133"/>
              <a:gd name="csY1" fmla="*/ 457200 h 702734"/>
              <a:gd name="csX2" fmla="*/ 33866 w 1998133"/>
              <a:gd name="csY2" fmla="*/ 533400 h 702734"/>
              <a:gd name="csX3" fmla="*/ 50800 w 1998133"/>
              <a:gd name="csY3" fmla="*/ 558800 h 702734"/>
              <a:gd name="csX4" fmla="*/ 101600 w 1998133"/>
              <a:gd name="csY4" fmla="*/ 643467 h 702734"/>
              <a:gd name="csX5" fmla="*/ 118533 w 1998133"/>
              <a:gd name="csY5" fmla="*/ 668867 h 702734"/>
              <a:gd name="csX6" fmla="*/ 143933 w 1998133"/>
              <a:gd name="csY6" fmla="*/ 685800 h 702734"/>
              <a:gd name="csX7" fmla="*/ 194733 w 1998133"/>
              <a:gd name="csY7" fmla="*/ 702734 h 702734"/>
              <a:gd name="csX8" fmla="*/ 304800 w 1998133"/>
              <a:gd name="csY8" fmla="*/ 694267 h 702734"/>
              <a:gd name="csX9" fmla="*/ 347133 w 1998133"/>
              <a:gd name="csY9" fmla="*/ 643467 h 702734"/>
              <a:gd name="csX10" fmla="*/ 397933 w 1998133"/>
              <a:gd name="csY10" fmla="*/ 601134 h 702734"/>
              <a:gd name="csX11" fmla="*/ 414866 w 1998133"/>
              <a:gd name="csY11" fmla="*/ 584200 h 702734"/>
              <a:gd name="csX12" fmla="*/ 440266 w 1998133"/>
              <a:gd name="csY12" fmla="*/ 567267 h 702734"/>
              <a:gd name="csX13" fmla="*/ 482600 w 1998133"/>
              <a:gd name="csY13" fmla="*/ 533400 h 702734"/>
              <a:gd name="csX14" fmla="*/ 508000 w 1998133"/>
              <a:gd name="csY14" fmla="*/ 474134 h 702734"/>
              <a:gd name="csX15" fmla="*/ 524933 w 1998133"/>
              <a:gd name="csY15" fmla="*/ 414867 h 702734"/>
              <a:gd name="csX16" fmla="*/ 533400 w 1998133"/>
              <a:gd name="csY16" fmla="*/ 389467 h 702734"/>
              <a:gd name="csX17" fmla="*/ 550333 w 1998133"/>
              <a:gd name="csY17" fmla="*/ 364067 h 702734"/>
              <a:gd name="csX18" fmla="*/ 558800 w 1998133"/>
              <a:gd name="csY18" fmla="*/ 330200 h 702734"/>
              <a:gd name="csX19" fmla="*/ 584200 w 1998133"/>
              <a:gd name="csY19" fmla="*/ 304800 h 702734"/>
              <a:gd name="csX20" fmla="*/ 601133 w 1998133"/>
              <a:gd name="csY20" fmla="*/ 279400 h 702734"/>
              <a:gd name="csX21" fmla="*/ 635000 w 1998133"/>
              <a:gd name="csY21" fmla="*/ 228600 h 702734"/>
              <a:gd name="csX22" fmla="*/ 677333 w 1998133"/>
              <a:gd name="csY22" fmla="*/ 152400 h 702734"/>
              <a:gd name="csX23" fmla="*/ 702733 w 1998133"/>
              <a:gd name="csY23" fmla="*/ 127000 h 702734"/>
              <a:gd name="csX24" fmla="*/ 753533 w 1998133"/>
              <a:gd name="csY24" fmla="*/ 76200 h 702734"/>
              <a:gd name="csX25" fmla="*/ 804333 w 1998133"/>
              <a:gd name="csY25" fmla="*/ 67734 h 702734"/>
              <a:gd name="csX26" fmla="*/ 889000 w 1998133"/>
              <a:gd name="csY26" fmla="*/ 33867 h 702734"/>
              <a:gd name="csX27" fmla="*/ 939800 w 1998133"/>
              <a:gd name="csY27" fmla="*/ 16934 h 702734"/>
              <a:gd name="csX28" fmla="*/ 1016000 w 1998133"/>
              <a:gd name="csY28" fmla="*/ 0 h 702734"/>
              <a:gd name="csX29" fmla="*/ 1227666 w 1998133"/>
              <a:gd name="csY29" fmla="*/ 8467 h 702734"/>
              <a:gd name="csX30" fmla="*/ 1270000 w 1998133"/>
              <a:gd name="csY30" fmla="*/ 33867 h 702734"/>
              <a:gd name="csX31" fmla="*/ 1371600 w 1998133"/>
              <a:gd name="csY31" fmla="*/ 110067 h 702734"/>
              <a:gd name="csX32" fmla="*/ 1388533 w 1998133"/>
              <a:gd name="csY32" fmla="*/ 135467 h 702734"/>
              <a:gd name="csX33" fmla="*/ 1430866 w 1998133"/>
              <a:gd name="csY33" fmla="*/ 203200 h 702734"/>
              <a:gd name="csX34" fmla="*/ 1447800 w 1998133"/>
              <a:gd name="csY34" fmla="*/ 254000 h 702734"/>
              <a:gd name="csX35" fmla="*/ 1456266 w 1998133"/>
              <a:gd name="csY35" fmla="*/ 279400 h 702734"/>
              <a:gd name="csX36" fmla="*/ 1464733 w 1998133"/>
              <a:gd name="csY36" fmla="*/ 313267 h 702734"/>
              <a:gd name="csX37" fmla="*/ 1490133 w 1998133"/>
              <a:gd name="csY37" fmla="*/ 406400 h 702734"/>
              <a:gd name="csX38" fmla="*/ 1498600 w 1998133"/>
              <a:gd name="csY38" fmla="*/ 448734 h 702734"/>
              <a:gd name="csX39" fmla="*/ 1515533 w 1998133"/>
              <a:gd name="csY39" fmla="*/ 482600 h 702734"/>
              <a:gd name="csX40" fmla="*/ 1532466 w 1998133"/>
              <a:gd name="csY40" fmla="*/ 541867 h 702734"/>
              <a:gd name="csX41" fmla="*/ 1557866 w 1998133"/>
              <a:gd name="csY41" fmla="*/ 584200 h 702734"/>
              <a:gd name="csX42" fmla="*/ 1574800 w 1998133"/>
              <a:gd name="csY42" fmla="*/ 618067 h 702734"/>
              <a:gd name="csX43" fmla="*/ 1651000 w 1998133"/>
              <a:gd name="csY43" fmla="*/ 643467 h 702734"/>
              <a:gd name="csX44" fmla="*/ 1710266 w 1998133"/>
              <a:gd name="csY44" fmla="*/ 651934 h 702734"/>
              <a:gd name="csX45" fmla="*/ 1794933 w 1998133"/>
              <a:gd name="csY45" fmla="*/ 635000 h 702734"/>
              <a:gd name="csX46" fmla="*/ 1845733 w 1998133"/>
              <a:gd name="csY46" fmla="*/ 592667 h 702734"/>
              <a:gd name="csX47" fmla="*/ 1913466 w 1998133"/>
              <a:gd name="csY47" fmla="*/ 524934 h 702734"/>
              <a:gd name="csX48" fmla="*/ 1930400 w 1998133"/>
              <a:gd name="csY48" fmla="*/ 508000 h 702734"/>
              <a:gd name="csX49" fmla="*/ 1964266 w 1998133"/>
              <a:gd name="csY49" fmla="*/ 482600 h 702734"/>
              <a:gd name="csX50" fmla="*/ 1998133 w 1998133"/>
              <a:gd name="csY50" fmla="*/ 448734 h 702734"/>
              <a:gd name="csX51" fmla="*/ 1998133 w 1998133"/>
              <a:gd name="csY51" fmla="*/ 465667 h 70273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</a:cxnLst>
            <a:rect l="l" t="t" r="r" b="b"/>
            <a:pathLst>
              <a:path w="1998133" h="702734">
                <a:moveTo>
                  <a:pt x="0" y="457200"/>
                </a:moveTo>
                <a:lnTo>
                  <a:pt x="0" y="457200"/>
                </a:lnTo>
                <a:cubicBezTo>
                  <a:pt x="11289" y="482600"/>
                  <a:pt x="21435" y="508539"/>
                  <a:pt x="33866" y="533400"/>
                </a:cubicBezTo>
                <a:cubicBezTo>
                  <a:pt x="38417" y="542502"/>
                  <a:pt x="45751" y="549965"/>
                  <a:pt x="50800" y="558800"/>
                </a:cubicBezTo>
                <a:cubicBezTo>
                  <a:pt x="102878" y="649935"/>
                  <a:pt x="18738" y="519174"/>
                  <a:pt x="101600" y="643467"/>
                </a:cubicBezTo>
                <a:cubicBezTo>
                  <a:pt x="107244" y="651934"/>
                  <a:pt x="110066" y="663223"/>
                  <a:pt x="118533" y="668867"/>
                </a:cubicBezTo>
                <a:cubicBezTo>
                  <a:pt x="127000" y="674511"/>
                  <a:pt x="134634" y="681667"/>
                  <a:pt x="143933" y="685800"/>
                </a:cubicBezTo>
                <a:cubicBezTo>
                  <a:pt x="160244" y="693049"/>
                  <a:pt x="194733" y="702734"/>
                  <a:pt x="194733" y="702734"/>
                </a:cubicBezTo>
                <a:cubicBezTo>
                  <a:pt x="231422" y="699912"/>
                  <a:pt x="269101" y="703192"/>
                  <a:pt x="304800" y="694267"/>
                </a:cubicBezTo>
                <a:cubicBezTo>
                  <a:pt x="320423" y="690361"/>
                  <a:pt x="337982" y="654449"/>
                  <a:pt x="347133" y="643467"/>
                </a:cubicBezTo>
                <a:cubicBezTo>
                  <a:pt x="377303" y="607263"/>
                  <a:pt x="364631" y="627776"/>
                  <a:pt x="397933" y="601134"/>
                </a:cubicBezTo>
                <a:cubicBezTo>
                  <a:pt x="404166" y="596147"/>
                  <a:pt x="408633" y="589187"/>
                  <a:pt x="414866" y="584200"/>
                </a:cubicBezTo>
                <a:cubicBezTo>
                  <a:pt x="422812" y="577843"/>
                  <a:pt x="432320" y="573624"/>
                  <a:pt x="440266" y="567267"/>
                </a:cubicBezTo>
                <a:cubicBezTo>
                  <a:pt x="500599" y="519002"/>
                  <a:pt x="404407" y="585530"/>
                  <a:pt x="482600" y="533400"/>
                </a:cubicBezTo>
                <a:cubicBezTo>
                  <a:pt x="502454" y="473832"/>
                  <a:pt x="476613" y="547369"/>
                  <a:pt x="508000" y="474134"/>
                </a:cubicBezTo>
                <a:cubicBezTo>
                  <a:pt x="516697" y="453842"/>
                  <a:pt x="518798" y="436338"/>
                  <a:pt x="524933" y="414867"/>
                </a:cubicBezTo>
                <a:cubicBezTo>
                  <a:pt x="527385" y="406286"/>
                  <a:pt x="529409" y="397449"/>
                  <a:pt x="533400" y="389467"/>
                </a:cubicBezTo>
                <a:cubicBezTo>
                  <a:pt x="537951" y="380366"/>
                  <a:pt x="544689" y="372534"/>
                  <a:pt x="550333" y="364067"/>
                </a:cubicBezTo>
                <a:cubicBezTo>
                  <a:pt x="553155" y="352778"/>
                  <a:pt x="553027" y="340303"/>
                  <a:pt x="558800" y="330200"/>
                </a:cubicBezTo>
                <a:cubicBezTo>
                  <a:pt x="564741" y="319804"/>
                  <a:pt x="576535" y="313998"/>
                  <a:pt x="584200" y="304800"/>
                </a:cubicBezTo>
                <a:cubicBezTo>
                  <a:pt x="590714" y="296983"/>
                  <a:pt x="596085" y="288235"/>
                  <a:pt x="601133" y="279400"/>
                </a:cubicBezTo>
                <a:cubicBezTo>
                  <a:pt x="628470" y="231560"/>
                  <a:pt x="604819" y="258781"/>
                  <a:pt x="635000" y="228600"/>
                </a:cubicBezTo>
                <a:cubicBezTo>
                  <a:pt x="645646" y="196659"/>
                  <a:pt x="648218" y="181515"/>
                  <a:pt x="677333" y="152400"/>
                </a:cubicBezTo>
                <a:cubicBezTo>
                  <a:pt x="685800" y="143933"/>
                  <a:pt x="694941" y="136091"/>
                  <a:pt x="702733" y="127000"/>
                </a:cubicBezTo>
                <a:cubicBezTo>
                  <a:pt x="719936" y="106930"/>
                  <a:pt x="726706" y="85142"/>
                  <a:pt x="753533" y="76200"/>
                </a:cubicBezTo>
                <a:cubicBezTo>
                  <a:pt x="769819" y="70771"/>
                  <a:pt x="787400" y="70556"/>
                  <a:pt x="804333" y="67734"/>
                </a:cubicBezTo>
                <a:cubicBezTo>
                  <a:pt x="854165" y="42817"/>
                  <a:pt x="826226" y="54791"/>
                  <a:pt x="889000" y="33867"/>
                </a:cubicBezTo>
                <a:cubicBezTo>
                  <a:pt x="905933" y="28223"/>
                  <a:pt x="922297" y="20435"/>
                  <a:pt x="939800" y="16934"/>
                </a:cubicBezTo>
                <a:cubicBezTo>
                  <a:pt x="993543" y="6185"/>
                  <a:pt x="968172" y="11957"/>
                  <a:pt x="1016000" y="0"/>
                </a:cubicBezTo>
                <a:cubicBezTo>
                  <a:pt x="1086555" y="2822"/>
                  <a:pt x="1157674" y="-865"/>
                  <a:pt x="1227666" y="8467"/>
                </a:cubicBezTo>
                <a:cubicBezTo>
                  <a:pt x="1243978" y="10642"/>
                  <a:pt x="1256609" y="24302"/>
                  <a:pt x="1270000" y="33867"/>
                </a:cubicBezTo>
                <a:cubicBezTo>
                  <a:pt x="1466523" y="174241"/>
                  <a:pt x="1283917" y="51612"/>
                  <a:pt x="1371600" y="110067"/>
                </a:cubicBezTo>
                <a:cubicBezTo>
                  <a:pt x="1377244" y="118534"/>
                  <a:pt x="1382619" y="127187"/>
                  <a:pt x="1388533" y="135467"/>
                </a:cubicBezTo>
                <a:cubicBezTo>
                  <a:pt x="1411692" y="167890"/>
                  <a:pt x="1416400" y="167035"/>
                  <a:pt x="1430866" y="203200"/>
                </a:cubicBezTo>
                <a:cubicBezTo>
                  <a:pt x="1437495" y="219773"/>
                  <a:pt x="1442156" y="237067"/>
                  <a:pt x="1447800" y="254000"/>
                </a:cubicBezTo>
                <a:cubicBezTo>
                  <a:pt x="1450622" y="262467"/>
                  <a:pt x="1454101" y="270742"/>
                  <a:pt x="1456266" y="279400"/>
                </a:cubicBezTo>
                <a:cubicBezTo>
                  <a:pt x="1459088" y="290689"/>
                  <a:pt x="1461536" y="302078"/>
                  <a:pt x="1464733" y="313267"/>
                </a:cubicBezTo>
                <a:cubicBezTo>
                  <a:pt x="1480954" y="370037"/>
                  <a:pt x="1470008" y="305778"/>
                  <a:pt x="1490133" y="406400"/>
                </a:cubicBezTo>
                <a:cubicBezTo>
                  <a:pt x="1492955" y="420511"/>
                  <a:pt x="1494049" y="435082"/>
                  <a:pt x="1498600" y="448734"/>
                </a:cubicBezTo>
                <a:cubicBezTo>
                  <a:pt x="1502591" y="460707"/>
                  <a:pt x="1511101" y="470782"/>
                  <a:pt x="1515533" y="482600"/>
                </a:cubicBezTo>
                <a:cubicBezTo>
                  <a:pt x="1523667" y="504290"/>
                  <a:pt x="1522236" y="521407"/>
                  <a:pt x="1532466" y="541867"/>
                </a:cubicBezTo>
                <a:cubicBezTo>
                  <a:pt x="1539825" y="556586"/>
                  <a:pt x="1549874" y="569815"/>
                  <a:pt x="1557866" y="584200"/>
                </a:cubicBezTo>
                <a:cubicBezTo>
                  <a:pt x="1563996" y="595233"/>
                  <a:pt x="1566720" y="608371"/>
                  <a:pt x="1574800" y="618067"/>
                </a:cubicBezTo>
                <a:cubicBezTo>
                  <a:pt x="1593811" y="640879"/>
                  <a:pt x="1625040" y="639473"/>
                  <a:pt x="1651000" y="643467"/>
                </a:cubicBezTo>
                <a:cubicBezTo>
                  <a:pt x="1670724" y="646502"/>
                  <a:pt x="1690511" y="649112"/>
                  <a:pt x="1710266" y="651934"/>
                </a:cubicBezTo>
                <a:cubicBezTo>
                  <a:pt x="1738488" y="646289"/>
                  <a:pt x="1768565" y="646536"/>
                  <a:pt x="1794933" y="635000"/>
                </a:cubicBezTo>
                <a:cubicBezTo>
                  <a:pt x="1815127" y="626165"/>
                  <a:pt x="1829581" y="607666"/>
                  <a:pt x="1845733" y="592667"/>
                </a:cubicBezTo>
                <a:cubicBezTo>
                  <a:pt x="1869131" y="570940"/>
                  <a:pt x="1890888" y="547512"/>
                  <a:pt x="1913466" y="524934"/>
                </a:cubicBezTo>
                <a:cubicBezTo>
                  <a:pt x="1919111" y="519289"/>
                  <a:pt x="1924014" y="512790"/>
                  <a:pt x="1930400" y="508000"/>
                </a:cubicBezTo>
                <a:cubicBezTo>
                  <a:pt x="1941689" y="499533"/>
                  <a:pt x="1953426" y="491634"/>
                  <a:pt x="1964266" y="482600"/>
                </a:cubicBezTo>
                <a:cubicBezTo>
                  <a:pt x="1964274" y="482593"/>
                  <a:pt x="1998125" y="448742"/>
                  <a:pt x="1998133" y="448734"/>
                </a:cubicBezTo>
                <a:lnTo>
                  <a:pt x="1998133" y="465667"/>
                </a:ln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" name="Freeform: Shape 132">
            <a:extLst>
              <a:ext uri="{FF2B5EF4-FFF2-40B4-BE49-F238E27FC236}">
                <a16:creationId xmlns:a16="http://schemas.microsoft.com/office/drawing/2014/main" id="{403C78B4-8B27-AE86-8F5B-59CF6476D49B}"/>
              </a:ext>
            </a:extLst>
          </p:cNvPr>
          <p:cNvSpPr/>
          <p:nvPr/>
        </p:nvSpPr>
        <p:spPr>
          <a:xfrm flipV="1">
            <a:off x="116106" y="6221138"/>
            <a:ext cx="1610684" cy="524569"/>
          </a:xfrm>
          <a:custGeom>
            <a:avLst/>
            <a:gdLst>
              <a:gd name="csX0" fmla="*/ 0 w 1998133"/>
              <a:gd name="csY0" fmla="*/ 457200 h 702734"/>
              <a:gd name="csX1" fmla="*/ 0 w 1998133"/>
              <a:gd name="csY1" fmla="*/ 457200 h 702734"/>
              <a:gd name="csX2" fmla="*/ 33866 w 1998133"/>
              <a:gd name="csY2" fmla="*/ 533400 h 702734"/>
              <a:gd name="csX3" fmla="*/ 50800 w 1998133"/>
              <a:gd name="csY3" fmla="*/ 558800 h 702734"/>
              <a:gd name="csX4" fmla="*/ 101600 w 1998133"/>
              <a:gd name="csY4" fmla="*/ 643467 h 702734"/>
              <a:gd name="csX5" fmla="*/ 118533 w 1998133"/>
              <a:gd name="csY5" fmla="*/ 668867 h 702734"/>
              <a:gd name="csX6" fmla="*/ 143933 w 1998133"/>
              <a:gd name="csY6" fmla="*/ 685800 h 702734"/>
              <a:gd name="csX7" fmla="*/ 194733 w 1998133"/>
              <a:gd name="csY7" fmla="*/ 702734 h 702734"/>
              <a:gd name="csX8" fmla="*/ 304800 w 1998133"/>
              <a:gd name="csY8" fmla="*/ 694267 h 702734"/>
              <a:gd name="csX9" fmla="*/ 347133 w 1998133"/>
              <a:gd name="csY9" fmla="*/ 643467 h 702734"/>
              <a:gd name="csX10" fmla="*/ 397933 w 1998133"/>
              <a:gd name="csY10" fmla="*/ 601134 h 702734"/>
              <a:gd name="csX11" fmla="*/ 414866 w 1998133"/>
              <a:gd name="csY11" fmla="*/ 584200 h 702734"/>
              <a:gd name="csX12" fmla="*/ 440266 w 1998133"/>
              <a:gd name="csY12" fmla="*/ 567267 h 702734"/>
              <a:gd name="csX13" fmla="*/ 482600 w 1998133"/>
              <a:gd name="csY13" fmla="*/ 533400 h 702734"/>
              <a:gd name="csX14" fmla="*/ 508000 w 1998133"/>
              <a:gd name="csY14" fmla="*/ 474134 h 702734"/>
              <a:gd name="csX15" fmla="*/ 524933 w 1998133"/>
              <a:gd name="csY15" fmla="*/ 414867 h 702734"/>
              <a:gd name="csX16" fmla="*/ 533400 w 1998133"/>
              <a:gd name="csY16" fmla="*/ 389467 h 702734"/>
              <a:gd name="csX17" fmla="*/ 550333 w 1998133"/>
              <a:gd name="csY17" fmla="*/ 364067 h 702734"/>
              <a:gd name="csX18" fmla="*/ 558800 w 1998133"/>
              <a:gd name="csY18" fmla="*/ 330200 h 702734"/>
              <a:gd name="csX19" fmla="*/ 584200 w 1998133"/>
              <a:gd name="csY19" fmla="*/ 304800 h 702734"/>
              <a:gd name="csX20" fmla="*/ 601133 w 1998133"/>
              <a:gd name="csY20" fmla="*/ 279400 h 702734"/>
              <a:gd name="csX21" fmla="*/ 635000 w 1998133"/>
              <a:gd name="csY21" fmla="*/ 228600 h 702734"/>
              <a:gd name="csX22" fmla="*/ 677333 w 1998133"/>
              <a:gd name="csY22" fmla="*/ 152400 h 702734"/>
              <a:gd name="csX23" fmla="*/ 702733 w 1998133"/>
              <a:gd name="csY23" fmla="*/ 127000 h 702734"/>
              <a:gd name="csX24" fmla="*/ 753533 w 1998133"/>
              <a:gd name="csY24" fmla="*/ 76200 h 702734"/>
              <a:gd name="csX25" fmla="*/ 804333 w 1998133"/>
              <a:gd name="csY25" fmla="*/ 67734 h 702734"/>
              <a:gd name="csX26" fmla="*/ 889000 w 1998133"/>
              <a:gd name="csY26" fmla="*/ 33867 h 702734"/>
              <a:gd name="csX27" fmla="*/ 939800 w 1998133"/>
              <a:gd name="csY27" fmla="*/ 16934 h 702734"/>
              <a:gd name="csX28" fmla="*/ 1016000 w 1998133"/>
              <a:gd name="csY28" fmla="*/ 0 h 702734"/>
              <a:gd name="csX29" fmla="*/ 1227666 w 1998133"/>
              <a:gd name="csY29" fmla="*/ 8467 h 702734"/>
              <a:gd name="csX30" fmla="*/ 1270000 w 1998133"/>
              <a:gd name="csY30" fmla="*/ 33867 h 702734"/>
              <a:gd name="csX31" fmla="*/ 1371600 w 1998133"/>
              <a:gd name="csY31" fmla="*/ 110067 h 702734"/>
              <a:gd name="csX32" fmla="*/ 1388533 w 1998133"/>
              <a:gd name="csY32" fmla="*/ 135467 h 702734"/>
              <a:gd name="csX33" fmla="*/ 1430866 w 1998133"/>
              <a:gd name="csY33" fmla="*/ 203200 h 702734"/>
              <a:gd name="csX34" fmla="*/ 1447800 w 1998133"/>
              <a:gd name="csY34" fmla="*/ 254000 h 702734"/>
              <a:gd name="csX35" fmla="*/ 1456266 w 1998133"/>
              <a:gd name="csY35" fmla="*/ 279400 h 702734"/>
              <a:gd name="csX36" fmla="*/ 1464733 w 1998133"/>
              <a:gd name="csY36" fmla="*/ 313267 h 702734"/>
              <a:gd name="csX37" fmla="*/ 1490133 w 1998133"/>
              <a:gd name="csY37" fmla="*/ 406400 h 702734"/>
              <a:gd name="csX38" fmla="*/ 1498600 w 1998133"/>
              <a:gd name="csY38" fmla="*/ 448734 h 702734"/>
              <a:gd name="csX39" fmla="*/ 1515533 w 1998133"/>
              <a:gd name="csY39" fmla="*/ 482600 h 702734"/>
              <a:gd name="csX40" fmla="*/ 1532466 w 1998133"/>
              <a:gd name="csY40" fmla="*/ 541867 h 702734"/>
              <a:gd name="csX41" fmla="*/ 1557866 w 1998133"/>
              <a:gd name="csY41" fmla="*/ 584200 h 702734"/>
              <a:gd name="csX42" fmla="*/ 1574800 w 1998133"/>
              <a:gd name="csY42" fmla="*/ 618067 h 702734"/>
              <a:gd name="csX43" fmla="*/ 1651000 w 1998133"/>
              <a:gd name="csY43" fmla="*/ 643467 h 702734"/>
              <a:gd name="csX44" fmla="*/ 1710266 w 1998133"/>
              <a:gd name="csY44" fmla="*/ 651934 h 702734"/>
              <a:gd name="csX45" fmla="*/ 1794933 w 1998133"/>
              <a:gd name="csY45" fmla="*/ 635000 h 702734"/>
              <a:gd name="csX46" fmla="*/ 1845733 w 1998133"/>
              <a:gd name="csY46" fmla="*/ 592667 h 702734"/>
              <a:gd name="csX47" fmla="*/ 1913466 w 1998133"/>
              <a:gd name="csY47" fmla="*/ 524934 h 702734"/>
              <a:gd name="csX48" fmla="*/ 1930400 w 1998133"/>
              <a:gd name="csY48" fmla="*/ 508000 h 702734"/>
              <a:gd name="csX49" fmla="*/ 1964266 w 1998133"/>
              <a:gd name="csY49" fmla="*/ 482600 h 702734"/>
              <a:gd name="csX50" fmla="*/ 1998133 w 1998133"/>
              <a:gd name="csY50" fmla="*/ 448734 h 702734"/>
              <a:gd name="csX51" fmla="*/ 1998133 w 1998133"/>
              <a:gd name="csY51" fmla="*/ 465667 h 70273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</a:cxnLst>
            <a:rect l="l" t="t" r="r" b="b"/>
            <a:pathLst>
              <a:path w="1998133" h="702734">
                <a:moveTo>
                  <a:pt x="0" y="457200"/>
                </a:moveTo>
                <a:lnTo>
                  <a:pt x="0" y="457200"/>
                </a:lnTo>
                <a:cubicBezTo>
                  <a:pt x="11289" y="482600"/>
                  <a:pt x="21435" y="508539"/>
                  <a:pt x="33866" y="533400"/>
                </a:cubicBezTo>
                <a:cubicBezTo>
                  <a:pt x="38417" y="542502"/>
                  <a:pt x="45751" y="549965"/>
                  <a:pt x="50800" y="558800"/>
                </a:cubicBezTo>
                <a:cubicBezTo>
                  <a:pt x="102878" y="649935"/>
                  <a:pt x="18738" y="519174"/>
                  <a:pt x="101600" y="643467"/>
                </a:cubicBezTo>
                <a:cubicBezTo>
                  <a:pt x="107244" y="651934"/>
                  <a:pt x="110066" y="663223"/>
                  <a:pt x="118533" y="668867"/>
                </a:cubicBezTo>
                <a:cubicBezTo>
                  <a:pt x="127000" y="674511"/>
                  <a:pt x="134634" y="681667"/>
                  <a:pt x="143933" y="685800"/>
                </a:cubicBezTo>
                <a:cubicBezTo>
                  <a:pt x="160244" y="693049"/>
                  <a:pt x="194733" y="702734"/>
                  <a:pt x="194733" y="702734"/>
                </a:cubicBezTo>
                <a:cubicBezTo>
                  <a:pt x="231422" y="699912"/>
                  <a:pt x="269101" y="703192"/>
                  <a:pt x="304800" y="694267"/>
                </a:cubicBezTo>
                <a:cubicBezTo>
                  <a:pt x="320423" y="690361"/>
                  <a:pt x="337982" y="654449"/>
                  <a:pt x="347133" y="643467"/>
                </a:cubicBezTo>
                <a:cubicBezTo>
                  <a:pt x="377303" y="607263"/>
                  <a:pt x="364631" y="627776"/>
                  <a:pt x="397933" y="601134"/>
                </a:cubicBezTo>
                <a:cubicBezTo>
                  <a:pt x="404166" y="596147"/>
                  <a:pt x="408633" y="589187"/>
                  <a:pt x="414866" y="584200"/>
                </a:cubicBezTo>
                <a:cubicBezTo>
                  <a:pt x="422812" y="577843"/>
                  <a:pt x="432320" y="573624"/>
                  <a:pt x="440266" y="567267"/>
                </a:cubicBezTo>
                <a:cubicBezTo>
                  <a:pt x="500599" y="519002"/>
                  <a:pt x="404407" y="585530"/>
                  <a:pt x="482600" y="533400"/>
                </a:cubicBezTo>
                <a:cubicBezTo>
                  <a:pt x="502454" y="473832"/>
                  <a:pt x="476613" y="547369"/>
                  <a:pt x="508000" y="474134"/>
                </a:cubicBezTo>
                <a:cubicBezTo>
                  <a:pt x="516697" y="453842"/>
                  <a:pt x="518798" y="436338"/>
                  <a:pt x="524933" y="414867"/>
                </a:cubicBezTo>
                <a:cubicBezTo>
                  <a:pt x="527385" y="406286"/>
                  <a:pt x="529409" y="397449"/>
                  <a:pt x="533400" y="389467"/>
                </a:cubicBezTo>
                <a:cubicBezTo>
                  <a:pt x="537951" y="380366"/>
                  <a:pt x="544689" y="372534"/>
                  <a:pt x="550333" y="364067"/>
                </a:cubicBezTo>
                <a:cubicBezTo>
                  <a:pt x="553155" y="352778"/>
                  <a:pt x="553027" y="340303"/>
                  <a:pt x="558800" y="330200"/>
                </a:cubicBezTo>
                <a:cubicBezTo>
                  <a:pt x="564741" y="319804"/>
                  <a:pt x="576535" y="313998"/>
                  <a:pt x="584200" y="304800"/>
                </a:cubicBezTo>
                <a:cubicBezTo>
                  <a:pt x="590714" y="296983"/>
                  <a:pt x="596085" y="288235"/>
                  <a:pt x="601133" y="279400"/>
                </a:cubicBezTo>
                <a:cubicBezTo>
                  <a:pt x="628470" y="231560"/>
                  <a:pt x="604819" y="258781"/>
                  <a:pt x="635000" y="228600"/>
                </a:cubicBezTo>
                <a:cubicBezTo>
                  <a:pt x="645646" y="196659"/>
                  <a:pt x="648218" y="181515"/>
                  <a:pt x="677333" y="152400"/>
                </a:cubicBezTo>
                <a:cubicBezTo>
                  <a:pt x="685800" y="143933"/>
                  <a:pt x="694941" y="136091"/>
                  <a:pt x="702733" y="127000"/>
                </a:cubicBezTo>
                <a:cubicBezTo>
                  <a:pt x="719936" y="106930"/>
                  <a:pt x="726706" y="85142"/>
                  <a:pt x="753533" y="76200"/>
                </a:cubicBezTo>
                <a:cubicBezTo>
                  <a:pt x="769819" y="70771"/>
                  <a:pt x="787400" y="70556"/>
                  <a:pt x="804333" y="67734"/>
                </a:cubicBezTo>
                <a:cubicBezTo>
                  <a:pt x="854165" y="42817"/>
                  <a:pt x="826226" y="54791"/>
                  <a:pt x="889000" y="33867"/>
                </a:cubicBezTo>
                <a:cubicBezTo>
                  <a:pt x="905933" y="28223"/>
                  <a:pt x="922297" y="20435"/>
                  <a:pt x="939800" y="16934"/>
                </a:cubicBezTo>
                <a:cubicBezTo>
                  <a:pt x="993543" y="6185"/>
                  <a:pt x="968172" y="11957"/>
                  <a:pt x="1016000" y="0"/>
                </a:cubicBezTo>
                <a:cubicBezTo>
                  <a:pt x="1086555" y="2822"/>
                  <a:pt x="1157674" y="-865"/>
                  <a:pt x="1227666" y="8467"/>
                </a:cubicBezTo>
                <a:cubicBezTo>
                  <a:pt x="1243978" y="10642"/>
                  <a:pt x="1256609" y="24302"/>
                  <a:pt x="1270000" y="33867"/>
                </a:cubicBezTo>
                <a:cubicBezTo>
                  <a:pt x="1466523" y="174241"/>
                  <a:pt x="1283917" y="51612"/>
                  <a:pt x="1371600" y="110067"/>
                </a:cubicBezTo>
                <a:cubicBezTo>
                  <a:pt x="1377244" y="118534"/>
                  <a:pt x="1382619" y="127187"/>
                  <a:pt x="1388533" y="135467"/>
                </a:cubicBezTo>
                <a:cubicBezTo>
                  <a:pt x="1411692" y="167890"/>
                  <a:pt x="1416400" y="167035"/>
                  <a:pt x="1430866" y="203200"/>
                </a:cubicBezTo>
                <a:cubicBezTo>
                  <a:pt x="1437495" y="219773"/>
                  <a:pt x="1442156" y="237067"/>
                  <a:pt x="1447800" y="254000"/>
                </a:cubicBezTo>
                <a:cubicBezTo>
                  <a:pt x="1450622" y="262467"/>
                  <a:pt x="1454101" y="270742"/>
                  <a:pt x="1456266" y="279400"/>
                </a:cubicBezTo>
                <a:cubicBezTo>
                  <a:pt x="1459088" y="290689"/>
                  <a:pt x="1461536" y="302078"/>
                  <a:pt x="1464733" y="313267"/>
                </a:cubicBezTo>
                <a:cubicBezTo>
                  <a:pt x="1480954" y="370037"/>
                  <a:pt x="1470008" y="305778"/>
                  <a:pt x="1490133" y="406400"/>
                </a:cubicBezTo>
                <a:cubicBezTo>
                  <a:pt x="1492955" y="420511"/>
                  <a:pt x="1494049" y="435082"/>
                  <a:pt x="1498600" y="448734"/>
                </a:cubicBezTo>
                <a:cubicBezTo>
                  <a:pt x="1502591" y="460707"/>
                  <a:pt x="1511101" y="470782"/>
                  <a:pt x="1515533" y="482600"/>
                </a:cubicBezTo>
                <a:cubicBezTo>
                  <a:pt x="1523667" y="504290"/>
                  <a:pt x="1522236" y="521407"/>
                  <a:pt x="1532466" y="541867"/>
                </a:cubicBezTo>
                <a:cubicBezTo>
                  <a:pt x="1539825" y="556586"/>
                  <a:pt x="1549874" y="569815"/>
                  <a:pt x="1557866" y="584200"/>
                </a:cubicBezTo>
                <a:cubicBezTo>
                  <a:pt x="1563996" y="595233"/>
                  <a:pt x="1566720" y="608371"/>
                  <a:pt x="1574800" y="618067"/>
                </a:cubicBezTo>
                <a:cubicBezTo>
                  <a:pt x="1593811" y="640879"/>
                  <a:pt x="1625040" y="639473"/>
                  <a:pt x="1651000" y="643467"/>
                </a:cubicBezTo>
                <a:cubicBezTo>
                  <a:pt x="1670724" y="646502"/>
                  <a:pt x="1690511" y="649112"/>
                  <a:pt x="1710266" y="651934"/>
                </a:cubicBezTo>
                <a:cubicBezTo>
                  <a:pt x="1738488" y="646289"/>
                  <a:pt x="1768565" y="646536"/>
                  <a:pt x="1794933" y="635000"/>
                </a:cubicBezTo>
                <a:cubicBezTo>
                  <a:pt x="1815127" y="626165"/>
                  <a:pt x="1829581" y="607666"/>
                  <a:pt x="1845733" y="592667"/>
                </a:cubicBezTo>
                <a:cubicBezTo>
                  <a:pt x="1869131" y="570940"/>
                  <a:pt x="1890888" y="547512"/>
                  <a:pt x="1913466" y="524934"/>
                </a:cubicBezTo>
                <a:cubicBezTo>
                  <a:pt x="1919111" y="519289"/>
                  <a:pt x="1924014" y="512790"/>
                  <a:pt x="1930400" y="508000"/>
                </a:cubicBezTo>
                <a:cubicBezTo>
                  <a:pt x="1941689" y="499533"/>
                  <a:pt x="1953426" y="491634"/>
                  <a:pt x="1964266" y="482600"/>
                </a:cubicBezTo>
                <a:cubicBezTo>
                  <a:pt x="1964274" y="482593"/>
                  <a:pt x="1998125" y="448742"/>
                  <a:pt x="1998133" y="448734"/>
                </a:cubicBezTo>
                <a:lnTo>
                  <a:pt x="1998133" y="465667"/>
                </a:ln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AF4C7A65-CA43-AAC3-1259-F90F328CDA22}"/>
              </a:ext>
            </a:extLst>
          </p:cNvPr>
          <p:cNvSpPr txBox="1"/>
          <p:nvPr/>
        </p:nvSpPr>
        <p:spPr>
          <a:xfrm>
            <a:off x="9856430" y="81496"/>
            <a:ext cx="241261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Convention followed: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Flexion </a:t>
            </a:r>
            <a:r>
              <a:rPr lang="en-US" sz="1600" i="1" dirty="0"/>
              <a:t>negative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extension </a:t>
            </a:r>
            <a:r>
              <a:rPr lang="en-US" sz="1600" i="1" dirty="0"/>
              <a:t>positive </a:t>
            </a:r>
          </a:p>
        </p:txBody>
      </p:sp>
    </p:spTree>
    <p:extLst>
      <p:ext uri="{BB962C8B-B14F-4D97-AF65-F5344CB8AC3E}">
        <p14:creationId xmlns:p14="http://schemas.microsoft.com/office/powerpoint/2010/main" val="33676341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13F1F9-DCF2-0F5C-1E54-E3C0D63DAA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TextBox 192">
            <a:extLst>
              <a:ext uri="{FF2B5EF4-FFF2-40B4-BE49-F238E27FC236}">
                <a16:creationId xmlns:a16="http://schemas.microsoft.com/office/drawing/2014/main" id="{0F06CBFE-8CCB-2CEE-19B6-056932D91294}"/>
              </a:ext>
            </a:extLst>
          </p:cNvPr>
          <p:cNvSpPr txBox="1"/>
          <p:nvPr/>
        </p:nvSpPr>
        <p:spPr>
          <a:xfrm>
            <a:off x="4455078" y="290696"/>
            <a:ext cx="2211786" cy="6563802"/>
          </a:xfrm>
          <a:prstGeom prst="rect">
            <a:avLst/>
          </a:prstGeom>
          <a:pattFill prst="wdDnDiag">
            <a:fgClr>
              <a:schemeClr val="accent1"/>
            </a:fgClr>
            <a:bgClr>
              <a:schemeClr val="bg1"/>
            </a:bgClr>
          </a:patt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B16E3007-D24C-3528-38C1-946DA45B3378}"/>
              </a:ext>
            </a:extLst>
          </p:cNvPr>
          <p:cNvGrpSpPr/>
          <p:nvPr/>
        </p:nvGrpSpPr>
        <p:grpSpPr>
          <a:xfrm>
            <a:off x="1818804" y="1711119"/>
            <a:ext cx="7374165" cy="5083727"/>
            <a:chOff x="1834171" y="1637290"/>
            <a:chExt cx="7374165" cy="5083727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079CD5CB-39D1-E466-8E17-B23543AEBC01}"/>
                </a:ext>
              </a:extLst>
            </p:cNvPr>
            <p:cNvGrpSpPr/>
            <p:nvPr/>
          </p:nvGrpSpPr>
          <p:grpSpPr>
            <a:xfrm>
              <a:off x="1945714" y="1637290"/>
              <a:ext cx="7262622" cy="1653540"/>
              <a:chOff x="0" y="0"/>
              <a:chExt cx="7262622" cy="1653540"/>
            </a:xfrm>
          </p:grpSpPr>
          <p:sp>
            <p:nvSpPr>
              <p:cNvPr id="24" name="Text Box 67">
                <a:extLst>
                  <a:ext uri="{FF2B5EF4-FFF2-40B4-BE49-F238E27FC236}">
                    <a16:creationId xmlns:a16="http://schemas.microsoft.com/office/drawing/2014/main" id="{EF85C342-F4F2-86B0-4533-43BF2C1BE07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105650" y="1049020"/>
                <a:ext cx="141605" cy="2603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lc="http://schemas.openxmlformats.org/drawingml/2006/lockedCanvas" xmlns:a14="http://schemas.microsoft.com/office/drawing/2010/main" xmlns:w="http://schemas.openxmlformats.org/wordprocessingml/2006/main" xmlns:w10="urn:schemas-microsoft-com:office:word" xmlns:v="urn:schemas-microsoft-com:vml" xmlns:o="urn:schemas-microsoft-com:office:office" xmlns:mv="urn:schemas-microsoft-com:mac:vml" xmlns:mo="http://schemas.microsoft.com/office/mac/office/2008/main" xmlns:wps="http://schemas.microsoft.com/office/word/2010/wordprocessingShape" xmlns:wne="http://schemas.microsoft.com/office/word/2006/wordml" xmlns:wpi="http://schemas.microsoft.com/office/word/2010/wordprocessingInk" xmlns:wpg="http://schemas.microsoft.com/office/word/2010/wordprocessingGroup" xmlns:w16se="http://schemas.microsoft.com/office/word/2015/wordml/symex" xmlns:w15="http://schemas.microsoft.com/office/word/2012/wordml" xmlns:w14="http://schemas.microsoft.com/office/word/2010/wordml" xmlns:wp="http://schemas.openxmlformats.org/drawingml/2006/wordprocessingDrawing" xmlns:wp14="http://schemas.microsoft.com/office/word/2010/wordprocessingDrawing" xmlns:m="http://schemas.openxmlformats.org/officeDocument/2006/math" xmlns:mc="http://schemas.openxmlformats.org/markup-compatibility/2006" xmlns:cx1="http://schemas.microsoft.com/office/drawing/2015/9/8/chartex" xmlns:cx="http://schemas.microsoft.com/office/drawing/2014/chartex" xmlns:wpc="http://schemas.microsoft.com/office/word/2010/wordprocessingCanvas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lc="http://schemas.openxmlformats.org/drawingml/2006/lockedCanvas" xmlns:a14="http://schemas.microsoft.com/office/drawing/2010/main" xmlns:w="http://schemas.openxmlformats.org/wordprocessingml/2006/main" xmlns:w10="urn:schemas-microsoft-com:office:word" xmlns:v="urn:schemas-microsoft-com:vml" xmlns:o="urn:schemas-microsoft-com:office:office" xmlns:mv="urn:schemas-microsoft-com:mac:vml" xmlns:mo="http://schemas.microsoft.com/office/mac/office/2008/main" xmlns:wps="http://schemas.microsoft.com/office/word/2010/wordprocessingShape" xmlns:wne="http://schemas.microsoft.com/office/word/2006/wordml" xmlns:wpi="http://schemas.microsoft.com/office/word/2010/wordprocessingInk" xmlns:wpg="http://schemas.microsoft.com/office/word/2010/wordprocessingGroup" xmlns:w16se="http://schemas.microsoft.com/office/word/2015/wordml/symex" xmlns:w15="http://schemas.microsoft.com/office/word/2012/wordml" xmlns:w14="http://schemas.microsoft.com/office/word/2010/wordml" xmlns:wp="http://schemas.openxmlformats.org/drawingml/2006/wordprocessingDrawing" xmlns:wp14="http://schemas.microsoft.com/office/word/2010/wordprocessingDrawing" xmlns:m="http://schemas.openxmlformats.org/officeDocument/2006/math" xmlns:mc="http://schemas.openxmlformats.org/markup-compatibility/2006" xmlns:cx1="http://schemas.microsoft.com/office/drawing/2015/9/8/chartex" xmlns:cx="http://schemas.microsoft.com/office/drawing/2014/chartex" xmlns:wpc="http://schemas.microsoft.com/office/word/2010/wordprocessingCanvas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pPr marL="0" marR="0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</a:pPr>
                <a:r>
                  <a:rPr lang="en-US" sz="1100" dirty="0">
                    <a:effectLst/>
                    <a:latin typeface="Calibri" panose="020F0502020204030204" pitchFamily="34" charset="0"/>
                    <a:ea typeface="MS Mincho" panose="02020609040205080304" pitchFamily="49" charset="-128"/>
                    <a:cs typeface="Times New Roman" panose="02020603050405020304" pitchFamily="18" charset="0"/>
                  </a:rPr>
                  <a:t>t</a:t>
                </a:r>
              </a:p>
            </p:txBody>
          </p:sp>
          <p:cxnSp>
            <p:nvCxnSpPr>
              <p:cNvPr id="25" name="AutoShape 71">
                <a:extLst>
                  <a:ext uri="{FF2B5EF4-FFF2-40B4-BE49-F238E27FC236}">
                    <a16:creationId xmlns:a16="http://schemas.microsoft.com/office/drawing/2014/main" id="{0B0CF061-2A0E-D07A-FBDE-A7CB29C3226F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355727" y="1291830"/>
                <a:ext cx="6906895" cy="1270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lc="http://schemas.openxmlformats.org/drawingml/2006/lockedCanvas" xmlns:a14="http://schemas.microsoft.com/office/drawing/2010/main" xmlns:w="http://schemas.openxmlformats.org/wordprocessingml/2006/main" xmlns:w10="urn:schemas-microsoft-com:office:word" xmlns:v="urn:schemas-microsoft-com:vml" xmlns:o="urn:schemas-microsoft-com:office:office" xmlns:mv="urn:schemas-microsoft-com:mac:vml" xmlns:mo="http://schemas.microsoft.com/office/mac/office/2008/main" xmlns:wps="http://schemas.microsoft.com/office/word/2010/wordprocessingShape" xmlns:wne="http://schemas.microsoft.com/office/word/2006/wordml" xmlns:wpi="http://schemas.microsoft.com/office/word/2010/wordprocessingInk" xmlns:wpg="http://schemas.microsoft.com/office/word/2010/wordprocessingGroup" xmlns:w16se="http://schemas.microsoft.com/office/word/2015/wordml/symex" xmlns:w15="http://schemas.microsoft.com/office/word/2012/wordml" xmlns:w14="http://schemas.microsoft.com/office/word/2010/wordml" xmlns:wp="http://schemas.openxmlformats.org/drawingml/2006/wordprocessingDrawing" xmlns:wp14="http://schemas.microsoft.com/office/word/2010/wordprocessingDrawing" xmlns:m="http://schemas.openxmlformats.org/officeDocument/2006/math" xmlns:mc="http://schemas.openxmlformats.org/markup-compatibility/2006" xmlns:cx1="http://schemas.microsoft.com/office/drawing/2015/9/8/chartex" xmlns:cx="http://schemas.microsoft.com/office/drawing/2014/chartex" xmlns:wpc="http://schemas.microsoft.com/office/word/2010/wordprocessingCanvas" xmlns="">
                    <a:noFill/>
                  </a14:hiddenFill>
                </a:ext>
              </a:extLst>
            </p:spPr>
          </p:cxnSp>
          <p:cxnSp>
            <p:nvCxnSpPr>
              <p:cNvPr id="26" name="AutoShape 73">
                <a:extLst>
                  <a:ext uri="{FF2B5EF4-FFF2-40B4-BE49-F238E27FC236}">
                    <a16:creationId xmlns:a16="http://schemas.microsoft.com/office/drawing/2014/main" id="{13CCF42D-259C-C315-6ED5-EBAF8574553D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>
                <a:off x="342900" y="0"/>
                <a:ext cx="38735" cy="165354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lc="http://schemas.openxmlformats.org/drawingml/2006/lockedCanvas" xmlns:a14="http://schemas.microsoft.com/office/drawing/2010/main" xmlns:w="http://schemas.openxmlformats.org/wordprocessingml/2006/main" xmlns:w10="urn:schemas-microsoft-com:office:word" xmlns:v="urn:schemas-microsoft-com:vml" xmlns:o="urn:schemas-microsoft-com:office:office" xmlns:mv="urn:schemas-microsoft-com:mac:vml" xmlns:mo="http://schemas.microsoft.com/office/mac/office/2008/main" xmlns:wps="http://schemas.microsoft.com/office/word/2010/wordprocessingShape" xmlns:wne="http://schemas.microsoft.com/office/word/2006/wordml" xmlns:wpi="http://schemas.microsoft.com/office/word/2010/wordprocessingInk" xmlns:wpg="http://schemas.microsoft.com/office/word/2010/wordprocessingGroup" xmlns:w16se="http://schemas.microsoft.com/office/word/2015/wordml/symex" xmlns:w15="http://schemas.microsoft.com/office/word/2012/wordml" xmlns:w14="http://schemas.microsoft.com/office/word/2010/wordml" xmlns:wp="http://schemas.openxmlformats.org/drawingml/2006/wordprocessingDrawing" xmlns:wp14="http://schemas.microsoft.com/office/word/2010/wordprocessingDrawing" xmlns:m="http://schemas.openxmlformats.org/officeDocument/2006/math" xmlns:mc="http://schemas.openxmlformats.org/markup-compatibility/2006" xmlns:cx1="http://schemas.microsoft.com/office/drawing/2015/9/8/chartex" xmlns:cx="http://schemas.microsoft.com/office/drawing/2014/chartex" xmlns:wpc="http://schemas.microsoft.com/office/word/2010/wordprocessingCanvas" xmlns="">
                    <a:noFill/>
                  </a14:hiddenFill>
                </a:ext>
              </a:extLst>
            </p:spPr>
          </p:cxnSp>
          <p:sp>
            <p:nvSpPr>
              <p:cNvPr id="27" name="Text Box 76">
                <a:extLst>
                  <a:ext uri="{FF2B5EF4-FFF2-40B4-BE49-F238E27FC236}">
                    <a16:creationId xmlns:a16="http://schemas.microsoft.com/office/drawing/2014/main" id="{A1E6DF7F-364F-6C97-8837-135A8C50ADF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0" y="883920"/>
                <a:ext cx="375920" cy="4203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lc="http://schemas.openxmlformats.org/drawingml/2006/lockedCanvas" xmlns:a14="http://schemas.microsoft.com/office/drawing/2010/main" xmlns:w="http://schemas.openxmlformats.org/wordprocessingml/2006/main" xmlns:w10="urn:schemas-microsoft-com:office:word" xmlns:v="urn:schemas-microsoft-com:vml" xmlns:o="urn:schemas-microsoft-com:office:office" xmlns:mv="urn:schemas-microsoft-com:mac:vml" xmlns:mo="http://schemas.microsoft.com/office/mac/office/2008/main" xmlns:wps="http://schemas.microsoft.com/office/word/2010/wordprocessingShape" xmlns:wne="http://schemas.microsoft.com/office/word/2006/wordml" xmlns:wpi="http://schemas.microsoft.com/office/word/2010/wordprocessingInk" xmlns:wpg="http://schemas.microsoft.com/office/word/2010/wordprocessingGroup" xmlns:w16se="http://schemas.microsoft.com/office/word/2015/wordml/symex" xmlns:w15="http://schemas.microsoft.com/office/word/2012/wordml" xmlns:w14="http://schemas.microsoft.com/office/word/2010/wordml" xmlns:wp="http://schemas.openxmlformats.org/drawingml/2006/wordprocessingDrawing" xmlns:wp14="http://schemas.microsoft.com/office/word/2010/wordprocessingDrawing" xmlns:m="http://schemas.openxmlformats.org/officeDocument/2006/math" xmlns:mc="http://schemas.openxmlformats.org/markup-compatibility/2006" xmlns:cx1="http://schemas.microsoft.com/office/drawing/2015/9/8/chartex" xmlns:cx="http://schemas.microsoft.com/office/drawing/2014/chartex" xmlns:wpc="http://schemas.microsoft.com/office/word/2010/wordprocessingCanvas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lc="http://schemas.openxmlformats.org/drawingml/2006/lockedCanvas" xmlns:a14="http://schemas.microsoft.com/office/drawing/2010/main" xmlns:w="http://schemas.openxmlformats.org/wordprocessingml/2006/main" xmlns:w10="urn:schemas-microsoft-com:office:word" xmlns:v="urn:schemas-microsoft-com:vml" xmlns:o="urn:schemas-microsoft-com:office:office" xmlns:mv="urn:schemas-microsoft-com:mac:vml" xmlns:mo="http://schemas.microsoft.com/office/mac/office/2008/main" xmlns:wps="http://schemas.microsoft.com/office/word/2010/wordprocessingShape" xmlns:wne="http://schemas.microsoft.com/office/word/2006/wordml" xmlns:wpi="http://schemas.microsoft.com/office/word/2010/wordprocessingInk" xmlns:wpg="http://schemas.microsoft.com/office/word/2010/wordprocessingGroup" xmlns:w16se="http://schemas.microsoft.com/office/word/2015/wordml/symex" xmlns:w15="http://schemas.microsoft.com/office/word/2012/wordml" xmlns:w14="http://schemas.microsoft.com/office/word/2010/wordml" xmlns:wp="http://schemas.openxmlformats.org/drawingml/2006/wordprocessingDrawing" xmlns:wp14="http://schemas.microsoft.com/office/word/2010/wordprocessingDrawing" xmlns:m="http://schemas.openxmlformats.org/officeDocument/2006/math" xmlns:mc="http://schemas.openxmlformats.org/markup-compatibility/2006" xmlns:cx1="http://schemas.microsoft.com/office/drawing/2015/9/8/chartex" xmlns:cx="http://schemas.microsoft.com/office/drawing/2014/chartex" xmlns:wpc="http://schemas.microsoft.com/office/word/2010/wordprocessingCanvas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pPr marL="0" marR="0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</a:pPr>
                <a:r>
                  <a:rPr lang="en-US" sz="1400" dirty="0">
                    <a:effectLst/>
                    <a:latin typeface="Calibri" panose="020F0502020204030204" pitchFamily="34" charset="0"/>
                    <a:ea typeface="MS Mincho" panose="02020609040205080304" pitchFamily="49" charset="-128"/>
                    <a:cs typeface="Times New Roman" panose="02020603050405020304" pitchFamily="18" charset="0"/>
                    <a:sym typeface="Symbol" panose="05050102010706020507" pitchFamily="18" charset="2"/>
                  </a:rPr>
                  <a:t></a:t>
                </a:r>
                <a:endParaRPr lang="en-US" sz="1100" dirty="0">
                  <a:effectLst/>
                  <a:latin typeface="Calibri" panose="020F0502020204030204" pitchFamily="34" charset="0"/>
                  <a:ea typeface="MS Mincho" panose="02020609040205080304" pitchFamily="49" charset="-128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F6981EC3-D868-21C5-DF21-063DA9B4AB99}"/>
                </a:ext>
              </a:extLst>
            </p:cNvPr>
            <p:cNvGrpSpPr/>
            <p:nvPr/>
          </p:nvGrpSpPr>
          <p:grpSpPr>
            <a:xfrm>
              <a:off x="1899714" y="3341306"/>
              <a:ext cx="7247255" cy="1653540"/>
              <a:chOff x="0" y="0"/>
              <a:chExt cx="7247255" cy="1653540"/>
            </a:xfrm>
          </p:grpSpPr>
          <p:sp>
            <p:nvSpPr>
              <p:cNvPr id="31" name="Text Box 67">
                <a:extLst>
                  <a:ext uri="{FF2B5EF4-FFF2-40B4-BE49-F238E27FC236}">
                    <a16:creationId xmlns:a16="http://schemas.microsoft.com/office/drawing/2014/main" id="{362261DD-BAAD-C258-1387-2BA5B492FE3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105650" y="1049020"/>
                <a:ext cx="141605" cy="2603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lc="http://schemas.openxmlformats.org/drawingml/2006/lockedCanvas" xmlns:a14="http://schemas.microsoft.com/office/drawing/2010/main" xmlns:w="http://schemas.openxmlformats.org/wordprocessingml/2006/main" xmlns:w10="urn:schemas-microsoft-com:office:word" xmlns:v="urn:schemas-microsoft-com:vml" xmlns:o="urn:schemas-microsoft-com:office:office" xmlns:mv="urn:schemas-microsoft-com:mac:vml" xmlns:mo="http://schemas.microsoft.com/office/mac/office/2008/main" xmlns:wps="http://schemas.microsoft.com/office/word/2010/wordprocessingShape" xmlns:wne="http://schemas.microsoft.com/office/word/2006/wordml" xmlns:wpi="http://schemas.microsoft.com/office/word/2010/wordprocessingInk" xmlns:wpg="http://schemas.microsoft.com/office/word/2010/wordprocessingGroup" xmlns:w16se="http://schemas.microsoft.com/office/word/2015/wordml/symex" xmlns:w15="http://schemas.microsoft.com/office/word/2012/wordml" xmlns:w14="http://schemas.microsoft.com/office/word/2010/wordml" xmlns:wp="http://schemas.openxmlformats.org/drawingml/2006/wordprocessingDrawing" xmlns:wp14="http://schemas.microsoft.com/office/word/2010/wordprocessingDrawing" xmlns:m="http://schemas.openxmlformats.org/officeDocument/2006/math" xmlns:mc="http://schemas.openxmlformats.org/markup-compatibility/2006" xmlns:cx1="http://schemas.microsoft.com/office/drawing/2015/9/8/chartex" xmlns:cx="http://schemas.microsoft.com/office/drawing/2014/chartex" xmlns:wpc="http://schemas.microsoft.com/office/word/2010/wordprocessingCanvas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lc="http://schemas.openxmlformats.org/drawingml/2006/lockedCanvas" xmlns:a14="http://schemas.microsoft.com/office/drawing/2010/main" xmlns:w="http://schemas.openxmlformats.org/wordprocessingml/2006/main" xmlns:w10="urn:schemas-microsoft-com:office:word" xmlns:v="urn:schemas-microsoft-com:vml" xmlns:o="urn:schemas-microsoft-com:office:office" xmlns:mv="urn:schemas-microsoft-com:mac:vml" xmlns:mo="http://schemas.microsoft.com/office/mac/office/2008/main" xmlns:wps="http://schemas.microsoft.com/office/word/2010/wordprocessingShape" xmlns:wne="http://schemas.microsoft.com/office/word/2006/wordml" xmlns:wpi="http://schemas.microsoft.com/office/word/2010/wordprocessingInk" xmlns:wpg="http://schemas.microsoft.com/office/word/2010/wordprocessingGroup" xmlns:w16se="http://schemas.microsoft.com/office/word/2015/wordml/symex" xmlns:w15="http://schemas.microsoft.com/office/word/2012/wordml" xmlns:w14="http://schemas.microsoft.com/office/word/2010/wordml" xmlns:wp="http://schemas.openxmlformats.org/drawingml/2006/wordprocessingDrawing" xmlns:wp14="http://schemas.microsoft.com/office/word/2010/wordprocessingDrawing" xmlns:m="http://schemas.openxmlformats.org/officeDocument/2006/math" xmlns:mc="http://schemas.openxmlformats.org/markup-compatibility/2006" xmlns:cx1="http://schemas.microsoft.com/office/drawing/2015/9/8/chartex" xmlns:cx="http://schemas.microsoft.com/office/drawing/2014/chartex" xmlns:wpc="http://schemas.microsoft.com/office/word/2010/wordprocessingCanvas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pPr marL="0" marR="0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</a:pPr>
                <a:r>
                  <a:rPr lang="en-US" sz="1100" dirty="0">
                    <a:effectLst/>
                    <a:latin typeface="Calibri" panose="020F0502020204030204" pitchFamily="34" charset="0"/>
                    <a:ea typeface="MS Mincho" panose="02020609040205080304" pitchFamily="49" charset="-128"/>
                    <a:cs typeface="Times New Roman" panose="02020603050405020304" pitchFamily="18" charset="0"/>
                  </a:rPr>
                  <a:t>t</a:t>
                </a:r>
              </a:p>
            </p:txBody>
          </p:sp>
          <p:cxnSp>
            <p:nvCxnSpPr>
              <p:cNvPr id="32" name="AutoShape 71">
                <a:extLst>
                  <a:ext uri="{FF2B5EF4-FFF2-40B4-BE49-F238E27FC236}">
                    <a16:creationId xmlns:a16="http://schemas.microsoft.com/office/drawing/2014/main" id="{2BF99771-6CFF-DA1C-2F61-B1DD96197AAC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304165" y="931545"/>
                <a:ext cx="6906895" cy="1270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lc="http://schemas.openxmlformats.org/drawingml/2006/lockedCanvas" xmlns:a14="http://schemas.microsoft.com/office/drawing/2010/main" xmlns:w="http://schemas.openxmlformats.org/wordprocessingml/2006/main" xmlns:w10="urn:schemas-microsoft-com:office:word" xmlns:v="urn:schemas-microsoft-com:vml" xmlns:o="urn:schemas-microsoft-com:office:office" xmlns:mv="urn:schemas-microsoft-com:mac:vml" xmlns:mo="http://schemas.microsoft.com/office/mac/office/2008/main" xmlns:wps="http://schemas.microsoft.com/office/word/2010/wordprocessingShape" xmlns:wne="http://schemas.microsoft.com/office/word/2006/wordml" xmlns:wpi="http://schemas.microsoft.com/office/word/2010/wordprocessingInk" xmlns:wpg="http://schemas.microsoft.com/office/word/2010/wordprocessingGroup" xmlns:w16se="http://schemas.microsoft.com/office/word/2015/wordml/symex" xmlns:w15="http://schemas.microsoft.com/office/word/2012/wordml" xmlns:w14="http://schemas.microsoft.com/office/word/2010/wordml" xmlns:wp="http://schemas.openxmlformats.org/drawingml/2006/wordprocessingDrawing" xmlns:wp14="http://schemas.microsoft.com/office/word/2010/wordprocessingDrawing" xmlns:m="http://schemas.openxmlformats.org/officeDocument/2006/math" xmlns:mc="http://schemas.openxmlformats.org/markup-compatibility/2006" xmlns:cx1="http://schemas.microsoft.com/office/drawing/2015/9/8/chartex" xmlns:cx="http://schemas.microsoft.com/office/drawing/2014/chartex" xmlns:wpc="http://schemas.microsoft.com/office/word/2010/wordprocessingCanvas" xmlns="">
                    <a:noFill/>
                  </a14:hiddenFill>
                </a:ext>
              </a:extLst>
            </p:spPr>
          </p:cxnSp>
          <p:cxnSp>
            <p:nvCxnSpPr>
              <p:cNvPr id="33" name="AutoShape 73">
                <a:extLst>
                  <a:ext uri="{FF2B5EF4-FFF2-40B4-BE49-F238E27FC236}">
                    <a16:creationId xmlns:a16="http://schemas.microsoft.com/office/drawing/2014/main" id="{E370A03C-D86C-A4CB-CADA-A73059706BAA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>
                <a:off x="342900" y="0"/>
                <a:ext cx="38735" cy="165354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lc="http://schemas.openxmlformats.org/drawingml/2006/lockedCanvas" xmlns:a14="http://schemas.microsoft.com/office/drawing/2010/main" xmlns:w="http://schemas.openxmlformats.org/wordprocessingml/2006/main" xmlns:w10="urn:schemas-microsoft-com:office:word" xmlns:v="urn:schemas-microsoft-com:vml" xmlns:o="urn:schemas-microsoft-com:office:office" xmlns:mv="urn:schemas-microsoft-com:mac:vml" xmlns:mo="http://schemas.microsoft.com/office/mac/office/2008/main" xmlns:wps="http://schemas.microsoft.com/office/word/2010/wordprocessingShape" xmlns:wne="http://schemas.microsoft.com/office/word/2006/wordml" xmlns:wpi="http://schemas.microsoft.com/office/word/2010/wordprocessingInk" xmlns:wpg="http://schemas.microsoft.com/office/word/2010/wordprocessingGroup" xmlns:w16se="http://schemas.microsoft.com/office/word/2015/wordml/symex" xmlns:w15="http://schemas.microsoft.com/office/word/2012/wordml" xmlns:w14="http://schemas.microsoft.com/office/word/2010/wordml" xmlns:wp="http://schemas.openxmlformats.org/drawingml/2006/wordprocessingDrawing" xmlns:wp14="http://schemas.microsoft.com/office/word/2010/wordprocessingDrawing" xmlns:m="http://schemas.openxmlformats.org/officeDocument/2006/math" xmlns:mc="http://schemas.openxmlformats.org/markup-compatibility/2006" xmlns:cx1="http://schemas.microsoft.com/office/drawing/2015/9/8/chartex" xmlns:cx="http://schemas.microsoft.com/office/drawing/2014/chartex" xmlns:wpc="http://schemas.microsoft.com/office/word/2010/wordprocessingCanvas" xmlns="">
                    <a:noFill/>
                  </a14:hiddenFill>
                </a:ext>
              </a:extLst>
            </p:spPr>
          </p:cxnSp>
          <p:sp>
            <p:nvSpPr>
              <p:cNvPr id="34" name="Text Box 76">
                <a:extLst>
                  <a:ext uri="{FF2B5EF4-FFF2-40B4-BE49-F238E27FC236}">
                    <a16:creationId xmlns:a16="http://schemas.microsoft.com/office/drawing/2014/main" id="{553066B3-F577-7400-885D-8DE0A8BD858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0" y="883920"/>
                <a:ext cx="375920" cy="4203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lc="http://schemas.openxmlformats.org/drawingml/2006/lockedCanvas" xmlns:a14="http://schemas.microsoft.com/office/drawing/2010/main" xmlns:w="http://schemas.openxmlformats.org/wordprocessingml/2006/main" xmlns:w10="urn:schemas-microsoft-com:office:word" xmlns:v="urn:schemas-microsoft-com:vml" xmlns:o="urn:schemas-microsoft-com:office:office" xmlns:mv="urn:schemas-microsoft-com:mac:vml" xmlns:mo="http://schemas.microsoft.com/office/mac/office/2008/main" xmlns:wps="http://schemas.microsoft.com/office/word/2010/wordprocessingShape" xmlns:wne="http://schemas.microsoft.com/office/word/2006/wordml" xmlns:wpi="http://schemas.microsoft.com/office/word/2010/wordprocessingInk" xmlns:wpg="http://schemas.microsoft.com/office/word/2010/wordprocessingGroup" xmlns:w16se="http://schemas.microsoft.com/office/word/2015/wordml/symex" xmlns:w15="http://schemas.microsoft.com/office/word/2012/wordml" xmlns:w14="http://schemas.microsoft.com/office/word/2010/wordml" xmlns:wp="http://schemas.openxmlformats.org/drawingml/2006/wordprocessingDrawing" xmlns:wp14="http://schemas.microsoft.com/office/word/2010/wordprocessingDrawing" xmlns:m="http://schemas.openxmlformats.org/officeDocument/2006/math" xmlns:mc="http://schemas.openxmlformats.org/markup-compatibility/2006" xmlns:cx1="http://schemas.microsoft.com/office/drawing/2015/9/8/chartex" xmlns:cx="http://schemas.microsoft.com/office/drawing/2014/chartex" xmlns:wpc="http://schemas.microsoft.com/office/word/2010/wordprocessingCanvas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lc="http://schemas.openxmlformats.org/drawingml/2006/lockedCanvas" xmlns:a14="http://schemas.microsoft.com/office/drawing/2010/main" xmlns:w="http://schemas.openxmlformats.org/wordprocessingml/2006/main" xmlns:w10="urn:schemas-microsoft-com:office:word" xmlns:v="urn:schemas-microsoft-com:vml" xmlns:o="urn:schemas-microsoft-com:office:office" xmlns:mv="urn:schemas-microsoft-com:mac:vml" xmlns:mo="http://schemas.microsoft.com/office/mac/office/2008/main" xmlns:wps="http://schemas.microsoft.com/office/word/2010/wordprocessingShape" xmlns:wne="http://schemas.microsoft.com/office/word/2006/wordml" xmlns:wpi="http://schemas.microsoft.com/office/word/2010/wordprocessingInk" xmlns:wpg="http://schemas.microsoft.com/office/word/2010/wordprocessingGroup" xmlns:w16se="http://schemas.microsoft.com/office/word/2015/wordml/symex" xmlns:w15="http://schemas.microsoft.com/office/word/2012/wordml" xmlns:w14="http://schemas.microsoft.com/office/word/2010/wordml" xmlns:wp="http://schemas.openxmlformats.org/drawingml/2006/wordprocessingDrawing" xmlns:wp14="http://schemas.microsoft.com/office/word/2010/wordprocessingDrawing" xmlns:m="http://schemas.openxmlformats.org/officeDocument/2006/math" xmlns:mc="http://schemas.openxmlformats.org/markup-compatibility/2006" xmlns:cx1="http://schemas.microsoft.com/office/drawing/2015/9/8/chartex" xmlns:cx="http://schemas.microsoft.com/office/drawing/2014/chartex" xmlns:wpc="http://schemas.microsoft.com/office/word/2010/wordprocessingCanvas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pPr marL="0" marR="0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</a:pPr>
                <a:r>
                  <a:rPr lang="en-US" b="1" dirty="0">
                    <a:solidFill>
                      <a:srgbClr val="FF0000"/>
                    </a:solidFill>
                    <a:effectLst/>
                    <a:latin typeface="Calibri" panose="020F0502020204030204" pitchFamily="34" charset="0"/>
                    <a:ea typeface="MS Mincho" panose="02020609040205080304" pitchFamily="49" charset="-128"/>
                    <a:cs typeface="Times New Roman" panose="02020603050405020304" pitchFamily="18" charset="0"/>
                    <a:sym typeface="Symbol" panose="05050102010706020507" pitchFamily="18" charset="2"/>
                  </a:rPr>
                  <a:t></a:t>
                </a:r>
                <a:endParaRPr lang="en-US" b="1" dirty="0">
                  <a:solidFill>
                    <a:srgbClr val="FF0000"/>
                  </a:solidFill>
                  <a:effectLst/>
                  <a:latin typeface="Calibri" panose="020F0502020204030204" pitchFamily="34" charset="0"/>
                  <a:ea typeface="MS Mincho" panose="02020609040205080304" pitchFamily="49" charset="-128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6910D6B0-CCFC-5409-AE91-D3F18897CBD2}"/>
                </a:ext>
              </a:extLst>
            </p:cNvPr>
            <p:cNvGrpSpPr/>
            <p:nvPr/>
          </p:nvGrpSpPr>
          <p:grpSpPr>
            <a:xfrm>
              <a:off x="1834171" y="5127802"/>
              <a:ext cx="7295461" cy="1593215"/>
              <a:chOff x="-19482" y="0"/>
              <a:chExt cx="7266737" cy="1653540"/>
            </a:xfrm>
          </p:grpSpPr>
          <p:sp>
            <p:nvSpPr>
              <p:cNvPr id="36" name="Text Box 67">
                <a:extLst>
                  <a:ext uri="{FF2B5EF4-FFF2-40B4-BE49-F238E27FC236}">
                    <a16:creationId xmlns:a16="http://schemas.microsoft.com/office/drawing/2014/main" id="{6C4C348B-94C3-FDBC-9227-60F6F9836DE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105650" y="1049020"/>
                <a:ext cx="141605" cy="2603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lc="http://schemas.openxmlformats.org/drawingml/2006/lockedCanvas" xmlns:a14="http://schemas.microsoft.com/office/drawing/2010/main" xmlns:w="http://schemas.openxmlformats.org/wordprocessingml/2006/main" xmlns:w10="urn:schemas-microsoft-com:office:word" xmlns:v="urn:schemas-microsoft-com:vml" xmlns:o="urn:schemas-microsoft-com:office:office" xmlns:mv="urn:schemas-microsoft-com:mac:vml" xmlns:mo="http://schemas.microsoft.com/office/mac/office/2008/main" xmlns:wps="http://schemas.microsoft.com/office/word/2010/wordprocessingShape" xmlns:wne="http://schemas.microsoft.com/office/word/2006/wordml" xmlns:wpi="http://schemas.microsoft.com/office/word/2010/wordprocessingInk" xmlns:wpg="http://schemas.microsoft.com/office/word/2010/wordprocessingGroup" xmlns:w16se="http://schemas.microsoft.com/office/word/2015/wordml/symex" xmlns:w15="http://schemas.microsoft.com/office/word/2012/wordml" xmlns:w14="http://schemas.microsoft.com/office/word/2010/wordml" xmlns:wp="http://schemas.openxmlformats.org/drawingml/2006/wordprocessingDrawing" xmlns:wp14="http://schemas.microsoft.com/office/word/2010/wordprocessingDrawing" xmlns:m="http://schemas.openxmlformats.org/officeDocument/2006/math" xmlns:mc="http://schemas.openxmlformats.org/markup-compatibility/2006" xmlns:cx1="http://schemas.microsoft.com/office/drawing/2015/9/8/chartex" xmlns:cx="http://schemas.microsoft.com/office/drawing/2014/chartex" xmlns:wpc="http://schemas.microsoft.com/office/word/2010/wordprocessingCanvas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lc="http://schemas.openxmlformats.org/drawingml/2006/lockedCanvas" xmlns:a14="http://schemas.microsoft.com/office/drawing/2010/main" xmlns:w="http://schemas.openxmlformats.org/wordprocessingml/2006/main" xmlns:w10="urn:schemas-microsoft-com:office:word" xmlns:v="urn:schemas-microsoft-com:vml" xmlns:o="urn:schemas-microsoft-com:office:office" xmlns:mv="urn:schemas-microsoft-com:mac:vml" xmlns:mo="http://schemas.microsoft.com/office/mac/office/2008/main" xmlns:wps="http://schemas.microsoft.com/office/word/2010/wordprocessingShape" xmlns:wne="http://schemas.microsoft.com/office/word/2006/wordml" xmlns:wpi="http://schemas.microsoft.com/office/word/2010/wordprocessingInk" xmlns:wpg="http://schemas.microsoft.com/office/word/2010/wordprocessingGroup" xmlns:w16se="http://schemas.microsoft.com/office/word/2015/wordml/symex" xmlns:w15="http://schemas.microsoft.com/office/word/2012/wordml" xmlns:w14="http://schemas.microsoft.com/office/word/2010/wordml" xmlns:wp="http://schemas.openxmlformats.org/drawingml/2006/wordprocessingDrawing" xmlns:wp14="http://schemas.microsoft.com/office/word/2010/wordprocessingDrawing" xmlns:m="http://schemas.openxmlformats.org/officeDocument/2006/math" xmlns:mc="http://schemas.openxmlformats.org/markup-compatibility/2006" xmlns:cx1="http://schemas.microsoft.com/office/drawing/2015/9/8/chartex" xmlns:cx="http://schemas.microsoft.com/office/drawing/2014/chartex" xmlns:wpc="http://schemas.microsoft.com/office/word/2010/wordprocessingCanvas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pPr marL="0" marR="0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</a:pPr>
                <a:r>
                  <a:rPr lang="en-US" sz="1100" dirty="0">
                    <a:effectLst/>
                    <a:latin typeface="Calibri" panose="020F0502020204030204" pitchFamily="34" charset="0"/>
                    <a:ea typeface="MS Mincho" panose="02020609040205080304" pitchFamily="49" charset="-128"/>
                    <a:cs typeface="Times New Roman" panose="02020603050405020304" pitchFamily="18" charset="0"/>
                  </a:rPr>
                  <a:t>t</a:t>
                </a:r>
              </a:p>
            </p:txBody>
          </p:sp>
          <p:cxnSp>
            <p:nvCxnSpPr>
              <p:cNvPr id="37" name="AutoShape 71">
                <a:extLst>
                  <a:ext uri="{FF2B5EF4-FFF2-40B4-BE49-F238E27FC236}">
                    <a16:creationId xmlns:a16="http://schemas.microsoft.com/office/drawing/2014/main" id="{BFCFDC02-AA24-27C3-AFD2-DFD9361864C2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304165" y="931545"/>
                <a:ext cx="6906895" cy="1270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lc="http://schemas.openxmlformats.org/drawingml/2006/lockedCanvas" xmlns:a14="http://schemas.microsoft.com/office/drawing/2010/main" xmlns:w="http://schemas.openxmlformats.org/wordprocessingml/2006/main" xmlns:w10="urn:schemas-microsoft-com:office:word" xmlns:v="urn:schemas-microsoft-com:vml" xmlns:o="urn:schemas-microsoft-com:office:office" xmlns:mv="urn:schemas-microsoft-com:mac:vml" xmlns:mo="http://schemas.microsoft.com/office/mac/office/2008/main" xmlns:wps="http://schemas.microsoft.com/office/word/2010/wordprocessingShape" xmlns:wne="http://schemas.microsoft.com/office/word/2006/wordml" xmlns:wpi="http://schemas.microsoft.com/office/word/2010/wordprocessingInk" xmlns:wpg="http://schemas.microsoft.com/office/word/2010/wordprocessingGroup" xmlns:w16se="http://schemas.microsoft.com/office/word/2015/wordml/symex" xmlns:w15="http://schemas.microsoft.com/office/word/2012/wordml" xmlns:w14="http://schemas.microsoft.com/office/word/2010/wordml" xmlns:wp="http://schemas.openxmlformats.org/drawingml/2006/wordprocessingDrawing" xmlns:wp14="http://schemas.microsoft.com/office/word/2010/wordprocessingDrawing" xmlns:m="http://schemas.openxmlformats.org/officeDocument/2006/math" xmlns:mc="http://schemas.openxmlformats.org/markup-compatibility/2006" xmlns:cx1="http://schemas.microsoft.com/office/drawing/2015/9/8/chartex" xmlns:cx="http://schemas.microsoft.com/office/drawing/2014/chartex" xmlns:wpc="http://schemas.microsoft.com/office/word/2010/wordprocessingCanvas" xmlns="">
                    <a:noFill/>
                  </a14:hiddenFill>
                </a:ext>
              </a:extLst>
            </p:spPr>
          </p:cxnSp>
          <p:cxnSp>
            <p:nvCxnSpPr>
              <p:cNvPr id="38" name="AutoShape 73">
                <a:extLst>
                  <a:ext uri="{FF2B5EF4-FFF2-40B4-BE49-F238E27FC236}">
                    <a16:creationId xmlns:a16="http://schemas.microsoft.com/office/drawing/2014/main" id="{0FD5C777-25A3-057C-D86C-BCA397DF7654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>
                <a:off x="342900" y="0"/>
                <a:ext cx="38735" cy="165354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lc="http://schemas.openxmlformats.org/drawingml/2006/lockedCanvas" xmlns:a14="http://schemas.microsoft.com/office/drawing/2010/main" xmlns:w="http://schemas.openxmlformats.org/wordprocessingml/2006/main" xmlns:w10="urn:schemas-microsoft-com:office:word" xmlns:v="urn:schemas-microsoft-com:vml" xmlns:o="urn:schemas-microsoft-com:office:office" xmlns:mv="urn:schemas-microsoft-com:mac:vml" xmlns:mo="http://schemas.microsoft.com/office/mac/office/2008/main" xmlns:wps="http://schemas.microsoft.com/office/word/2010/wordprocessingShape" xmlns:wne="http://schemas.microsoft.com/office/word/2006/wordml" xmlns:wpi="http://schemas.microsoft.com/office/word/2010/wordprocessingInk" xmlns:wpg="http://schemas.microsoft.com/office/word/2010/wordprocessingGroup" xmlns:w16se="http://schemas.microsoft.com/office/word/2015/wordml/symex" xmlns:w15="http://schemas.microsoft.com/office/word/2012/wordml" xmlns:w14="http://schemas.microsoft.com/office/word/2010/wordml" xmlns:wp="http://schemas.openxmlformats.org/drawingml/2006/wordprocessingDrawing" xmlns:wp14="http://schemas.microsoft.com/office/word/2010/wordprocessingDrawing" xmlns:m="http://schemas.openxmlformats.org/officeDocument/2006/math" xmlns:mc="http://schemas.openxmlformats.org/markup-compatibility/2006" xmlns:cx1="http://schemas.microsoft.com/office/drawing/2015/9/8/chartex" xmlns:cx="http://schemas.microsoft.com/office/drawing/2014/chartex" xmlns:wpc="http://schemas.microsoft.com/office/word/2010/wordprocessingCanvas" xmlns="">
                    <a:noFill/>
                  </a14:hiddenFill>
                </a:ext>
              </a:extLst>
            </p:spPr>
          </p:cxnSp>
          <p:sp>
            <p:nvSpPr>
              <p:cNvPr id="39" name="Text Box 76">
                <a:extLst>
                  <a:ext uri="{FF2B5EF4-FFF2-40B4-BE49-F238E27FC236}">
                    <a16:creationId xmlns:a16="http://schemas.microsoft.com/office/drawing/2014/main" id="{C2F3BDBB-4F7F-6ABC-CD41-E595F5A0026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-19482" y="889000"/>
                <a:ext cx="375920" cy="4203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lc="http://schemas.openxmlformats.org/drawingml/2006/lockedCanvas" xmlns:a14="http://schemas.microsoft.com/office/drawing/2010/main" xmlns:w="http://schemas.openxmlformats.org/wordprocessingml/2006/main" xmlns:w10="urn:schemas-microsoft-com:office:word" xmlns:v="urn:schemas-microsoft-com:vml" xmlns:o="urn:schemas-microsoft-com:office:office" xmlns:mv="urn:schemas-microsoft-com:mac:vml" xmlns:mo="http://schemas.microsoft.com/office/mac/office/2008/main" xmlns:wps="http://schemas.microsoft.com/office/word/2010/wordprocessingShape" xmlns:wne="http://schemas.microsoft.com/office/word/2006/wordml" xmlns:wpi="http://schemas.microsoft.com/office/word/2010/wordprocessingInk" xmlns:wpg="http://schemas.microsoft.com/office/word/2010/wordprocessingGroup" xmlns:w16se="http://schemas.microsoft.com/office/word/2015/wordml/symex" xmlns:w15="http://schemas.microsoft.com/office/word/2012/wordml" xmlns:w14="http://schemas.microsoft.com/office/word/2010/wordml" xmlns:wp="http://schemas.openxmlformats.org/drawingml/2006/wordprocessingDrawing" xmlns:wp14="http://schemas.microsoft.com/office/word/2010/wordprocessingDrawing" xmlns:m="http://schemas.openxmlformats.org/officeDocument/2006/math" xmlns:mc="http://schemas.openxmlformats.org/markup-compatibility/2006" xmlns:cx1="http://schemas.microsoft.com/office/drawing/2015/9/8/chartex" xmlns:cx="http://schemas.microsoft.com/office/drawing/2014/chartex" xmlns:wpc="http://schemas.microsoft.com/office/word/2010/wordprocessingCanvas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lc="http://schemas.openxmlformats.org/drawingml/2006/lockedCanvas" xmlns:a14="http://schemas.microsoft.com/office/drawing/2010/main" xmlns:w="http://schemas.openxmlformats.org/wordprocessingml/2006/main" xmlns:w10="urn:schemas-microsoft-com:office:word" xmlns:v="urn:schemas-microsoft-com:vml" xmlns:o="urn:schemas-microsoft-com:office:office" xmlns:mv="urn:schemas-microsoft-com:mac:vml" xmlns:mo="http://schemas.microsoft.com/office/mac/office/2008/main" xmlns:wps="http://schemas.microsoft.com/office/word/2010/wordprocessingShape" xmlns:wne="http://schemas.microsoft.com/office/word/2006/wordml" xmlns:wpi="http://schemas.microsoft.com/office/word/2010/wordprocessingInk" xmlns:wpg="http://schemas.microsoft.com/office/word/2010/wordprocessingGroup" xmlns:w16se="http://schemas.microsoft.com/office/word/2015/wordml/symex" xmlns:w15="http://schemas.microsoft.com/office/word/2012/wordml" xmlns:w14="http://schemas.microsoft.com/office/word/2010/wordml" xmlns:wp="http://schemas.openxmlformats.org/drawingml/2006/wordprocessingDrawing" xmlns:wp14="http://schemas.microsoft.com/office/word/2010/wordprocessingDrawing" xmlns:m="http://schemas.openxmlformats.org/officeDocument/2006/math" xmlns:mc="http://schemas.openxmlformats.org/markup-compatibility/2006" xmlns:cx1="http://schemas.microsoft.com/office/drawing/2015/9/8/chartex" xmlns:cx="http://schemas.microsoft.com/office/drawing/2014/chartex" xmlns:wpc="http://schemas.microsoft.com/office/word/2010/wordprocessingCanvas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pPr marL="0" marR="0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</a:pPr>
                <a:r>
                  <a:rPr lang="en-US" b="1" dirty="0">
                    <a:solidFill>
                      <a:srgbClr val="0070C0"/>
                    </a:solidFill>
                    <a:effectLst/>
                    <a:latin typeface="Calibri" panose="020F0502020204030204" pitchFamily="34" charset="0"/>
                    <a:ea typeface="MS Mincho" panose="02020609040205080304" pitchFamily="49" charset="-128"/>
                    <a:cs typeface="Times New Roman" panose="02020603050405020304" pitchFamily="18" charset="0"/>
                    <a:sym typeface="Symbol" panose="05050102010706020507" pitchFamily="18" charset="2"/>
                  </a:rPr>
                  <a:t></a:t>
                </a:r>
                <a:endParaRPr lang="en-US" b="1" dirty="0">
                  <a:solidFill>
                    <a:srgbClr val="0070C0"/>
                  </a:solidFill>
                  <a:effectLst/>
                  <a:latin typeface="Calibri" panose="020F0502020204030204" pitchFamily="34" charset="0"/>
                  <a:ea typeface="MS Mincho" panose="02020609040205080304" pitchFamily="49" charset="-128"/>
                  <a:cs typeface="Times New Roman" panose="02020603050405020304" pitchFamily="18" charset="0"/>
                </a:endParaRPr>
              </a:p>
            </p:txBody>
          </p:sp>
        </p:grpSp>
      </p:grp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0CB36243-675E-029E-39B7-B49D7411AD92}"/>
              </a:ext>
            </a:extLst>
          </p:cNvPr>
          <p:cNvCxnSpPr>
            <a:cxnSpLocks/>
          </p:cNvCxnSpPr>
          <p:nvPr/>
        </p:nvCxnSpPr>
        <p:spPr>
          <a:xfrm>
            <a:off x="4455384" y="1740323"/>
            <a:ext cx="20547" cy="58950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DC970A69-A5D1-4F88-4ED2-E7FBA49414A6}"/>
              </a:ext>
            </a:extLst>
          </p:cNvPr>
          <p:cNvCxnSpPr/>
          <p:nvPr/>
        </p:nvCxnSpPr>
        <p:spPr>
          <a:xfrm flipH="1">
            <a:off x="6617490" y="1536171"/>
            <a:ext cx="79513" cy="59566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886B3E54-A223-F3E9-8D8A-CC58D0F5B5C5}"/>
              </a:ext>
            </a:extLst>
          </p:cNvPr>
          <p:cNvCxnSpPr/>
          <p:nvPr/>
        </p:nvCxnSpPr>
        <p:spPr>
          <a:xfrm flipH="1">
            <a:off x="2996814" y="1342245"/>
            <a:ext cx="79513" cy="59566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5C144ABA-1206-DE3B-5A5C-927E0B9495E0}"/>
              </a:ext>
            </a:extLst>
          </p:cNvPr>
          <p:cNvCxnSpPr/>
          <p:nvPr/>
        </p:nvCxnSpPr>
        <p:spPr>
          <a:xfrm flipH="1">
            <a:off x="3936247" y="1772357"/>
            <a:ext cx="79513" cy="59566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2C1DA870-525A-AE62-4958-EAFCAEE732E1}"/>
              </a:ext>
            </a:extLst>
          </p:cNvPr>
          <p:cNvCxnSpPr/>
          <p:nvPr/>
        </p:nvCxnSpPr>
        <p:spPr>
          <a:xfrm flipH="1">
            <a:off x="8109793" y="1988433"/>
            <a:ext cx="79513" cy="59566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04BF2DEE-9580-4BC1-4D54-4EB4199D2868}"/>
              </a:ext>
            </a:extLst>
          </p:cNvPr>
          <p:cNvCxnSpPr/>
          <p:nvPr/>
        </p:nvCxnSpPr>
        <p:spPr>
          <a:xfrm flipH="1">
            <a:off x="7204777" y="2189208"/>
            <a:ext cx="79513" cy="59566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Arc 49">
            <a:extLst>
              <a:ext uri="{FF2B5EF4-FFF2-40B4-BE49-F238E27FC236}">
                <a16:creationId xmlns:a16="http://schemas.microsoft.com/office/drawing/2014/main" id="{F585221A-8D38-86E3-2CC1-87D9DBD58882}"/>
              </a:ext>
            </a:extLst>
          </p:cNvPr>
          <p:cNvSpPr/>
          <p:nvPr/>
        </p:nvSpPr>
        <p:spPr>
          <a:xfrm>
            <a:off x="9477920" y="2826194"/>
            <a:ext cx="783772" cy="843802"/>
          </a:xfrm>
          <a:prstGeom prst="arc">
            <a:avLst/>
          </a:prstGeom>
          <a:ln w="25400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Arc 51">
            <a:extLst>
              <a:ext uri="{FF2B5EF4-FFF2-40B4-BE49-F238E27FC236}">
                <a16:creationId xmlns:a16="http://schemas.microsoft.com/office/drawing/2014/main" id="{3961DADD-B30E-DB3E-61AB-77CDE290F5EF}"/>
              </a:ext>
            </a:extLst>
          </p:cNvPr>
          <p:cNvSpPr/>
          <p:nvPr/>
        </p:nvSpPr>
        <p:spPr>
          <a:xfrm>
            <a:off x="9744518" y="2759849"/>
            <a:ext cx="783772" cy="843802"/>
          </a:xfrm>
          <a:prstGeom prst="arc">
            <a:avLst/>
          </a:prstGeom>
          <a:ln w="25400">
            <a:solidFill>
              <a:srgbClr val="FF0000"/>
            </a:solidFill>
            <a:headEnd type="triangl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4EE51DE-1B85-7F20-C396-BCA0A2F716E0}"/>
              </a:ext>
            </a:extLst>
          </p:cNvPr>
          <p:cNvSpPr txBox="1"/>
          <p:nvPr/>
        </p:nvSpPr>
        <p:spPr>
          <a:xfrm>
            <a:off x="11645233" y="3862808"/>
            <a:ext cx="8573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Ext</a:t>
            </a:r>
          </a:p>
        </p:txBody>
      </p:sp>
      <p:sp>
        <p:nvSpPr>
          <p:cNvPr id="56" name="Arc 55">
            <a:extLst>
              <a:ext uri="{FF2B5EF4-FFF2-40B4-BE49-F238E27FC236}">
                <a16:creationId xmlns:a16="http://schemas.microsoft.com/office/drawing/2014/main" id="{B09E3E7C-4F25-247E-AF11-5B7FA63D05DD}"/>
              </a:ext>
            </a:extLst>
          </p:cNvPr>
          <p:cNvSpPr/>
          <p:nvPr/>
        </p:nvSpPr>
        <p:spPr>
          <a:xfrm>
            <a:off x="9009249" y="4241442"/>
            <a:ext cx="783772" cy="843802"/>
          </a:xfrm>
          <a:prstGeom prst="arc">
            <a:avLst/>
          </a:prstGeom>
          <a:noFill/>
          <a:ln w="25400">
            <a:solidFill>
              <a:srgbClr val="0070C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8" name="Arc 57">
            <a:extLst>
              <a:ext uri="{FF2B5EF4-FFF2-40B4-BE49-F238E27FC236}">
                <a16:creationId xmlns:a16="http://schemas.microsoft.com/office/drawing/2014/main" id="{7139E77D-2C24-304D-1B64-C602B83A5D40}"/>
              </a:ext>
            </a:extLst>
          </p:cNvPr>
          <p:cNvSpPr/>
          <p:nvPr/>
        </p:nvSpPr>
        <p:spPr>
          <a:xfrm>
            <a:off x="9856430" y="2640057"/>
            <a:ext cx="783772" cy="843802"/>
          </a:xfrm>
          <a:prstGeom prst="arc">
            <a:avLst/>
          </a:prstGeom>
          <a:ln w="25400">
            <a:solidFill>
              <a:srgbClr val="FF0000"/>
            </a:solidFill>
            <a:headEnd type="triangl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34B3BD8-FA66-D3CF-5A83-60E6C0D7545D}"/>
              </a:ext>
            </a:extLst>
          </p:cNvPr>
          <p:cNvSpPr txBox="1"/>
          <p:nvPr/>
        </p:nvSpPr>
        <p:spPr>
          <a:xfrm>
            <a:off x="11621385" y="2974859"/>
            <a:ext cx="7536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Flex</a:t>
            </a:r>
          </a:p>
        </p:txBody>
      </p:sp>
      <p:sp>
        <p:nvSpPr>
          <p:cNvPr id="62" name="Arc 61">
            <a:extLst>
              <a:ext uri="{FF2B5EF4-FFF2-40B4-BE49-F238E27FC236}">
                <a16:creationId xmlns:a16="http://schemas.microsoft.com/office/drawing/2014/main" id="{2E614098-6924-BDC3-000A-F09B78BCBA7D}"/>
              </a:ext>
            </a:extLst>
          </p:cNvPr>
          <p:cNvSpPr/>
          <p:nvPr/>
        </p:nvSpPr>
        <p:spPr>
          <a:xfrm>
            <a:off x="9146969" y="2999195"/>
            <a:ext cx="783772" cy="843802"/>
          </a:xfrm>
          <a:prstGeom prst="arc">
            <a:avLst/>
          </a:prstGeom>
          <a:ln w="25400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4" name="Arc 63">
            <a:extLst>
              <a:ext uri="{FF2B5EF4-FFF2-40B4-BE49-F238E27FC236}">
                <a16:creationId xmlns:a16="http://schemas.microsoft.com/office/drawing/2014/main" id="{839F3750-2D4F-1EAF-F5AC-7507D085F1C9}"/>
              </a:ext>
            </a:extLst>
          </p:cNvPr>
          <p:cNvSpPr/>
          <p:nvPr/>
        </p:nvSpPr>
        <p:spPr>
          <a:xfrm>
            <a:off x="10389482" y="3631855"/>
            <a:ext cx="783772" cy="843802"/>
          </a:xfrm>
          <a:prstGeom prst="arc">
            <a:avLst/>
          </a:prstGeom>
          <a:ln w="25400">
            <a:solidFill>
              <a:srgbClr val="0070C0"/>
            </a:solidFill>
            <a:headEnd type="triangl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B6443C9-DA9F-A892-B3C0-5F1855E881A8}"/>
              </a:ext>
            </a:extLst>
          </p:cNvPr>
          <p:cNvSpPr txBox="1"/>
          <p:nvPr/>
        </p:nvSpPr>
        <p:spPr>
          <a:xfrm>
            <a:off x="11275986" y="3865641"/>
            <a:ext cx="7536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Ext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93B7C606-6CC2-2A44-0DB1-72B50439B2B4}"/>
              </a:ext>
            </a:extLst>
          </p:cNvPr>
          <p:cNvSpPr txBox="1"/>
          <p:nvPr/>
        </p:nvSpPr>
        <p:spPr>
          <a:xfrm>
            <a:off x="11657513" y="1944913"/>
            <a:ext cx="7536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Ext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F138C4C6-6954-C2D0-53C2-DE19FEE1D5BB}"/>
              </a:ext>
            </a:extLst>
          </p:cNvPr>
          <p:cNvSpPr txBox="1"/>
          <p:nvPr/>
        </p:nvSpPr>
        <p:spPr>
          <a:xfrm>
            <a:off x="11621386" y="2614949"/>
            <a:ext cx="7536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Flex</a:t>
            </a:r>
          </a:p>
        </p:txBody>
      </p:sp>
      <p:sp>
        <p:nvSpPr>
          <p:cNvPr id="72" name="Arc 71">
            <a:extLst>
              <a:ext uri="{FF2B5EF4-FFF2-40B4-BE49-F238E27FC236}">
                <a16:creationId xmlns:a16="http://schemas.microsoft.com/office/drawing/2014/main" id="{76D3D7A3-2435-2F8F-EE96-5BA4BB363DED}"/>
              </a:ext>
            </a:extLst>
          </p:cNvPr>
          <p:cNvSpPr/>
          <p:nvPr/>
        </p:nvSpPr>
        <p:spPr>
          <a:xfrm>
            <a:off x="9629478" y="3915003"/>
            <a:ext cx="783772" cy="843802"/>
          </a:xfrm>
          <a:prstGeom prst="arc">
            <a:avLst/>
          </a:prstGeom>
          <a:noFill/>
          <a:ln w="25400">
            <a:solidFill>
              <a:srgbClr val="0070C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4" name="Arc 73">
            <a:extLst>
              <a:ext uri="{FF2B5EF4-FFF2-40B4-BE49-F238E27FC236}">
                <a16:creationId xmlns:a16="http://schemas.microsoft.com/office/drawing/2014/main" id="{C56C4AFE-2C7D-BD07-B27C-BBE3FA5726B5}"/>
              </a:ext>
            </a:extLst>
          </p:cNvPr>
          <p:cNvSpPr/>
          <p:nvPr/>
        </p:nvSpPr>
        <p:spPr>
          <a:xfrm>
            <a:off x="10033473" y="3758231"/>
            <a:ext cx="783772" cy="843802"/>
          </a:xfrm>
          <a:prstGeom prst="arc">
            <a:avLst/>
          </a:prstGeom>
          <a:ln w="25400">
            <a:solidFill>
              <a:srgbClr val="0070C0"/>
            </a:solidFill>
            <a:headEnd type="triangl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6" name="Arc 75">
            <a:extLst>
              <a:ext uri="{FF2B5EF4-FFF2-40B4-BE49-F238E27FC236}">
                <a16:creationId xmlns:a16="http://schemas.microsoft.com/office/drawing/2014/main" id="{8F861E4C-2029-E00A-AE2F-C1D381352576}"/>
              </a:ext>
            </a:extLst>
          </p:cNvPr>
          <p:cNvSpPr/>
          <p:nvPr/>
        </p:nvSpPr>
        <p:spPr>
          <a:xfrm>
            <a:off x="9237592" y="4075705"/>
            <a:ext cx="783772" cy="783771"/>
          </a:xfrm>
          <a:prstGeom prst="arc">
            <a:avLst/>
          </a:prstGeom>
          <a:noFill/>
          <a:ln w="25400">
            <a:solidFill>
              <a:srgbClr val="0070C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8" name="Arc 77">
            <a:extLst>
              <a:ext uri="{FF2B5EF4-FFF2-40B4-BE49-F238E27FC236}">
                <a16:creationId xmlns:a16="http://schemas.microsoft.com/office/drawing/2014/main" id="{59081899-8132-B5E1-7BA2-4B13E385C3D3}"/>
              </a:ext>
            </a:extLst>
          </p:cNvPr>
          <p:cNvSpPr/>
          <p:nvPr/>
        </p:nvSpPr>
        <p:spPr>
          <a:xfrm>
            <a:off x="9856430" y="3806384"/>
            <a:ext cx="783772" cy="783771"/>
          </a:xfrm>
          <a:prstGeom prst="arc">
            <a:avLst/>
          </a:prstGeom>
          <a:noFill/>
          <a:ln w="25400">
            <a:solidFill>
              <a:srgbClr val="0070C0"/>
            </a:solidFill>
            <a:headEnd type="triangl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9BEDE18B-2E83-C6DF-0C0E-FD9F75311D87}"/>
              </a:ext>
            </a:extLst>
          </p:cNvPr>
          <p:cNvSpPr txBox="1"/>
          <p:nvPr/>
        </p:nvSpPr>
        <p:spPr>
          <a:xfrm>
            <a:off x="11627558" y="2311420"/>
            <a:ext cx="8573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Ext</a:t>
            </a:r>
          </a:p>
        </p:txBody>
      </p:sp>
      <p:sp>
        <p:nvSpPr>
          <p:cNvPr id="82" name="Arc 81">
            <a:extLst>
              <a:ext uri="{FF2B5EF4-FFF2-40B4-BE49-F238E27FC236}">
                <a16:creationId xmlns:a16="http://schemas.microsoft.com/office/drawing/2014/main" id="{428CD377-B38E-6AFF-3391-27D5FD660669}"/>
              </a:ext>
            </a:extLst>
          </p:cNvPr>
          <p:cNvSpPr/>
          <p:nvPr/>
        </p:nvSpPr>
        <p:spPr>
          <a:xfrm>
            <a:off x="8961318" y="3100980"/>
            <a:ext cx="783772" cy="783771"/>
          </a:xfrm>
          <a:prstGeom prst="arc">
            <a:avLst/>
          </a:prstGeom>
          <a:ln w="25400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4" name="Arc 83">
            <a:extLst>
              <a:ext uri="{FF2B5EF4-FFF2-40B4-BE49-F238E27FC236}">
                <a16:creationId xmlns:a16="http://schemas.microsoft.com/office/drawing/2014/main" id="{3D7957DE-F01B-2226-B4EF-E236A3EA2429}"/>
              </a:ext>
            </a:extLst>
          </p:cNvPr>
          <p:cNvSpPr/>
          <p:nvPr/>
        </p:nvSpPr>
        <p:spPr>
          <a:xfrm>
            <a:off x="10263929" y="2477707"/>
            <a:ext cx="783772" cy="783771"/>
          </a:xfrm>
          <a:prstGeom prst="arc">
            <a:avLst/>
          </a:prstGeom>
          <a:ln w="25400">
            <a:solidFill>
              <a:srgbClr val="FF0000"/>
            </a:solidFill>
            <a:headEnd type="triangl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BC620761-47F5-1359-9C1C-97C79E27728B}"/>
              </a:ext>
            </a:extLst>
          </p:cNvPr>
          <p:cNvSpPr txBox="1"/>
          <p:nvPr/>
        </p:nvSpPr>
        <p:spPr>
          <a:xfrm>
            <a:off x="11047701" y="2943407"/>
            <a:ext cx="7536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Flex</a:t>
            </a:r>
          </a:p>
        </p:txBody>
      </p:sp>
      <p:sp>
        <p:nvSpPr>
          <p:cNvPr id="88" name="Arc 87">
            <a:extLst>
              <a:ext uri="{FF2B5EF4-FFF2-40B4-BE49-F238E27FC236}">
                <a16:creationId xmlns:a16="http://schemas.microsoft.com/office/drawing/2014/main" id="{5191E92B-862A-43C0-5E77-AAD15996F3B7}"/>
              </a:ext>
            </a:extLst>
          </p:cNvPr>
          <p:cNvSpPr/>
          <p:nvPr/>
        </p:nvSpPr>
        <p:spPr>
          <a:xfrm>
            <a:off x="9320759" y="2909291"/>
            <a:ext cx="783772" cy="783771"/>
          </a:xfrm>
          <a:prstGeom prst="arc">
            <a:avLst/>
          </a:prstGeom>
          <a:ln w="25400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0" name="Arc 89">
            <a:extLst>
              <a:ext uri="{FF2B5EF4-FFF2-40B4-BE49-F238E27FC236}">
                <a16:creationId xmlns:a16="http://schemas.microsoft.com/office/drawing/2014/main" id="{6CC445A0-7D2F-68C7-80CE-53BFE0AF87FE}"/>
              </a:ext>
            </a:extLst>
          </p:cNvPr>
          <p:cNvSpPr/>
          <p:nvPr/>
        </p:nvSpPr>
        <p:spPr>
          <a:xfrm>
            <a:off x="10079110" y="2557116"/>
            <a:ext cx="783772" cy="783771"/>
          </a:xfrm>
          <a:prstGeom prst="arc">
            <a:avLst/>
          </a:prstGeom>
          <a:ln w="25400">
            <a:solidFill>
              <a:srgbClr val="FF0000"/>
            </a:solidFill>
            <a:headEnd type="triangl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FCFB80C9-1A63-9AA4-E6D5-4B23C98BF77F}"/>
              </a:ext>
            </a:extLst>
          </p:cNvPr>
          <p:cNvSpPr txBox="1"/>
          <p:nvPr/>
        </p:nvSpPr>
        <p:spPr>
          <a:xfrm>
            <a:off x="11256605" y="1988433"/>
            <a:ext cx="7536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Ext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74688114-C8EB-FAED-C1AB-894FC0B993E2}"/>
              </a:ext>
            </a:extLst>
          </p:cNvPr>
          <p:cNvSpPr txBox="1"/>
          <p:nvPr/>
        </p:nvSpPr>
        <p:spPr>
          <a:xfrm>
            <a:off x="11232520" y="2270725"/>
            <a:ext cx="7536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Ext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98DEFF62-F81A-F990-865B-5FC39A637443}"/>
              </a:ext>
            </a:extLst>
          </p:cNvPr>
          <p:cNvSpPr txBox="1"/>
          <p:nvPr/>
        </p:nvSpPr>
        <p:spPr>
          <a:xfrm>
            <a:off x="11147266" y="2589841"/>
            <a:ext cx="7536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Flex</a:t>
            </a:r>
          </a:p>
        </p:txBody>
      </p:sp>
      <p:sp>
        <p:nvSpPr>
          <p:cNvPr id="98" name="Arc 97">
            <a:extLst>
              <a:ext uri="{FF2B5EF4-FFF2-40B4-BE49-F238E27FC236}">
                <a16:creationId xmlns:a16="http://schemas.microsoft.com/office/drawing/2014/main" id="{3A2A754C-A061-A0FB-E70C-24E9D97D34A4}"/>
              </a:ext>
            </a:extLst>
          </p:cNvPr>
          <p:cNvSpPr/>
          <p:nvPr/>
        </p:nvSpPr>
        <p:spPr>
          <a:xfrm>
            <a:off x="9414635" y="4040528"/>
            <a:ext cx="783772" cy="783771"/>
          </a:xfrm>
          <a:prstGeom prst="arc">
            <a:avLst/>
          </a:prstGeom>
          <a:noFill/>
          <a:ln w="25400">
            <a:solidFill>
              <a:srgbClr val="0070C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0" name="Arc 99">
            <a:extLst>
              <a:ext uri="{FF2B5EF4-FFF2-40B4-BE49-F238E27FC236}">
                <a16:creationId xmlns:a16="http://schemas.microsoft.com/office/drawing/2014/main" id="{2DEC641D-7E28-7DF1-66D9-7CEF6A3F164C}"/>
              </a:ext>
            </a:extLst>
          </p:cNvPr>
          <p:cNvSpPr/>
          <p:nvPr/>
        </p:nvSpPr>
        <p:spPr>
          <a:xfrm>
            <a:off x="10248316" y="3728633"/>
            <a:ext cx="783772" cy="783771"/>
          </a:xfrm>
          <a:prstGeom prst="arc">
            <a:avLst/>
          </a:prstGeom>
          <a:ln w="25400">
            <a:solidFill>
              <a:srgbClr val="0070C0"/>
            </a:solidFill>
            <a:headEnd type="triangl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538C81D6-F6E4-555A-AB4B-552ED39552FB}"/>
              </a:ext>
            </a:extLst>
          </p:cNvPr>
          <p:cNvSpPr txBox="1"/>
          <p:nvPr/>
        </p:nvSpPr>
        <p:spPr>
          <a:xfrm>
            <a:off x="11597589" y="4168076"/>
            <a:ext cx="7536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Flex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31B259C1-3082-697F-132F-18D735F444B7}"/>
              </a:ext>
            </a:extLst>
          </p:cNvPr>
          <p:cNvSpPr txBox="1"/>
          <p:nvPr/>
        </p:nvSpPr>
        <p:spPr>
          <a:xfrm>
            <a:off x="11147265" y="4119865"/>
            <a:ext cx="7536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Flex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4FAE9326-BC1D-914F-FF0D-4A124573962F}"/>
              </a:ext>
            </a:extLst>
          </p:cNvPr>
          <p:cNvSpPr txBox="1"/>
          <p:nvPr/>
        </p:nvSpPr>
        <p:spPr>
          <a:xfrm>
            <a:off x="11032088" y="4463427"/>
            <a:ext cx="7536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Flex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39AB31E2-26FF-ED7B-EDCE-9D6019EFFFF4}"/>
              </a:ext>
            </a:extLst>
          </p:cNvPr>
          <p:cNvSpPr txBox="1"/>
          <p:nvPr/>
        </p:nvSpPr>
        <p:spPr>
          <a:xfrm>
            <a:off x="11679419" y="3593773"/>
            <a:ext cx="7536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Ext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ABE6B7E0-BB8F-B666-A794-7BE21A2ADA1B}"/>
              </a:ext>
            </a:extLst>
          </p:cNvPr>
          <p:cNvSpPr txBox="1"/>
          <p:nvPr/>
        </p:nvSpPr>
        <p:spPr>
          <a:xfrm>
            <a:off x="11253932" y="3583639"/>
            <a:ext cx="7536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Ext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5568CD07-9FC7-95E6-F0E1-6DB9734BB4A5}"/>
              </a:ext>
            </a:extLst>
          </p:cNvPr>
          <p:cNvSpPr txBox="1"/>
          <p:nvPr/>
        </p:nvSpPr>
        <p:spPr>
          <a:xfrm>
            <a:off x="11574714" y="4478677"/>
            <a:ext cx="7536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Flex</a:t>
            </a:r>
          </a:p>
        </p:txBody>
      </p:sp>
      <p:sp>
        <p:nvSpPr>
          <p:cNvPr id="115" name="Text Box 76">
            <a:extLst>
              <a:ext uri="{FF2B5EF4-FFF2-40B4-BE49-F238E27FC236}">
                <a16:creationId xmlns:a16="http://schemas.microsoft.com/office/drawing/2014/main" id="{CD15B24E-D98D-7FFF-B346-D6E520416C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45382" y="2110479"/>
            <a:ext cx="375920" cy="4203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wpc="http://schemas.microsoft.com/office/word/2010/wordprocessingCanvas" xmlns:cx="http://schemas.microsoft.com/office/drawing/2014/chartex" xmlns:cx1="http://schemas.microsoft.com/office/drawing/2015/9/8/chartex" xmlns:mc="http://schemas.openxmlformats.org/markup-compatibility/2006" xmlns:m="http://schemas.openxmlformats.org/officeDocument/2006/math" xmlns:wp14="http://schemas.microsoft.com/office/word/2010/wordprocessingDrawing" xmlns:wp="http://schemas.openxmlformats.org/drawingml/2006/wordprocessingDrawing" xmlns:w14="http://schemas.microsoft.com/office/word/2010/wordml" xmlns:w15="http://schemas.microsoft.com/office/word/2012/wordml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 xmlns:mo="http://schemas.microsoft.com/office/mac/office/2008/main" xmlns:mv="urn:schemas-microsoft-com:mac:vml" xmlns:o="urn:schemas-microsoft-com:office:office" xmlns:v="urn:schemas-microsoft-com:vml" xmlns:w10="urn:schemas-microsoft-com:office:word" xmlns:w="http://schemas.openxmlformats.org/wordprocessingml/2006/main" xmlns:a14="http://schemas.microsoft.com/office/drawing/2010/main" xmlns:lc="http://schemas.openxmlformats.org/drawingml/2006/lockedCanvas">
                <a:solidFill>
                  <a:srgbClr val="FFFFFF"/>
                </a:solidFill>
              </a14:hiddenFill>
            </a:ext>
            <a:ext uri="{91240B29-F687-4f45-9708-019B960494DF}">
              <a14:hiddenLine xmlns="" xmlns:wpc="http://schemas.microsoft.com/office/word/2010/wordprocessingCanvas" xmlns:cx="http://schemas.microsoft.com/office/drawing/2014/chartex" xmlns:cx1="http://schemas.microsoft.com/office/drawing/2015/9/8/chartex" xmlns:mc="http://schemas.openxmlformats.org/markup-compatibility/2006" xmlns:m="http://schemas.openxmlformats.org/officeDocument/2006/math" xmlns:wp14="http://schemas.microsoft.com/office/word/2010/wordprocessingDrawing" xmlns:wp="http://schemas.openxmlformats.org/drawingml/2006/wordprocessingDrawing" xmlns:w14="http://schemas.microsoft.com/office/word/2010/wordml" xmlns:w15="http://schemas.microsoft.com/office/word/2012/wordml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 xmlns:mo="http://schemas.microsoft.com/office/mac/office/2008/main" xmlns:mv="urn:schemas-microsoft-com:mac:vml" xmlns:o="urn:schemas-microsoft-com:office:office" xmlns:v="urn:schemas-microsoft-com:vml" xmlns:w10="urn:schemas-microsoft-com:office:word" xmlns:w="http://schemas.openxmlformats.org/wordprocessingml/2006/main" xmlns:a14="http://schemas.microsoft.com/office/drawing/2010/main" xmlns:lc="http://schemas.openxmlformats.org/drawingml/2006/lockedCanvas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b="1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  <a:sym typeface="Symbol" panose="05050102010706020507" pitchFamily="18" charset="2"/>
              </a:rPr>
              <a:t></a:t>
            </a:r>
            <a:endParaRPr lang="en-US" b="1" dirty="0">
              <a:solidFill>
                <a:srgbClr val="FF0000"/>
              </a:solidFill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117" name="Text Box 76">
            <a:extLst>
              <a:ext uri="{FF2B5EF4-FFF2-40B4-BE49-F238E27FC236}">
                <a16:creationId xmlns:a16="http://schemas.microsoft.com/office/drawing/2014/main" id="{C4F07E5B-6CAA-CC8C-74ED-39C1849298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86459" y="3506441"/>
            <a:ext cx="377406" cy="4050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wpc="http://schemas.microsoft.com/office/word/2010/wordprocessingCanvas" xmlns:cx="http://schemas.microsoft.com/office/drawing/2014/chartex" xmlns:cx1="http://schemas.microsoft.com/office/drawing/2015/9/8/chartex" xmlns:mc="http://schemas.openxmlformats.org/markup-compatibility/2006" xmlns:m="http://schemas.openxmlformats.org/officeDocument/2006/math" xmlns:wp14="http://schemas.microsoft.com/office/word/2010/wordprocessingDrawing" xmlns:wp="http://schemas.openxmlformats.org/drawingml/2006/wordprocessingDrawing" xmlns:w14="http://schemas.microsoft.com/office/word/2010/wordml" xmlns:w15="http://schemas.microsoft.com/office/word/2012/wordml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 xmlns:mo="http://schemas.microsoft.com/office/mac/office/2008/main" xmlns:mv="urn:schemas-microsoft-com:mac:vml" xmlns:o="urn:schemas-microsoft-com:office:office" xmlns:v="urn:schemas-microsoft-com:vml" xmlns:w10="urn:schemas-microsoft-com:office:word" xmlns:w="http://schemas.openxmlformats.org/wordprocessingml/2006/main" xmlns:a14="http://schemas.microsoft.com/office/drawing/2010/main" xmlns:lc="http://schemas.openxmlformats.org/drawingml/2006/lockedCanvas">
                <a:solidFill>
                  <a:srgbClr val="FFFFFF"/>
                </a:solidFill>
              </a14:hiddenFill>
            </a:ext>
            <a:ext uri="{91240B29-F687-4f45-9708-019B960494DF}">
              <a14:hiddenLine xmlns="" xmlns:wpc="http://schemas.microsoft.com/office/word/2010/wordprocessingCanvas" xmlns:cx="http://schemas.microsoft.com/office/drawing/2014/chartex" xmlns:cx1="http://schemas.microsoft.com/office/drawing/2015/9/8/chartex" xmlns:mc="http://schemas.openxmlformats.org/markup-compatibility/2006" xmlns:m="http://schemas.openxmlformats.org/officeDocument/2006/math" xmlns:wp14="http://schemas.microsoft.com/office/word/2010/wordprocessingDrawing" xmlns:wp="http://schemas.openxmlformats.org/drawingml/2006/wordprocessingDrawing" xmlns:w14="http://schemas.microsoft.com/office/word/2010/wordml" xmlns:w15="http://schemas.microsoft.com/office/word/2012/wordml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 xmlns:mo="http://schemas.microsoft.com/office/mac/office/2008/main" xmlns:mv="urn:schemas-microsoft-com:mac:vml" xmlns:o="urn:schemas-microsoft-com:office:office" xmlns:v="urn:schemas-microsoft-com:vml" xmlns:w10="urn:schemas-microsoft-com:office:word" xmlns:w="http://schemas.openxmlformats.org/wordprocessingml/2006/main" xmlns:a14="http://schemas.microsoft.com/office/drawing/2010/main" xmlns:lc="http://schemas.openxmlformats.org/drawingml/2006/lockedCanvas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b="1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  <a:sym typeface="Symbol" panose="05050102010706020507" pitchFamily="18" charset="2"/>
              </a:rPr>
              <a:t></a:t>
            </a:r>
            <a:endParaRPr lang="en-US" b="1" dirty="0">
              <a:solidFill>
                <a:srgbClr val="0070C0"/>
              </a:solidFill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042955AB-0494-0A8E-3C0F-5CE9F3AACC6D}"/>
              </a:ext>
            </a:extLst>
          </p:cNvPr>
          <p:cNvSpPr txBox="1"/>
          <p:nvPr/>
        </p:nvSpPr>
        <p:spPr>
          <a:xfrm>
            <a:off x="2699862" y="4534409"/>
            <a:ext cx="1047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sym typeface="Symbol" panose="05050102010706020507" pitchFamily="18" charset="2"/>
              </a:rPr>
              <a:t></a:t>
            </a:r>
            <a:r>
              <a:rPr lang="en-US" sz="1200" dirty="0">
                <a:solidFill>
                  <a:srgbClr val="FF0000"/>
                </a:solidFill>
                <a:sym typeface="Symbol" panose="05050102010706020507" pitchFamily="18" charset="2"/>
              </a:rPr>
              <a:t>peak 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19362BA8-F11B-9692-9BC7-15E27D0A3C38}"/>
              </a:ext>
            </a:extLst>
          </p:cNvPr>
          <p:cNvSpPr txBox="1"/>
          <p:nvPr/>
        </p:nvSpPr>
        <p:spPr>
          <a:xfrm>
            <a:off x="3661122" y="3726809"/>
            <a:ext cx="1047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sym typeface="Symbol" panose="05050102010706020507" pitchFamily="18" charset="2"/>
              </a:rPr>
              <a:t></a:t>
            </a:r>
            <a:r>
              <a:rPr lang="en-US" sz="1200" dirty="0">
                <a:solidFill>
                  <a:srgbClr val="FF0000"/>
                </a:solidFill>
                <a:sym typeface="Symbol" panose="05050102010706020507" pitchFamily="18" charset="2"/>
              </a:rPr>
              <a:t>peak 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7A48D2DA-23AF-D19C-E56C-5724CC4E7964}"/>
              </a:ext>
            </a:extLst>
          </p:cNvPr>
          <p:cNvSpPr txBox="1"/>
          <p:nvPr/>
        </p:nvSpPr>
        <p:spPr>
          <a:xfrm>
            <a:off x="6904059" y="4529334"/>
            <a:ext cx="1047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sym typeface="Symbol" panose="05050102010706020507" pitchFamily="18" charset="2"/>
              </a:rPr>
              <a:t></a:t>
            </a:r>
            <a:r>
              <a:rPr lang="en-US" sz="1200" dirty="0">
                <a:solidFill>
                  <a:srgbClr val="FF0000"/>
                </a:solidFill>
                <a:sym typeface="Symbol" panose="05050102010706020507" pitchFamily="18" charset="2"/>
              </a:rPr>
              <a:t>peak 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7EB686ED-F9B0-E4EB-8C0E-015397EBAB79}"/>
              </a:ext>
            </a:extLst>
          </p:cNvPr>
          <p:cNvSpPr txBox="1"/>
          <p:nvPr/>
        </p:nvSpPr>
        <p:spPr>
          <a:xfrm>
            <a:off x="7914182" y="3658331"/>
            <a:ext cx="1047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sym typeface="Symbol" panose="05050102010706020507" pitchFamily="18" charset="2"/>
              </a:rPr>
              <a:t></a:t>
            </a:r>
            <a:r>
              <a:rPr lang="en-US" sz="1200" dirty="0">
                <a:solidFill>
                  <a:srgbClr val="FF0000"/>
                </a:solidFill>
                <a:sym typeface="Symbol" panose="05050102010706020507" pitchFamily="18" charset="2"/>
              </a:rPr>
              <a:t>peak 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5247B33B-4C6D-FB9B-9557-A5F21F732418}"/>
              </a:ext>
            </a:extLst>
          </p:cNvPr>
          <p:cNvSpPr txBox="1"/>
          <p:nvPr/>
        </p:nvSpPr>
        <p:spPr>
          <a:xfrm>
            <a:off x="2683049" y="5732004"/>
            <a:ext cx="7398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  <a:sym typeface="Symbol" panose="05050102010706020507" pitchFamily="18" charset="2"/>
              </a:rPr>
              <a:t>= 0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B3286D45-B730-9DFF-9B46-0E88938FC856}"/>
              </a:ext>
            </a:extLst>
          </p:cNvPr>
          <p:cNvSpPr txBox="1"/>
          <p:nvPr/>
        </p:nvSpPr>
        <p:spPr>
          <a:xfrm>
            <a:off x="3681693" y="5763412"/>
            <a:ext cx="7398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  <a:sym typeface="Symbol" panose="05050102010706020507" pitchFamily="18" charset="2"/>
              </a:rPr>
              <a:t>= 0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30166E81-A495-3BB8-B9F1-5854119E48D3}"/>
              </a:ext>
            </a:extLst>
          </p:cNvPr>
          <p:cNvSpPr txBox="1"/>
          <p:nvPr/>
        </p:nvSpPr>
        <p:spPr>
          <a:xfrm>
            <a:off x="6868620" y="5801933"/>
            <a:ext cx="7398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  <a:sym typeface="Symbol" panose="05050102010706020507" pitchFamily="18" charset="2"/>
              </a:rPr>
              <a:t>= 0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73C04F00-F42E-C41F-0986-C267AE2F45DD}"/>
              </a:ext>
            </a:extLst>
          </p:cNvPr>
          <p:cNvSpPr txBox="1"/>
          <p:nvPr/>
        </p:nvSpPr>
        <p:spPr>
          <a:xfrm>
            <a:off x="7871707" y="5775524"/>
            <a:ext cx="7398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  <a:sym typeface="Symbol" panose="05050102010706020507" pitchFamily="18" charset="2"/>
              </a:rPr>
              <a:t>= 0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A1484544-3B64-B446-D3A9-7178656D284B}"/>
              </a:ext>
            </a:extLst>
          </p:cNvPr>
          <p:cNvSpPr txBox="1"/>
          <p:nvPr/>
        </p:nvSpPr>
        <p:spPr>
          <a:xfrm>
            <a:off x="7339742" y="4056776"/>
            <a:ext cx="7398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sym typeface="Symbol" panose="05050102010706020507" pitchFamily="18" charset="2"/>
              </a:rPr>
              <a:t> = 0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ED678AEA-E154-E2EC-4912-D3675AA0C27C}"/>
              </a:ext>
            </a:extLst>
          </p:cNvPr>
          <p:cNvSpPr txBox="1"/>
          <p:nvPr/>
        </p:nvSpPr>
        <p:spPr>
          <a:xfrm>
            <a:off x="10174606" y="5432601"/>
            <a:ext cx="7398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sym typeface="Symbol" panose="05050102010706020507" pitchFamily="18" charset="2"/>
              </a:rPr>
              <a:t> = 0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8CDB6EC7-5C04-1E59-B0A0-264E3526BAC9}"/>
              </a:ext>
            </a:extLst>
          </p:cNvPr>
          <p:cNvSpPr txBox="1"/>
          <p:nvPr/>
        </p:nvSpPr>
        <p:spPr>
          <a:xfrm>
            <a:off x="10327006" y="5585001"/>
            <a:ext cx="7398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sym typeface="Symbol" panose="05050102010706020507" pitchFamily="18" charset="2"/>
              </a:rPr>
              <a:t> = 0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43" name="Text Box 28">
            <a:extLst>
              <a:ext uri="{FF2B5EF4-FFF2-40B4-BE49-F238E27FC236}">
                <a16:creationId xmlns:a16="http://schemas.microsoft.com/office/drawing/2014/main" id="{AB9C78C8-F167-5818-E57C-4A98A372A9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13978" y="990683"/>
            <a:ext cx="214312" cy="254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+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5" name="Text Box 27">
            <a:extLst>
              <a:ext uri="{FF2B5EF4-FFF2-40B4-BE49-F238E27FC236}">
                <a16:creationId xmlns:a16="http://schemas.microsoft.com/office/drawing/2014/main" id="{3F23F634-231D-0B52-285B-C44E37576B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81623" y="1374427"/>
            <a:ext cx="214312" cy="254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+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7" name="Text Box 28">
            <a:extLst>
              <a:ext uri="{FF2B5EF4-FFF2-40B4-BE49-F238E27FC236}">
                <a16:creationId xmlns:a16="http://schemas.microsoft.com/office/drawing/2014/main" id="{8EBBF33F-2978-09FE-26D4-213124A5E1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46196" y="882427"/>
            <a:ext cx="214312" cy="254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+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9" name="Text Box 33">
            <a:extLst>
              <a:ext uri="{FF2B5EF4-FFF2-40B4-BE49-F238E27FC236}">
                <a16:creationId xmlns:a16="http://schemas.microsoft.com/office/drawing/2014/main" id="{A8F4A844-B579-BA75-80A4-F9499D6984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54294" y="1041410"/>
            <a:ext cx="214312" cy="254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-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1" name="Text Box 29">
            <a:extLst>
              <a:ext uri="{FF2B5EF4-FFF2-40B4-BE49-F238E27FC236}">
                <a16:creationId xmlns:a16="http://schemas.microsoft.com/office/drawing/2014/main" id="{D9CD8BA5-3937-CA50-2F34-282C021E99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61641" y="1665677"/>
            <a:ext cx="214312" cy="254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-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3" name="Text Box 29">
            <a:extLst>
              <a:ext uri="{FF2B5EF4-FFF2-40B4-BE49-F238E27FC236}">
                <a16:creationId xmlns:a16="http://schemas.microsoft.com/office/drawing/2014/main" id="{6442B25B-F794-90F0-72DD-0B6FDDA97A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027666" y="1426306"/>
            <a:ext cx="214312" cy="254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-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5" name="Text Box 29">
            <a:extLst>
              <a:ext uri="{FF2B5EF4-FFF2-40B4-BE49-F238E27FC236}">
                <a16:creationId xmlns:a16="http://schemas.microsoft.com/office/drawing/2014/main" id="{CA73C536-D8EB-F36B-38EA-C4781D5A25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47654" y="1023150"/>
            <a:ext cx="214312" cy="254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-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7" name="Text Box 29">
            <a:extLst>
              <a:ext uri="{FF2B5EF4-FFF2-40B4-BE49-F238E27FC236}">
                <a16:creationId xmlns:a16="http://schemas.microsoft.com/office/drawing/2014/main" id="{DB57CA86-CB0C-0C2B-795D-B9355715A6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19910" y="1093386"/>
            <a:ext cx="214312" cy="254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-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9" name="Text Box 27">
            <a:extLst>
              <a:ext uri="{FF2B5EF4-FFF2-40B4-BE49-F238E27FC236}">
                <a16:creationId xmlns:a16="http://schemas.microsoft.com/office/drawing/2014/main" id="{7779725A-D112-F2A9-CF19-441D8FFEC4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77920" y="1813093"/>
            <a:ext cx="214312" cy="254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+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1" name="Text Box 27">
            <a:extLst>
              <a:ext uri="{FF2B5EF4-FFF2-40B4-BE49-F238E27FC236}">
                <a16:creationId xmlns:a16="http://schemas.microsoft.com/office/drawing/2014/main" id="{8D7FEF77-7188-2E03-89AF-08E099CD0E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97664" y="1282171"/>
            <a:ext cx="214312" cy="254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+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3" name="Text Box 27">
            <a:extLst>
              <a:ext uri="{FF2B5EF4-FFF2-40B4-BE49-F238E27FC236}">
                <a16:creationId xmlns:a16="http://schemas.microsoft.com/office/drawing/2014/main" id="{23B64381-9A7B-C435-56D7-5DC6A0E6EA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95099" y="1592633"/>
            <a:ext cx="214312" cy="254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+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5" name="Text Box 27">
            <a:extLst>
              <a:ext uri="{FF2B5EF4-FFF2-40B4-BE49-F238E27FC236}">
                <a16:creationId xmlns:a16="http://schemas.microsoft.com/office/drawing/2014/main" id="{01B48982-F853-0BE7-5447-7D4937AD16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82326" y="1583109"/>
            <a:ext cx="214312" cy="254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+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7" name="Text Box 28">
            <a:extLst>
              <a:ext uri="{FF2B5EF4-FFF2-40B4-BE49-F238E27FC236}">
                <a16:creationId xmlns:a16="http://schemas.microsoft.com/office/drawing/2014/main" id="{EF0A1D8C-4F0C-86E1-E578-E2AC0A8AAB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21147" y="1224460"/>
            <a:ext cx="214312" cy="254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+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9" name="Text Box 28">
            <a:extLst>
              <a:ext uri="{FF2B5EF4-FFF2-40B4-BE49-F238E27FC236}">
                <a16:creationId xmlns:a16="http://schemas.microsoft.com/office/drawing/2014/main" id="{D388301C-65EF-6CCD-61D7-A676A9C8F9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73361" y="1215245"/>
            <a:ext cx="214312" cy="254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+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1" name="Text Box 28">
            <a:extLst>
              <a:ext uri="{FF2B5EF4-FFF2-40B4-BE49-F238E27FC236}">
                <a16:creationId xmlns:a16="http://schemas.microsoft.com/office/drawing/2014/main" id="{EB65827A-D3D0-4FD3-181C-0CA7B7BE4F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62249" y="1492141"/>
            <a:ext cx="214312" cy="254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+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3" name="Text Box 28">
            <a:extLst>
              <a:ext uri="{FF2B5EF4-FFF2-40B4-BE49-F238E27FC236}">
                <a16:creationId xmlns:a16="http://schemas.microsoft.com/office/drawing/2014/main" id="{DE142664-44F0-D0F7-BC7A-4CCABC5BE0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20961" y="1062845"/>
            <a:ext cx="214312" cy="254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+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5" name="Text Box 29">
            <a:extLst>
              <a:ext uri="{FF2B5EF4-FFF2-40B4-BE49-F238E27FC236}">
                <a16:creationId xmlns:a16="http://schemas.microsoft.com/office/drawing/2014/main" id="{27ECA34C-AE3A-12DB-757F-B20BD82574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00054" y="1175550"/>
            <a:ext cx="214312" cy="254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-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7" name="Text Box 29">
            <a:extLst>
              <a:ext uri="{FF2B5EF4-FFF2-40B4-BE49-F238E27FC236}">
                <a16:creationId xmlns:a16="http://schemas.microsoft.com/office/drawing/2014/main" id="{8B50C81A-3FC5-043F-2315-B3B4937781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52454" y="1327950"/>
            <a:ext cx="214312" cy="254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-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9" name="Text Box 29">
            <a:extLst>
              <a:ext uri="{FF2B5EF4-FFF2-40B4-BE49-F238E27FC236}">
                <a16:creationId xmlns:a16="http://schemas.microsoft.com/office/drawing/2014/main" id="{D2ADA7BB-9F84-6A09-A7CB-B5D578D704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14041" y="1818077"/>
            <a:ext cx="214312" cy="254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-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81" name="Text Box 29">
            <a:extLst>
              <a:ext uri="{FF2B5EF4-FFF2-40B4-BE49-F238E27FC236}">
                <a16:creationId xmlns:a16="http://schemas.microsoft.com/office/drawing/2014/main" id="{46E0D826-8533-783D-08B1-6AC074A7CC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066441" y="1970477"/>
            <a:ext cx="214312" cy="254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-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83" name="Text Box 29">
            <a:extLst>
              <a:ext uri="{FF2B5EF4-FFF2-40B4-BE49-F238E27FC236}">
                <a16:creationId xmlns:a16="http://schemas.microsoft.com/office/drawing/2014/main" id="{DA534988-ADEF-EC7D-0CF5-D7E33021D9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19290" y="1645357"/>
            <a:ext cx="214312" cy="254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-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184" name="Straight Connector 183">
            <a:extLst>
              <a:ext uri="{FF2B5EF4-FFF2-40B4-BE49-F238E27FC236}">
                <a16:creationId xmlns:a16="http://schemas.microsoft.com/office/drawing/2014/main" id="{405B8DD7-C7DF-2854-A6D7-458CFA5289D5}"/>
              </a:ext>
            </a:extLst>
          </p:cNvPr>
          <p:cNvCxnSpPr>
            <a:cxnSpLocks/>
            <a:endCxn id="7" idx="0"/>
          </p:cNvCxnSpPr>
          <p:nvPr/>
        </p:nvCxnSpPr>
        <p:spPr>
          <a:xfrm flipV="1">
            <a:off x="2228165" y="4339629"/>
            <a:ext cx="313525" cy="2340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85" name="Straight Connector 184">
            <a:extLst>
              <a:ext uri="{FF2B5EF4-FFF2-40B4-BE49-F238E27FC236}">
                <a16:creationId xmlns:a16="http://schemas.microsoft.com/office/drawing/2014/main" id="{95A19CDA-FF65-1184-E8A3-BB361DF778FE}"/>
              </a:ext>
            </a:extLst>
          </p:cNvPr>
          <p:cNvCxnSpPr/>
          <p:nvPr/>
        </p:nvCxnSpPr>
        <p:spPr>
          <a:xfrm>
            <a:off x="1291096" y="1518683"/>
            <a:ext cx="903563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86" name="Straight Connector 185">
            <a:extLst>
              <a:ext uri="{FF2B5EF4-FFF2-40B4-BE49-F238E27FC236}">
                <a16:creationId xmlns:a16="http://schemas.microsoft.com/office/drawing/2014/main" id="{C5196357-86FE-910D-3F54-1BFB1FF78E7C}"/>
              </a:ext>
            </a:extLst>
          </p:cNvPr>
          <p:cNvCxnSpPr/>
          <p:nvPr/>
        </p:nvCxnSpPr>
        <p:spPr>
          <a:xfrm>
            <a:off x="1230111" y="1187997"/>
            <a:ext cx="903563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87" name="Straight Connector 186">
            <a:extLst>
              <a:ext uri="{FF2B5EF4-FFF2-40B4-BE49-F238E27FC236}">
                <a16:creationId xmlns:a16="http://schemas.microsoft.com/office/drawing/2014/main" id="{8EBE9965-DBBB-E6FD-4DB3-157A1EE29D98}"/>
              </a:ext>
            </a:extLst>
          </p:cNvPr>
          <p:cNvCxnSpPr>
            <a:cxnSpLocks/>
            <a:endCxn id="5" idx="0"/>
          </p:cNvCxnSpPr>
          <p:nvPr/>
        </p:nvCxnSpPr>
        <p:spPr>
          <a:xfrm flipV="1">
            <a:off x="2307981" y="2999194"/>
            <a:ext cx="349612" cy="1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88" name="Straight Connector 187">
            <a:extLst>
              <a:ext uri="{FF2B5EF4-FFF2-40B4-BE49-F238E27FC236}">
                <a16:creationId xmlns:a16="http://schemas.microsoft.com/office/drawing/2014/main" id="{1A4AC143-E0D7-E748-4671-AE019ECFF609}"/>
              </a:ext>
            </a:extLst>
          </p:cNvPr>
          <p:cNvCxnSpPr/>
          <p:nvPr/>
        </p:nvCxnSpPr>
        <p:spPr>
          <a:xfrm>
            <a:off x="1210041" y="941586"/>
            <a:ext cx="903563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89" name="Straight Connector 188">
            <a:extLst>
              <a:ext uri="{FF2B5EF4-FFF2-40B4-BE49-F238E27FC236}">
                <a16:creationId xmlns:a16="http://schemas.microsoft.com/office/drawing/2014/main" id="{5A742D28-5D7B-4AC4-50BA-6B4324FDB001}"/>
              </a:ext>
            </a:extLst>
          </p:cNvPr>
          <p:cNvCxnSpPr/>
          <p:nvPr/>
        </p:nvCxnSpPr>
        <p:spPr>
          <a:xfrm>
            <a:off x="1362441" y="1093986"/>
            <a:ext cx="903563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64" name="TextBox 163">
            <a:extLst>
              <a:ext uri="{FF2B5EF4-FFF2-40B4-BE49-F238E27FC236}">
                <a16:creationId xmlns:a16="http://schemas.microsoft.com/office/drawing/2014/main" id="{4E2628F7-9D4F-3667-4397-CA2189960048}"/>
              </a:ext>
            </a:extLst>
          </p:cNvPr>
          <p:cNvSpPr txBox="1"/>
          <p:nvPr/>
        </p:nvSpPr>
        <p:spPr>
          <a:xfrm>
            <a:off x="310308" y="216412"/>
            <a:ext cx="1119602" cy="370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jump</a:t>
            </a:r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4C8481F5-D9E0-1405-D073-55716E95FC8F}"/>
              </a:ext>
            </a:extLst>
          </p:cNvPr>
          <p:cNvSpPr/>
          <p:nvPr/>
        </p:nvSpPr>
        <p:spPr>
          <a:xfrm flipV="1">
            <a:off x="288350" y="2003109"/>
            <a:ext cx="1275755" cy="594158"/>
          </a:xfrm>
          <a:custGeom>
            <a:avLst/>
            <a:gdLst>
              <a:gd name="connsiteX0" fmla="*/ 0 w 1750748"/>
              <a:gd name="connsiteY0" fmla="*/ 6002 h 740056"/>
              <a:gd name="connsiteX1" fmla="*/ 238125 w 1750748"/>
              <a:gd name="connsiteY1" fmla="*/ 25052 h 740056"/>
              <a:gd name="connsiteX2" fmla="*/ 666750 w 1750748"/>
              <a:gd name="connsiteY2" fmla="*/ 206027 h 740056"/>
              <a:gd name="connsiteX3" fmla="*/ 828675 w 1750748"/>
              <a:gd name="connsiteY3" fmla="*/ 491777 h 740056"/>
              <a:gd name="connsiteX4" fmla="*/ 1123950 w 1750748"/>
              <a:gd name="connsiteY4" fmla="*/ 691802 h 740056"/>
              <a:gd name="connsiteX5" fmla="*/ 1571625 w 1750748"/>
              <a:gd name="connsiteY5" fmla="*/ 739427 h 740056"/>
              <a:gd name="connsiteX6" fmla="*/ 1743075 w 1750748"/>
              <a:gd name="connsiteY6" fmla="*/ 720377 h 740056"/>
              <a:gd name="connsiteX7" fmla="*/ 1704975 w 1750748"/>
              <a:gd name="connsiteY7" fmla="*/ 739427 h 7400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50748" h="740056">
                <a:moveTo>
                  <a:pt x="0" y="6002"/>
                </a:moveTo>
                <a:cubicBezTo>
                  <a:pt x="63500" y="-1142"/>
                  <a:pt x="127000" y="-8286"/>
                  <a:pt x="238125" y="25052"/>
                </a:cubicBezTo>
                <a:cubicBezTo>
                  <a:pt x="349250" y="58390"/>
                  <a:pt x="568325" y="128240"/>
                  <a:pt x="666750" y="206027"/>
                </a:cubicBezTo>
                <a:cubicBezTo>
                  <a:pt x="765175" y="283814"/>
                  <a:pt x="752475" y="410815"/>
                  <a:pt x="828675" y="491777"/>
                </a:cubicBezTo>
                <a:cubicBezTo>
                  <a:pt x="904875" y="572739"/>
                  <a:pt x="1000125" y="650527"/>
                  <a:pt x="1123950" y="691802"/>
                </a:cubicBezTo>
                <a:cubicBezTo>
                  <a:pt x="1247775" y="733077"/>
                  <a:pt x="1468438" y="734665"/>
                  <a:pt x="1571625" y="739427"/>
                </a:cubicBezTo>
                <a:cubicBezTo>
                  <a:pt x="1674812" y="744189"/>
                  <a:pt x="1720850" y="720377"/>
                  <a:pt x="1743075" y="720377"/>
                </a:cubicBezTo>
                <a:cubicBezTo>
                  <a:pt x="1765300" y="720377"/>
                  <a:pt x="1735137" y="729902"/>
                  <a:pt x="1704975" y="739427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D36B8650-F7F1-F346-A675-2EEFFDD9AF40}"/>
              </a:ext>
            </a:extLst>
          </p:cNvPr>
          <p:cNvSpPr/>
          <p:nvPr/>
        </p:nvSpPr>
        <p:spPr>
          <a:xfrm flipV="1">
            <a:off x="188732" y="2708911"/>
            <a:ext cx="1307526" cy="421012"/>
          </a:xfrm>
          <a:custGeom>
            <a:avLst/>
            <a:gdLst>
              <a:gd name="connsiteX0" fmla="*/ 0 w 1933575"/>
              <a:gd name="connsiteY0" fmla="*/ 732366 h 732366"/>
              <a:gd name="connsiteX1" fmla="*/ 438150 w 1933575"/>
              <a:gd name="connsiteY1" fmla="*/ 637116 h 732366"/>
              <a:gd name="connsiteX2" fmla="*/ 914400 w 1933575"/>
              <a:gd name="connsiteY2" fmla="*/ 332316 h 732366"/>
              <a:gd name="connsiteX3" fmla="*/ 1285875 w 1933575"/>
              <a:gd name="connsiteY3" fmla="*/ 122766 h 732366"/>
              <a:gd name="connsiteX4" fmla="*/ 1533525 w 1933575"/>
              <a:gd name="connsiteY4" fmla="*/ 8466 h 732366"/>
              <a:gd name="connsiteX5" fmla="*/ 1924050 w 1933575"/>
              <a:gd name="connsiteY5" fmla="*/ 8466 h 732366"/>
              <a:gd name="connsiteX6" fmla="*/ 1933575 w 1933575"/>
              <a:gd name="connsiteY6" fmla="*/ 8466 h 732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933575" h="732366">
                <a:moveTo>
                  <a:pt x="0" y="732366"/>
                </a:moveTo>
                <a:cubicBezTo>
                  <a:pt x="142875" y="718078"/>
                  <a:pt x="285750" y="703791"/>
                  <a:pt x="438150" y="637116"/>
                </a:cubicBezTo>
                <a:cubicBezTo>
                  <a:pt x="590550" y="570441"/>
                  <a:pt x="773113" y="418041"/>
                  <a:pt x="914400" y="332316"/>
                </a:cubicBezTo>
                <a:cubicBezTo>
                  <a:pt x="1055688" y="246591"/>
                  <a:pt x="1182688" y="176741"/>
                  <a:pt x="1285875" y="122766"/>
                </a:cubicBezTo>
                <a:cubicBezTo>
                  <a:pt x="1389062" y="68791"/>
                  <a:pt x="1427162" y="27516"/>
                  <a:pt x="1533525" y="8466"/>
                </a:cubicBezTo>
                <a:cubicBezTo>
                  <a:pt x="1639888" y="-10584"/>
                  <a:pt x="1924050" y="8466"/>
                  <a:pt x="1924050" y="8466"/>
                </a:cubicBezTo>
                <a:lnTo>
                  <a:pt x="1933575" y="8466"/>
                </a:ln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9D6590B5-6D50-DD98-5008-9A7F3F08A365}"/>
              </a:ext>
            </a:extLst>
          </p:cNvPr>
          <p:cNvSpPr/>
          <p:nvPr/>
        </p:nvSpPr>
        <p:spPr>
          <a:xfrm flipV="1">
            <a:off x="312264" y="3138248"/>
            <a:ext cx="1225450" cy="471743"/>
          </a:xfrm>
          <a:custGeom>
            <a:avLst/>
            <a:gdLst>
              <a:gd name="connsiteX0" fmla="*/ 0 w 1829311"/>
              <a:gd name="connsiteY0" fmla="*/ 5997 h 799985"/>
              <a:gd name="connsiteX1" fmla="*/ 390525 w 1829311"/>
              <a:gd name="connsiteY1" fmla="*/ 425097 h 799985"/>
              <a:gd name="connsiteX2" fmla="*/ 819150 w 1829311"/>
              <a:gd name="connsiteY2" fmla="*/ 796572 h 799985"/>
              <a:gd name="connsiteX3" fmla="*/ 1314450 w 1829311"/>
              <a:gd name="connsiteY3" fmla="*/ 577497 h 799985"/>
              <a:gd name="connsiteX4" fmla="*/ 1781175 w 1829311"/>
              <a:gd name="connsiteY4" fmla="*/ 53622 h 799985"/>
              <a:gd name="connsiteX5" fmla="*/ 1790700 w 1829311"/>
              <a:gd name="connsiteY5" fmla="*/ 44097 h 7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29311" h="799985">
                <a:moveTo>
                  <a:pt x="0" y="5997"/>
                </a:moveTo>
                <a:cubicBezTo>
                  <a:pt x="127000" y="149665"/>
                  <a:pt x="254000" y="293334"/>
                  <a:pt x="390525" y="425097"/>
                </a:cubicBezTo>
                <a:cubicBezTo>
                  <a:pt x="527050" y="556860"/>
                  <a:pt x="665163" y="771172"/>
                  <a:pt x="819150" y="796572"/>
                </a:cubicBezTo>
                <a:cubicBezTo>
                  <a:pt x="973137" y="821972"/>
                  <a:pt x="1154113" y="701322"/>
                  <a:pt x="1314450" y="577497"/>
                </a:cubicBezTo>
                <a:cubicBezTo>
                  <a:pt x="1474787" y="453672"/>
                  <a:pt x="1701800" y="142522"/>
                  <a:pt x="1781175" y="53622"/>
                </a:cubicBezTo>
                <a:cubicBezTo>
                  <a:pt x="1860550" y="-35278"/>
                  <a:pt x="1825625" y="4409"/>
                  <a:pt x="1790700" y="44097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6A7AF04E-439A-0196-DB25-9AF88DE73CB7}"/>
              </a:ext>
            </a:extLst>
          </p:cNvPr>
          <p:cNvSpPr/>
          <p:nvPr/>
        </p:nvSpPr>
        <p:spPr>
          <a:xfrm flipV="1">
            <a:off x="2657593" y="2999194"/>
            <a:ext cx="1746945" cy="522543"/>
          </a:xfrm>
          <a:custGeom>
            <a:avLst/>
            <a:gdLst>
              <a:gd name="connsiteX0" fmla="*/ 0 w 1819275"/>
              <a:gd name="connsiteY0" fmla="*/ 646319 h 646319"/>
              <a:gd name="connsiteX1" fmla="*/ 295275 w 1819275"/>
              <a:gd name="connsiteY1" fmla="*/ 265319 h 646319"/>
              <a:gd name="connsiteX2" fmla="*/ 647700 w 1819275"/>
              <a:gd name="connsiteY2" fmla="*/ 27194 h 646319"/>
              <a:gd name="connsiteX3" fmla="*/ 1219200 w 1819275"/>
              <a:gd name="connsiteY3" fmla="*/ 74819 h 646319"/>
              <a:gd name="connsiteX4" fmla="*/ 1819275 w 1819275"/>
              <a:gd name="connsiteY4" fmla="*/ 646319 h 646319"/>
              <a:gd name="connsiteX5" fmla="*/ 1819275 w 1819275"/>
              <a:gd name="connsiteY5" fmla="*/ 646319 h 646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19275" h="646319">
                <a:moveTo>
                  <a:pt x="0" y="646319"/>
                </a:moveTo>
                <a:cubicBezTo>
                  <a:pt x="93662" y="507412"/>
                  <a:pt x="187325" y="368506"/>
                  <a:pt x="295275" y="265319"/>
                </a:cubicBezTo>
                <a:cubicBezTo>
                  <a:pt x="403225" y="162132"/>
                  <a:pt x="493713" y="58944"/>
                  <a:pt x="647700" y="27194"/>
                </a:cubicBezTo>
                <a:cubicBezTo>
                  <a:pt x="801687" y="-4556"/>
                  <a:pt x="1023937" y="-28369"/>
                  <a:pt x="1219200" y="74819"/>
                </a:cubicBezTo>
                <a:cubicBezTo>
                  <a:pt x="1414463" y="178007"/>
                  <a:pt x="1819275" y="646319"/>
                  <a:pt x="1819275" y="646319"/>
                </a:cubicBezTo>
                <a:lnTo>
                  <a:pt x="1819275" y="646319"/>
                </a:ln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228C1FE-0E64-37D6-DC3A-59C829D17C43}"/>
              </a:ext>
            </a:extLst>
          </p:cNvPr>
          <p:cNvSpPr/>
          <p:nvPr/>
        </p:nvSpPr>
        <p:spPr>
          <a:xfrm>
            <a:off x="268780" y="4281917"/>
            <a:ext cx="969675" cy="688209"/>
          </a:xfrm>
          <a:custGeom>
            <a:avLst/>
            <a:gdLst>
              <a:gd name="connsiteX0" fmla="*/ 0 w 1990725"/>
              <a:gd name="connsiteY0" fmla="*/ 576955 h 1178193"/>
              <a:gd name="connsiteX1" fmla="*/ 333375 w 1990725"/>
              <a:gd name="connsiteY1" fmla="*/ 138805 h 1178193"/>
              <a:gd name="connsiteX2" fmla="*/ 762000 w 1990725"/>
              <a:gd name="connsiteY2" fmla="*/ 34030 h 1178193"/>
              <a:gd name="connsiteX3" fmla="*/ 1047750 w 1990725"/>
              <a:gd name="connsiteY3" fmla="*/ 672205 h 1178193"/>
              <a:gd name="connsiteX4" fmla="*/ 1428750 w 1990725"/>
              <a:gd name="connsiteY4" fmla="*/ 1157980 h 1178193"/>
              <a:gd name="connsiteX5" fmla="*/ 1476375 w 1990725"/>
              <a:gd name="connsiteY5" fmla="*/ 1091305 h 1178193"/>
              <a:gd name="connsiteX6" fmla="*/ 1381125 w 1990725"/>
              <a:gd name="connsiteY6" fmla="*/ 1138930 h 1178193"/>
              <a:gd name="connsiteX7" fmla="*/ 1562100 w 1990725"/>
              <a:gd name="connsiteY7" fmla="*/ 1148455 h 1178193"/>
              <a:gd name="connsiteX8" fmla="*/ 1781175 w 1990725"/>
              <a:gd name="connsiteY8" fmla="*/ 1043680 h 1178193"/>
              <a:gd name="connsiteX9" fmla="*/ 1828800 w 1990725"/>
              <a:gd name="connsiteY9" fmla="*/ 853180 h 1178193"/>
              <a:gd name="connsiteX10" fmla="*/ 1990725 w 1990725"/>
              <a:gd name="connsiteY10" fmla="*/ 557905 h 1178193"/>
              <a:gd name="connsiteX11" fmla="*/ 1990725 w 1990725"/>
              <a:gd name="connsiteY11" fmla="*/ 557905 h 11781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990725" h="1178193">
                <a:moveTo>
                  <a:pt x="0" y="576955"/>
                </a:moveTo>
                <a:cubicBezTo>
                  <a:pt x="103187" y="403123"/>
                  <a:pt x="206375" y="229292"/>
                  <a:pt x="333375" y="138805"/>
                </a:cubicBezTo>
                <a:cubicBezTo>
                  <a:pt x="460375" y="48318"/>
                  <a:pt x="642938" y="-54870"/>
                  <a:pt x="762000" y="34030"/>
                </a:cubicBezTo>
                <a:cubicBezTo>
                  <a:pt x="881062" y="122930"/>
                  <a:pt x="936625" y="484880"/>
                  <a:pt x="1047750" y="672205"/>
                </a:cubicBezTo>
                <a:cubicBezTo>
                  <a:pt x="1158875" y="859530"/>
                  <a:pt x="1357313" y="1088130"/>
                  <a:pt x="1428750" y="1157980"/>
                </a:cubicBezTo>
                <a:cubicBezTo>
                  <a:pt x="1500187" y="1227830"/>
                  <a:pt x="1484313" y="1094480"/>
                  <a:pt x="1476375" y="1091305"/>
                </a:cubicBezTo>
                <a:cubicBezTo>
                  <a:pt x="1468437" y="1088130"/>
                  <a:pt x="1366838" y="1129405"/>
                  <a:pt x="1381125" y="1138930"/>
                </a:cubicBezTo>
                <a:cubicBezTo>
                  <a:pt x="1395412" y="1148455"/>
                  <a:pt x="1495425" y="1164330"/>
                  <a:pt x="1562100" y="1148455"/>
                </a:cubicBezTo>
                <a:cubicBezTo>
                  <a:pt x="1628775" y="1132580"/>
                  <a:pt x="1736725" y="1092892"/>
                  <a:pt x="1781175" y="1043680"/>
                </a:cubicBezTo>
                <a:cubicBezTo>
                  <a:pt x="1825625" y="994468"/>
                  <a:pt x="1793875" y="934143"/>
                  <a:pt x="1828800" y="853180"/>
                </a:cubicBezTo>
                <a:cubicBezTo>
                  <a:pt x="1863725" y="772218"/>
                  <a:pt x="1990725" y="557905"/>
                  <a:pt x="1990725" y="557905"/>
                </a:cubicBezTo>
                <a:lnTo>
                  <a:pt x="1990725" y="557905"/>
                </a:ln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C086F51D-1CA7-6829-C6AA-C10F0D6017AA}"/>
              </a:ext>
            </a:extLst>
          </p:cNvPr>
          <p:cNvSpPr/>
          <p:nvPr/>
        </p:nvSpPr>
        <p:spPr>
          <a:xfrm>
            <a:off x="2541690" y="4038616"/>
            <a:ext cx="1872339" cy="632392"/>
          </a:xfrm>
          <a:custGeom>
            <a:avLst/>
            <a:gdLst>
              <a:gd name="connsiteX0" fmla="*/ 0 w 1790700"/>
              <a:gd name="connsiteY0" fmla="*/ 513621 h 1079057"/>
              <a:gd name="connsiteX1" fmla="*/ 276225 w 1790700"/>
              <a:gd name="connsiteY1" fmla="*/ 999396 h 1079057"/>
              <a:gd name="connsiteX2" fmla="*/ 647700 w 1790700"/>
              <a:gd name="connsiteY2" fmla="*/ 1027971 h 1079057"/>
              <a:gd name="connsiteX3" fmla="*/ 952500 w 1790700"/>
              <a:gd name="connsiteY3" fmla="*/ 494571 h 1079057"/>
              <a:gd name="connsiteX4" fmla="*/ 1257300 w 1790700"/>
              <a:gd name="connsiteY4" fmla="*/ 27846 h 1079057"/>
              <a:gd name="connsiteX5" fmla="*/ 1628775 w 1790700"/>
              <a:gd name="connsiteY5" fmla="*/ 104046 h 1079057"/>
              <a:gd name="connsiteX6" fmla="*/ 1790700 w 1790700"/>
              <a:gd name="connsiteY6" fmla="*/ 523146 h 1079057"/>
              <a:gd name="connsiteX7" fmla="*/ 1790700 w 1790700"/>
              <a:gd name="connsiteY7" fmla="*/ 523146 h 1079057"/>
              <a:gd name="connsiteX8" fmla="*/ 1790700 w 1790700"/>
              <a:gd name="connsiteY8" fmla="*/ 523146 h 10790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790700" h="1079057">
                <a:moveTo>
                  <a:pt x="0" y="513621"/>
                </a:moveTo>
                <a:cubicBezTo>
                  <a:pt x="84137" y="713646"/>
                  <a:pt x="168275" y="913671"/>
                  <a:pt x="276225" y="999396"/>
                </a:cubicBezTo>
                <a:cubicBezTo>
                  <a:pt x="384175" y="1085121"/>
                  <a:pt x="534988" y="1112108"/>
                  <a:pt x="647700" y="1027971"/>
                </a:cubicBezTo>
                <a:cubicBezTo>
                  <a:pt x="760412" y="943834"/>
                  <a:pt x="850900" y="661258"/>
                  <a:pt x="952500" y="494571"/>
                </a:cubicBezTo>
                <a:cubicBezTo>
                  <a:pt x="1054100" y="327884"/>
                  <a:pt x="1144588" y="92933"/>
                  <a:pt x="1257300" y="27846"/>
                </a:cubicBezTo>
                <a:cubicBezTo>
                  <a:pt x="1370012" y="-37241"/>
                  <a:pt x="1539875" y="21496"/>
                  <a:pt x="1628775" y="104046"/>
                </a:cubicBezTo>
                <a:cubicBezTo>
                  <a:pt x="1717675" y="186596"/>
                  <a:pt x="1790700" y="523146"/>
                  <a:pt x="1790700" y="523146"/>
                </a:cubicBezTo>
                <a:lnTo>
                  <a:pt x="1790700" y="523146"/>
                </a:lnTo>
                <a:lnTo>
                  <a:pt x="1790700" y="523146"/>
                </a:ln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DBFED918-5916-2BE6-6009-6702ED4264C1}"/>
              </a:ext>
            </a:extLst>
          </p:cNvPr>
          <p:cNvGrpSpPr>
            <a:grpSpLocks/>
          </p:cNvGrpSpPr>
          <p:nvPr/>
        </p:nvGrpSpPr>
        <p:grpSpPr bwMode="auto">
          <a:xfrm>
            <a:off x="3411907" y="427686"/>
            <a:ext cx="539571" cy="1481447"/>
            <a:chOff x="1586" y="2993"/>
            <a:chExt cx="2198" cy="6125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E0385D20-23DB-093E-CCB8-14A4546D4EFA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591780">
              <a:off x="1586" y="3703"/>
              <a:ext cx="859" cy="279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C7F69600-F2DD-99A8-9776-5EC5FEF40FA1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8947280">
              <a:off x="1697" y="5969"/>
              <a:ext cx="559" cy="178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73519BF4-8003-40CB-00A3-B841D1510D2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994166">
              <a:off x="1883" y="7362"/>
              <a:ext cx="382" cy="1643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69D153C8-134F-E1FC-7636-D8B0C346825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977303">
              <a:off x="2320" y="4044"/>
              <a:ext cx="314" cy="1427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A2CEF3D4-F74E-7350-00A5-CFB8059C29A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213792">
              <a:off x="1591" y="8912"/>
              <a:ext cx="806" cy="206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0437C849-7612-BE3E-A2C0-A89EEA9331B9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827567" flipV="1">
              <a:off x="3259" y="5829"/>
              <a:ext cx="525" cy="187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FC08137C-1ADB-3F18-BB06-BADA558AADC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319648">
              <a:off x="2635" y="2993"/>
              <a:ext cx="615" cy="975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13DD9A49-6B6D-56F8-8D63-F03923217A9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6840179">
              <a:off x="2589" y="4905"/>
              <a:ext cx="290" cy="120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78142FB-1B22-8E39-1DE0-1C10BBA5F494}"/>
              </a:ext>
            </a:extLst>
          </p:cNvPr>
          <p:cNvGrpSpPr>
            <a:grpSpLocks/>
          </p:cNvGrpSpPr>
          <p:nvPr/>
        </p:nvGrpSpPr>
        <p:grpSpPr bwMode="auto">
          <a:xfrm>
            <a:off x="7451768" y="407429"/>
            <a:ext cx="714432" cy="1532664"/>
            <a:chOff x="979" y="3484"/>
            <a:chExt cx="2531" cy="5749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C0C837E5-F45A-EB43-9FFF-60E59FC1785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852261">
              <a:off x="1665" y="4171"/>
              <a:ext cx="859" cy="279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2A30BF9B-DD2C-D6E1-A877-10AC935759FA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8459039">
              <a:off x="1611" y="6219"/>
              <a:ext cx="549" cy="1813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51694C7E-55DF-00B7-1777-2368F11F7D6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2053654">
              <a:off x="1856" y="7422"/>
              <a:ext cx="396" cy="1811"/>
            </a:xfrm>
            <a:prstGeom prst="ellipse">
              <a:avLst/>
            </a:prstGeom>
            <a:solidFill>
              <a:srgbClr val="FF0000">
                <a:alpha val="99000"/>
              </a:srgbClr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74B6E7AE-61D1-162D-A89A-9D27AFEC9B0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977303">
              <a:off x="2198" y="4556"/>
              <a:ext cx="314" cy="1427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4F3D0245-F27D-708E-1D85-960A880EE38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213792">
              <a:off x="1591" y="8912"/>
              <a:ext cx="806" cy="206"/>
            </a:xfrm>
            <a:prstGeom prst="ellipse">
              <a:avLst/>
            </a:prstGeom>
            <a:solidFill>
              <a:srgbClr val="FF0000">
                <a:alpha val="99000"/>
              </a:srgbClr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9C3A7DEE-D03F-DA88-0EFE-7AC94B0ECAE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827567">
              <a:off x="2985" y="6278"/>
              <a:ext cx="525" cy="20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F82B696C-A059-29F7-59F4-A5FC41FBDDC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73071">
              <a:off x="2635" y="3484"/>
              <a:ext cx="615" cy="975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72AA02A9-E416-5495-5109-6C8E03C3987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6840179">
              <a:off x="2490" y="5434"/>
              <a:ext cx="290" cy="120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387EF330-0F60-3298-25CC-1EC513A4E17B}"/>
              </a:ext>
            </a:extLst>
          </p:cNvPr>
          <p:cNvGrpSpPr>
            <a:grpSpLocks/>
          </p:cNvGrpSpPr>
          <p:nvPr/>
        </p:nvGrpSpPr>
        <p:grpSpPr bwMode="auto">
          <a:xfrm>
            <a:off x="4352705" y="156622"/>
            <a:ext cx="986221" cy="1697292"/>
            <a:chOff x="4613" y="2030"/>
            <a:chExt cx="2974" cy="7024"/>
          </a:xfrm>
        </p:grpSpPr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4B9E5395-E264-6136-1C47-27011A41CFD9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311211">
              <a:off x="5316" y="2223"/>
              <a:ext cx="615" cy="975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2BA0F208-A7E7-DFD5-E4A7-3AE53DC02C5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771523">
              <a:off x="4860" y="3247"/>
              <a:ext cx="825" cy="290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E2DD05C5-EC7B-A9AA-4666-7CC193F6DC7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3022798">
              <a:off x="5834" y="2922"/>
              <a:ext cx="324" cy="1473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C0B62EB1-2CA3-CD3F-ABE9-60113169015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463322">
              <a:off x="4759" y="5757"/>
              <a:ext cx="451" cy="1747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B3B54F5C-F5FE-5E4C-9AC0-D0F2D18BB8E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865148">
              <a:off x="4759" y="7387"/>
              <a:ext cx="322" cy="1467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F2E92A59-1B24-9021-7D12-D8A62A3DC8F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2016205">
              <a:off x="6644" y="2196"/>
              <a:ext cx="264" cy="1353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C9714A24-E38D-31A1-4336-99EEAD7D5F5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2492681">
              <a:off x="4613" y="8854"/>
              <a:ext cx="711" cy="20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417CC875-87AB-3F4C-EBBD-02B171CA579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1483145">
              <a:off x="7062" y="2030"/>
              <a:ext cx="525" cy="20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DC6FAD76-1436-EFC9-2DC9-79FD9CFB7350}"/>
              </a:ext>
            </a:extLst>
          </p:cNvPr>
          <p:cNvGrpSpPr>
            <a:grpSpLocks/>
          </p:cNvGrpSpPr>
          <p:nvPr/>
        </p:nvGrpSpPr>
        <p:grpSpPr bwMode="auto">
          <a:xfrm>
            <a:off x="5574061" y="157530"/>
            <a:ext cx="919998" cy="1689103"/>
            <a:chOff x="4613" y="1919"/>
            <a:chExt cx="2974" cy="7135"/>
          </a:xfrm>
        </p:grpSpPr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FFE19B31-D38F-40F0-73A9-966EC7EB1D1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311211">
              <a:off x="5526" y="2142"/>
              <a:ext cx="615" cy="975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2400" dirty="0"/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60C486C8-B076-12E8-C741-6675131F1CC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829013">
              <a:off x="4860" y="3247"/>
              <a:ext cx="825" cy="290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2400" dirty="0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03ABAE0A-99A9-09D4-ACC1-C82EC3C01109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3022798">
              <a:off x="5834" y="2922"/>
              <a:ext cx="324" cy="1473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2400" dirty="0"/>
            </a:p>
          </p:txBody>
        </p: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0B9B9E30-45BC-602A-665D-DFA5E24A902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463322">
              <a:off x="4759" y="5757"/>
              <a:ext cx="451" cy="1747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2400" dirty="0"/>
            </a:p>
          </p:txBody>
        </p:sp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405E5CA0-7ABB-AD70-E5BF-25375FCEA37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865148">
              <a:off x="4759" y="7387"/>
              <a:ext cx="322" cy="1467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2400" dirty="0"/>
            </a:p>
          </p:txBody>
        </p:sp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F6DF44AC-58AC-B593-DE07-DE29C3BBF18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2414153">
              <a:off x="6692" y="1919"/>
              <a:ext cx="127" cy="138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2400" dirty="0"/>
            </a:p>
          </p:txBody>
        </p:sp>
        <p:sp>
          <p:nvSpPr>
            <p:cNvPr id="83" name="Oval 82">
              <a:extLst>
                <a:ext uri="{FF2B5EF4-FFF2-40B4-BE49-F238E27FC236}">
                  <a16:creationId xmlns:a16="http://schemas.microsoft.com/office/drawing/2014/main" id="{02067E91-7AD7-7426-0E44-79581FB986D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2492681">
              <a:off x="4613" y="8854"/>
              <a:ext cx="711" cy="20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2400" dirty="0"/>
            </a:p>
          </p:txBody>
        </p:sp>
        <p:sp>
          <p:nvSpPr>
            <p:cNvPr id="85" name="Oval 84">
              <a:extLst>
                <a:ext uri="{FF2B5EF4-FFF2-40B4-BE49-F238E27FC236}">
                  <a16:creationId xmlns:a16="http://schemas.microsoft.com/office/drawing/2014/main" id="{CCBACAC2-4534-6535-D37C-8D3B3CD5194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1483145">
              <a:off x="7062" y="2030"/>
              <a:ext cx="525" cy="20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2400" dirty="0"/>
            </a:p>
          </p:txBody>
        </p:sp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1A2E42EA-90E9-BA4F-3616-9AF3E53E4DF2}"/>
              </a:ext>
            </a:extLst>
          </p:cNvPr>
          <p:cNvGrpSpPr>
            <a:grpSpLocks/>
          </p:cNvGrpSpPr>
          <p:nvPr/>
        </p:nvGrpSpPr>
        <p:grpSpPr bwMode="auto">
          <a:xfrm>
            <a:off x="6553909" y="-102229"/>
            <a:ext cx="424237" cy="2031325"/>
            <a:chOff x="9162" y="999"/>
            <a:chExt cx="1577" cy="8346"/>
          </a:xfrm>
        </p:grpSpPr>
        <p:sp>
          <p:nvSpPr>
            <p:cNvPr id="89" name="Oval 88">
              <a:extLst>
                <a:ext uri="{FF2B5EF4-FFF2-40B4-BE49-F238E27FC236}">
                  <a16:creationId xmlns:a16="http://schemas.microsoft.com/office/drawing/2014/main" id="{411C4D81-4EED-1F4B-FD45-56306A799A06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9162" y="3424"/>
              <a:ext cx="859" cy="279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91" name="Oval 90">
              <a:extLst>
                <a:ext uri="{FF2B5EF4-FFF2-40B4-BE49-F238E27FC236}">
                  <a16:creationId xmlns:a16="http://schemas.microsoft.com/office/drawing/2014/main" id="{CC36C24C-19D0-2FED-FE81-FB36AB1FEC2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21209547" flipH="1">
              <a:off x="9387" y="5886"/>
              <a:ext cx="495" cy="161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93" name="Oval 92">
              <a:extLst>
                <a:ext uri="{FF2B5EF4-FFF2-40B4-BE49-F238E27FC236}">
                  <a16:creationId xmlns:a16="http://schemas.microsoft.com/office/drawing/2014/main" id="{4F750A92-5637-F506-A773-80CC72E0406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40580" flipH="1">
              <a:off x="9710" y="2541"/>
              <a:ext cx="311" cy="154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95" name="Oval 94">
              <a:extLst>
                <a:ext uri="{FF2B5EF4-FFF2-40B4-BE49-F238E27FC236}">
                  <a16:creationId xmlns:a16="http://schemas.microsoft.com/office/drawing/2014/main" id="{81D6B59B-B25C-DCCF-C463-D4A694E8807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371614" flipH="1">
              <a:off x="9478" y="7297"/>
              <a:ext cx="318" cy="1557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97" name="Oval 96">
              <a:extLst>
                <a:ext uri="{FF2B5EF4-FFF2-40B4-BE49-F238E27FC236}">
                  <a16:creationId xmlns:a16="http://schemas.microsoft.com/office/drawing/2014/main" id="{E9A61E11-CC87-C72B-7651-72EDE856B36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873091" flipH="1">
              <a:off x="10152" y="1362"/>
              <a:ext cx="314" cy="1427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99" name="Oval 98">
              <a:extLst>
                <a:ext uri="{FF2B5EF4-FFF2-40B4-BE49-F238E27FC236}">
                  <a16:creationId xmlns:a16="http://schemas.microsoft.com/office/drawing/2014/main" id="{3FD0B4BA-5E82-F632-9ED1-DC9053B792C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3748000" flipH="1">
              <a:off x="9315" y="8895"/>
              <a:ext cx="668" cy="232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01" name="Oval 100">
              <a:extLst>
                <a:ext uri="{FF2B5EF4-FFF2-40B4-BE49-F238E27FC236}">
                  <a16:creationId xmlns:a16="http://schemas.microsoft.com/office/drawing/2014/main" id="{18847B1D-70F2-589C-52A4-87593BBFDEA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8666725" flipH="1">
              <a:off x="10376" y="1162"/>
              <a:ext cx="525" cy="20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03" name="Oval 102">
              <a:extLst>
                <a:ext uri="{FF2B5EF4-FFF2-40B4-BE49-F238E27FC236}">
                  <a16:creationId xmlns:a16="http://schemas.microsoft.com/office/drawing/2014/main" id="{38B06BC9-ECAD-3EAD-0CEB-DE812543576F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9268" y="2449"/>
              <a:ext cx="615" cy="975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AB5E3A20-F731-063D-C9BA-C438B3AE99CD}"/>
              </a:ext>
            </a:extLst>
          </p:cNvPr>
          <p:cNvGrpSpPr/>
          <p:nvPr/>
        </p:nvGrpSpPr>
        <p:grpSpPr>
          <a:xfrm>
            <a:off x="2146715" y="90441"/>
            <a:ext cx="303920" cy="1756192"/>
            <a:chOff x="-678648" y="0"/>
            <a:chExt cx="692119" cy="4054167"/>
          </a:xfrm>
        </p:grpSpPr>
        <p:sp>
          <p:nvSpPr>
            <p:cNvPr id="107" name="Oval 106">
              <a:extLst>
                <a:ext uri="{FF2B5EF4-FFF2-40B4-BE49-F238E27FC236}">
                  <a16:creationId xmlns:a16="http://schemas.microsoft.com/office/drawing/2014/main" id="{88D477B1-8439-BD3D-59B1-F7B58EF3839B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-678648" y="619126"/>
              <a:ext cx="545465" cy="177165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09" name="Oval 108">
              <a:extLst>
                <a:ext uri="{FF2B5EF4-FFF2-40B4-BE49-F238E27FC236}">
                  <a16:creationId xmlns:a16="http://schemas.microsoft.com/office/drawing/2014/main" id="{6E8ABFB9-D692-C27B-CEC7-064021D3C691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-535772" y="2105025"/>
              <a:ext cx="314325" cy="102743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1" name="Oval 110">
              <a:extLst>
                <a:ext uri="{FF2B5EF4-FFF2-40B4-BE49-F238E27FC236}">
                  <a16:creationId xmlns:a16="http://schemas.microsoft.com/office/drawing/2014/main" id="{73CCD628-9BD3-87FF-3753-31472BB11D3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226429" flipH="1">
              <a:off x="-500717" y="973771"/>
              <a:ext cx="260987" cy="936625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4" name="Oval 113">
              <a:extLst>
                <a:ext uri="{FF2B5EF4-FFF2-40B4-BE49-F238E27FC236}">
                  <a16:creationId xmlns:a16="http://schemas.microsoft.com/office/drawing/2014/main" id="{10DB29FB-BE41-33BA-E79D-C18CEAB798AF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-516722" y="2990849"/>
              <a:ext cx="190499" cy="1050291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6" name="Oval 115">
              <a:extLst>
                <a:ext uri="{FF2B5EF4-FFF2-40B4-BE49-F238E27FC236}">
                  <a16:creationId xmlns:a16="http://schemas.microsoft.com/office/drawing/2014/main" id="{68396862-FC86-1209-3A6B-5A7FBA738A7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9665110" flipH="1">
              <a:off x="-296730" y="1652010"/>
              <a:ext cx="179069" cy="72453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66" name="Oval 165">
              <a:extLst>
                <a:ext uri="{FF2B5EF4-FFF2-40B4-BE49-F238E27FC236}">
                  <a16:creationId xmlns:a16="http://schemas.microsoft.com/office/drawing/2014/main" id="{8B214F38-529A-F1F9-08E6-F6FE35439A7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79041" flipH="1">
              <a:off x="-459573" y="3905250"/>
              <a:ext cx="424180" cy="148917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68" name="Oval 167">
              <a:extLst>
                <a:ext uri="{FF2B5EF4-FFF2-40B4-BE49-F238E27FC236}">
                  <a16:creationId xmlns:a16="http://schemas.microsoft.com/office/drawing/2014/main" id="{F7002852-71C9-A46F-3D48-18245B84E2B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4038305" flipH="1" flipV="1">
              <a:off x="-266882" y="2324097"/>
              <a:ext cx="412116" cy="14859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70" name="Oval 169">
              <a:extLst>
                <a:ext uri="{FF2B5EF4-FFF2-40B4-BE49-F238E27FC236}">
                  <a16:creationId xmlns:a16="http://schemas.microsoft.com/office/drawing/2014/main" id="{AC7AF008-16A7-9094-D188-1D22E4AB220A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-611973" y="0"/>
              <a:ext cx="390526" cy="61912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172" name="Group 171">
            <a:extLst>
              <a:ext uri="{FF2B5EF4-FFF2-40B4-BE49-F238E27FC236}">
                <a16:creationId xmlns:a16="http://schemas.microsoft.com/office/drawing/2014/main" id="{6B15D9DA-E09C-B611-99AC-3FC4E92A3010}"/>
              </a:ext>
            </a:extLst>
          </p:cNvPr>
          <p:cNvGrpSpPr/>
          <p:nvPr/>
        </p:nvGrpSpPr>
        <p:grpSpPr>
          <a:xfrm>
            <a:off x="8747593" y="114974"/>
            <a:ext cx="374049" cy="1750549"/>
            <a:chOff x="839557" y="0"/>
            <a:chExt cx="851822" cy="4041140"/>
          </a:xfrm>
        </p:grpSpPr>
        <p:sp>
          <p:nvSpPr>
            <p:cNvPr id="174" name="Oval 173">
              <a:extLst>
                <a:ext uri="{FF2B5EF4-FFF2-40B4-BE49-F238E27FC236}">
                  <a16:creationId xmlns:a16="http://schemas.microsoft.com/office/drawing/2014/main" id="{D22C265A-F131-9BAB-F593-0864156605EA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839557" y="619126"/>
              <a:ext cx="545464" cy="177165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76" name="Oval 175">
              <a:extLst>
                <a:ext uri="{FF2B5EF4-FFF2-40B4-BE49-F238E27FC236}">
                  <a16:creationId xmlns:a16="http://schemas.microsoft.com/office/drawing/2014/main" id="{F9A77381-3FEA-F888-8B06-2EB26DB99FA9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982433" y="2105025"/>
              <a:ext cx="314325" cy="102743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78" name="Oval 177">
              <a:extLst>
                <a:ext uri="{FF2B5EF4-FFF2-40B4-BE49-F238E27FC236}">
                  <a16:creationId xmlns:a16="http://schemas.microsoft.com/office/drawing/2014/main" id="{56852350-8B47-2399-8445-9A1C40885AC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226429" flipH="1">
              <a:off x="1071725" y="889601"/>
              <a:ext cx="189162" cy="132335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80" name="Oval 179">
              <a:extLst>
                <a:ext uri="{FF2B5EF4-FFF2-40B4-BE49-F238E27FC236}">
                  <a16:creationId xmlns:a16="http://schemas.microsoft.com/office/drawing/2014/main" id="{12DA239D-D841-37BB-D57C-E4BD62429321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1001482" y="2990849"/>
              <a:ext cx="190501" cy="1050291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82" name="Oval 181">
              <a:extLst>
                <a:ext uri="{FF2B5EF4-FFF2-40B4-BE49-F238E27FC236}">
                  <a16:creationId xmlns:a16="http://schemas.microsoft.com/office/drawing/2014/main" id="{A32EE635-B02F-6BDF-29D6-4318ED405169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9665110" flipH="1">
              <a:off x="1199045" y="1714755"/>
              <a:ext cx="104116" cy="52364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90" name="Oval 189">
              <a:extLst>
                <a:ext uri="{FF2B5EF4-FFF2-40B4-BE49-F238E27FC236}">
                  <a16:creationId xmlns:a16="http://schemas.microsoft.com/office/drawing/2014/main" id="{680A416C-D323-CB1F-54EA-4487E742453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79041">
              <a:off x="1006000" y="3917105"/>
              <a:ext cx="540144" cy="11787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91" name="Oval 190">
              <a:extLst>
                <a:ext uri="{FF2B5EF4-FFF2-40B4-BE49-F238E27FC236}">
                  <a16:creationId xmlns:a16="http://schemas.microsoft.com/office/drawing/2014/main" id="{6F1BDE97-3621-BEF1-921A-38C13504A11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7938561" flipV="1">
              <a:off x="1373248" y="2120705"/>
              <a:ext cx="178488" cy="45777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92" name="Oval 191">
              <a:extLst>
                <a:ext uri="{FF2B5EF4-FFF2-40B4-BE49-F238E27FC236}">
                  <a16:creationId xmlns:a16="http://schemas.microsoft.com/office/drawing/2014/main" id="{C8178969-9FEE-4E4C-B594-8103DFDB761F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906232" y="0"/>
              <a:ext cx="390525" cy="61912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96" name="TextBox 195">
            <a:extLst>
              <a:ext uri="{FF2B5EF4-FFF2-40B4-BE49-F238E27FC236}">
                <a16:creationId xmlns:a16="http://schemas.microsoft.com/office/drawing/2014/main" id="{733BFA39-00E4-01CB-0D14-3B5242E30A49}"/>
              </a:ext>
            </a:extLst>
          </p:cNvPr>
          <p:cNvSpPr txBox="1"/>
          <p:nvPr/>
        </p:nvSpPr>
        <p:spPr>
          <a:xfrm>
            <a:off x="2765323" y="103239"/>
            <a:ext cx="13199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take-off</a:t>
            </a:r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8D9305EB-4CE7-23F9-2436-695A0263E297}"/>
              </a:ext>
            </a:extLst>
          </p:cNvPr>
          <p:cNvSpPr txBox="1"/>
          <p:nvPr/>
        </p:nvSpPr>
        <p:spPr>
          <a:xfrm>
            <a:off x="8014257" y="74992"/>
            <a:ext cx="13199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landing</a:t>
            </a:r>
          </a:p>
        </p:txBody>
      </p:sp>
      <p:sp>
        <p:nvSpPr>
          <p:cNvPr id="198" name="TextBox 197">
            <a:extLst>
              <a:ext uri="{FF2B5EF4-FFF2-40B4-BE49-F238E27FC236}">
                <a16:creationId xmlns:a16="http://schemas.microsoft.com/office/drawing/2014/main" id="{51A1C36F-E216-BD45-A74A-4AEA9C547EB1}"/>
              </a:ext>
            </a:extLst>
          </p:cNvPr>
          <p:cNvSpPr txBox="1"/>
          <p:nvPr/>
        </p:nvSpPr>
        <p:spPr>
          <a:xfrm>
            <a:off x="4906465" y="2132862"/>
            <a:ext cx="143087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Ignore In air</a:t>
            </a: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3D01D239-3E7D-D7FB-5278-B7B280D1AC4B}"/>
              </a:ext>
            </a:extLst>
          </p:cNvPr>
          <p:cNvSpPr txBox="1"/>
          <p:nvPr/>
        </p:nvSpPr>
        <p:spPr>
          <a:xfrm>
            <a:off x="4352641" y="56285"/>
            <a:ext cx="3502386" cy="369332"/>
          </a:xfrm>
          <a:prstGeom prst="rect">
            <a:avLst/>
          </a:prstGeom>
          <a:solidFill>
            <a:srgbClr val="F5FFAE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Rotation of lower leg around knee</a:t>
            </a:r>
          </a:p>
        </p:txBody>
      </p: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A106B42A-DD4E-BA93-7BD0-EDDCFD7B0589}"/>
              </a:ext>
            </a:extLst>
          </p:cNvPr>
          <p:cNvCxnSpPr>
            <a:cxnSpLocks/>
            <a:endCxn id="24" idx="2"/>
          </p:cNvCxnSpPr>
          <p:nvPr/>
        </p:nvCxnSpPr>
        <p:spPr>
          <a:xfrm>
            <a:off x="8479664" y="2999196"/>
            <a:ext cx="627136" cy="21293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25" name="Freeform: Shape 124">
            <a:extLst>
              <a:ext uri="{FF2B5EF4-FFF2-40B4-BE49-F238E27FC236}">
                <a16:creationId xmlns:a16="http://schemas.microsoft.com/office/drawing/2014/main" id="{B7CCCA3B-5B17-7017-F64A-029A075138D1}"/>
              </a:ext>
            </a:extLst>
          </p:cNvPr>
          <p:cNvSpPr/>
          <p:nvPr/>
        </p:nvSpPr>
        <p:spPr>
          <a:xfrm flipV="1">
            <a:off x="6727753" y="3043893"/>
            <a:ext cx="1746945" cy="522543"/>
          </a:xfrm>
          <a:custGeom>
            <a:avLst/>
            <a:gdLst>
              <a:gd name="connsiteX0" fmla="*/ 0 w 1819275"/>
              <a:gd name="connsiteY0" fmla="*/ 646319 h 646319"/>
              <a:gd name="connsiteX1" fmla="*/ 295275 w 1819275"/>
              <a:gd name="connsiteY1" fmla="*/ 265319 h 646319"/>
              <a:gd name="connsiteX2" fmla="*/ 647700 w 1819275"/>
              <a:gd name="connsiteY2" fmla="*/ 27194 h 646319"/>
              <a:gd name="connsiteX3" fmla="*/ 1219200 w 1819275"/>
              <a:gd name="connsiteY3" fmla="*/ 74819 h 646319"/>
              <a:gd name="connsiteX4" fmla="*/ 1819275 w 1819275"/>
              <a:gd name="connsiteY4" fmla="*/ 646319 h 646319"/>
              <a:gd name="connsiteX5" fmla="*/ 1819275 w 1819275"/>
              <a:gd name="connsiteY5" fmla="*/ 646319 h 646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19275" h="646319">
                <a:moveTo>
                  <a:pt x="0" y="646319"/>
                </a:moveTo>
                <a:cubicBezTo>
                  <a:pt x="93662" y="507412"/>
                  <a:pt x="187325" y="368506"/>
                  <a:pt x="295275" y="265319"/>
                </a:cubicBezTo>
                <a:cubicBezTo>
                  <a:pt x="403225" y="162132"/>
                  <a:pt x="493713" y="58944"/>
                  <a:pt x="647700" y="27194"/>
                </a:cubicBezTo>
                <a:cubicBezTo>
                  <a:pt x="801687" y="-4556"/>
                  <a:pt x="1023937" y="-28369"/>
                  <a:pt x="1219200" y="74819"/>
                </a:cubicBezTo>
                <a:cubicBezTo>
                  <a:pt x="1414463" y="178007"/>
                  <a:pt x="1819275" y="646319"/>
                  <a:pt x="1819275" y="646319"/>
                </a:cubicBezTo>
                <a:lnTo>
                  <a:pt x="1819275" y="646319"/>
                </a:ln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1" name="Freeform: Shape 120">
            <a:extLst>
              <a:ext uri="{FF2B5EF4-FFF2-40B4-BE49-F238E27FC236}">
                <a16:creationId xmlns:a16="http://schemas.microsoft.com/office/drawing/2014/main" id="{2A4E0148-AC22-C4C8-0489-B0D33AAA817D}"/>
              </a:ext>
            </a:extLst>
          </p:cNvPr>
          <p:cNvSpPr/>
          <p:nvPr/>
        </p:nvSpPr>
        <p:spPr>
          <a:xfrm>
            <a:off x="6716773" y="4012491"/>
            <a:ext cx="1872339" cy="632392"/>
          </a:xfrm>
          <a:custGeom>
            <a:avLst/>
            <a:gdLst>
              <a:gd name="connsiteX0" fmla="*/ 0 w 1790700"/>
              <a:gd name="connsiteY0" fmla="*/ 513621 h 1079057"/>
              <a:gd name="connsiteX1" fmla="*/ 276225 w 1790700"/>
              <a:gd name="connsiteY1" fmla="*/ 999396 h 1079057"/>
              <a:gd name="connsiteX2" fmla="*/ 647700 w 1790700"/>
              <a:gd name="connsiteY2" fmla="*/ 1027971 h 1079057"/>
              <a:gd name="connsiteX3" fmla="*/ 952500 w 1790700"/>
              <a:gd name="connsiteY3" fmla="*/ 494571 h 1079057"/>
              <a:gd name="connsiteX4" fmla="*/ 1257300 w 1790700"/>
              <a:gd name="connsiteY4" fmla="*/ 27846 h 1079057"/>
              <a:gd name="connsiteX5" fmla="*/ 1628775 w 1790700"/>
              <a:gd name="connsiteY5" fmla="*/ 104046 h 1079057"/>
              <a:gd name="connsiteX6" fmla="*/ 1790700 w 1790700"/>
              <a:gd name="connsiteY6" fmla="*/ 523146 h 1079057"/>
              <a:gd name="connsiteX7" fmla="*/ 1790700 w 1790700"/>
              <a:gd name="connsiteY7" fmla="*/ 523146 h 1079057"/>
              <a:gd name="connsiteX8" fmla="*/ 1790700 w 1790700"/>
              <a:gd name="connsiteY8" fmla="*/ 523146 h 10790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790700" h="1079057">
                <a:moveTo>
                  <a:pt x="0" y="513621"/>
                </a:moveTo>
                <a:cubicBezTo>
                  <a:pt x="84137" y="713646"/>
                  <a:pt x="168275" y="913671"/>
                  <a:pt x="276225" y="999396"/>
                </a:cubicBezTo>
                <a:cubicBezTo>
                  <a:pt x="384175" y="1085121"/>
                  <a:pt x="534988" y="1112108"/>
                  <a:pt x="647700" y="1027971"/>
                </a:cubicBezTo>
                <a:cubicBezTo>
                  <a:pt x="760412" y="943834"/>
                  <a:pt x="850900" y="661258"/>
                  <a:pt x="952500" y="494571"/>
                </a:cubicBezTo>
                <a:cubicBezTo>
                  <a:pt x="1054100" y="327884"/>
                  <a:pt x="1144588" y="92933"/>
                  <a:pt x="1257300" y="27846"/>
                </a:cubicBezTo>
                <a:cubicBezTo>
                  <a:pt x="1370012" y="-37241"/>
                  <a:pt x="1539875" y="21496"/>
                  <a:pt x="1628775" y="104046"/>
                </a:cubicBezTo>
                <a:cubicBezTo>
                  <a:pt x="1717675" y="186596"/>
                  <a:pt x="1790700" y="523146"/>
                  <a:pt x="1790700" y="523146"/>
                </a:cubicBezTo>
                <a:lnTo>
                  <a:pt x="1790700" y="523146"/>
                </a:lnTo>
                <a:lnTo>
                  <a:pt x="1790700" y="523146"/>
                </a:ln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27" name="Straight Connector 126">
            <a:extLst>
              <a:ext uri="{FF2B5EF4-FFF2-40B4-BE49-F238E27FC236}">
                <a16:creationId xmlns:a16="http://schemas.microsoft.com/office/drawing/2014/main" id="{D2A401D2-A8FC-CC60-D070-5770C1E64D77}"/>
              </a:ext>
            </a:extLst>
          </p:cNvPr>
          <p:cNvCxnSpPr>
            <a:cxnSpLocks/>
          </p:cNvCxnSpPr>
          <p:nvPr/>
        </p:nvCxnSpPr>
        <p:spPr>
          <a:xfrm>
            <a:off x="8607160" y="4349029"/>
            <a:ext cx="627136" cy="21293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FDA01E88-F929-8EFB-6C5E-24DCF12ED0E8}"/>
              </a:ext>
            </a:extLst>
          </p:cNvPr>
          <p:cNvCxnSpPr>
            <a:cxnSpLocks/>
          </p:cNvCxnSpPr>
          <p:nvPr/>
        </p:nvCxnSpPr>
        <p:spPr>
          <a:xfrm flipV="1">
            <a:off x="2203144" y="6074645"/>
            <a:ext cx="313525" cy="2340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6C69C115-F604-75B3-A767-441FFBBE7D80}"/>
              </a:ext>
            </a:extLst>
          </p:cNvPr>
          <p:cNvCxnSpPr>
            <a:cxnSpLocks/>
          </p:cNvCxnSpPr>
          <p:nvPr/>
        </p:nvCxnSpPr>
        <p:spPr>
          <a:xfrm>
            <a:off x="8667034" y="6116960"/>
            <a:ext cx="627136" cy="21293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18" name="Freeform: Shape 117">
            <a:extLst>
              <a:ext uri="{FF2B5EF4-FFF2-40B4-BE49-F238E27FC236}">
                <a16:creationId xmlns:a16="http://schemas.microsoft.com/office/drawing/2014/main" id="{3C7FAF2D-05CC-00FE-2F30-015839819BB6}"/>
              </a:ext>
            </a:extLst>
          </p:cNvPr>
          <p:cNvSpPr/>
          <p:nvPr/>
        </p:nvSpPr>
        <p:spPr>
          <a:xfrm>
            <a:off x="2477798" y="5635872"/>
            <a:ext cx="1998133" cy="702734"/>
          </a:xfrm>
          <a:custGeom>
            <a:avLst/>
            <a:gdLst>
              <a:gd name="csX0" fmla="*/ 0 w 1998133"/>
              <a:gd name="csY0" fmla="*/ 457200 h 702734"/>
              <a:gd name="csX1" fmla="*/ 0 w 1998133"/>
              <a:gd name="csY1" fmla="*/ 457200 h 702734"/>
              <a:gd name="csX2" fmla="*/ 33866 w 1998133"/>
              <a:gd name="csY2" fmla="*/ 533400 h 702734"/>
              <a:gd name="csX3" fmla="*/ 50800 w 1998133"/>
              <a:gd name="csY3" fmla="*/ 558800 h 702734"/>
              <a:gd name="csX4" fmla="*/ 101600 w 1998133"/>
              <a:gd name="csY4" fmla="*/ 643467 h 702734"/>
              <a:gd name="csX5" fmla="*/ 118533 w 1998133"/>
              <a:gd name="csY5" fmla="*/ 668867 h 702734"/>
              <a:gd name="csX6" fmla="*/ 143933 w 1998133"/>
              <a:gd name="csY6" fmla="*/ 685800 h 702734"/>
              <a:gd name="csX7" fmla="*/ 194733 w 1998133"/>
              <a:gd name="csY7" fmla="*/ 702734 h 702734"/>
              <a:gd name="csX8" fmla="*/ 304800 w 1998133"/>
              <a:gd name="csY8" fmla="*/ 694267 h 702734"/>
              <a:gd name="csX9" fmla="*/ 347133 w 1998133"/>
              <a:gd name="csY9" fmla="*/ 643467 h 702734"/>
              <a:gd name="csX10" fmla="*/ 397933 w 1998133"/>
              <a:gd name="csY10" fmla="*/ 601134 h 702734"/>
              <a:gd name="csX11" fmla="*/ 414866 w 1998133"/>
              <a:gd name="csY11" fmla="*/ 584200 h 702734"/>
              <a:gd name="csX12" fmla="*/ 440266 w 1998133"/>
              <a:gd name="csY12" fmla="*/ 567267 h 702734"/>
              <a:gd name="csX13" fmla="*/ 482600 w 1998133"/>
              <a:gd name="csY13" fmla="*/ 533400 h 702734"/>
              <a:gd name="csX14" fmla="*/ 508000 w 1998133"/>
              <a:gd name="csY14" fmla="*/ 474134 h 702734"/>
              <a:gd name="csX15" fmla="*/ 524933 w 1998133"/>
              <a:gd name="csY15" fmla="*/ 414867 h 702734"/>
              <a:gd name="csX16" fmla="*/ 533400 w 1998133"/>
              <a:gd name="csY16" fmla="*/ 389467 h 702734"/>
              <a:gd name="csX17" fmla="*/ 550333 w 1998133"/>
              <a:gd name="csY17" fmla="*/ 364067 h 702734"/>
              <a:gd name="csX18" fmla="*/ 558800 w 1998133"/>
              <a:gd name="csY18" fmla="*/ 330200 h 702734"/>
              <a:gd name="csX19" fmla="*/ 584200 w 1998133"/>
              <a:gd name="csY19" fmla="*/ 304800 h 702734"/>
              <a:gd name="csX20" fmla="*/ 601133 w 1998133"/>
              <a:gd name="csY20" fmla="*/ 279400 h 702734"/>
              <a:gd name="csX21" fmla="*/ 635000 w 1998133"/>
              <a:gd name="csY21" fmla="*/ 228600 h 702734"/>
              <a:gd name="csX22" fmla="*/ 677333 w 1998133"/>
              <a:gd name="csY22" fmla="*/ 152400 h 702734"/>
              <a:gd name="csX23" fmla="*/ 702733 w 1998133"/>
              <a:gd name="csY23" fmla="*/ 127000 h 702734"/>
              <a:gd name="csX24" fmla="*/ 753533 w 1998133"/>
              <a:gd name="csY24" fmla="*/ 76200 h 702734"/>
              <a:gd name="csX25" fmla="*/ 804333 w 1998133"/>
              <a:gd name="csY25" fmla="*/ 67734 h 702734"/>
              <a:gd name="csX26" fmla="*/ 889000 w 1998133"/>
              <a:gd name="csY26" fmla="*/ 33867 h 702734"/>
              <a:gd name="csX27" fmla="*/ 939800 w 1998133"/>
              <a:gd name="csY27" fmla="*/ 16934 h 702734"/>
              <a:gd name="csX28" fmla="*/ 1016000 w 1998133"/>
              <a:gd name="csY28" fmla="*/ 0 h 702734"/>
              <a:gd name="csX29" fmla="*/ 1227666 w 1998133"/>
              <a:gd name="csY29" fmla="*/ 8467 h 702734"/>
              <a:gd name="csX30" fmla="*/ 1270000 w 1998133"/>
              <a:gd name="csY30" fmla="*/ 33867 h 702734"/>
              <a:gd name="csX31" fmla="*/ 1371600 w 1998133"/>
              <a:gd name="csY31" fmla="*/ 110067 h 702734"/>
              <a:gd name="csX32" fmla="*/ 1388533 w 1998133"/>
              <a:gd name="csY32" fmla="*/ 135467 h 702734"/>
              <a:gd name="csX33" fmla="*/ 1430866 w 1998133"/>
              <a:gd name="csY33" fmla="*/ 203200 h 702734"/>
              <a:gd name="csX34" fmla="*/ 1447800 w 1998133"/>
              <a:gd name="csY34" fmla="*/ 254000 h 702734"/>
              <a:gd name="csX35" fmla="*/ 1456266 w 1998133"/>
              <a:gd name="csY35" fmla="*/ 279400 h 702734"/>
              <a:gd name="csX36" fmla="*/ 1464733 w 1998133"/>
              <a:gd name="csY36" fmla="*/ 313267 h 702734"/>
              <a:gd name="csX37" fmla="*/ 1490133 w 1998133"/>
              <a:gd name="csY37" fmla="*/ 406400 h 702734"/>
              <a:gd name="csX38" fmla="*/ 1498600 w 1998133"/>
              <a:gd name="csY38" fmla="*/ 448734 h 702734"/>
              <a:gd name="csX39" fmla="*/ 1515533 w 1998133"/>
              <a:gd name="csY39" fmla="*/ 482600 h 702734"/>
              <a:gd name="csX40" fmla="*/ 1532466 w 1998133"/>
              <a:gd name="csY40" fmla="*/ 541867 h 702734"/>
              <a:gd name="csX41" fmla="*/ 1557866 w 1998133"/>
              <a:gd name="csY41" fmla="*/ 584200 h 702734"/>
              <a:gd name="csX42" fmla="*/ 1574800 w 1998133"/>
              <a:gd name="csY42" fmla="*/ 618067 h 702734"/>
              <a:gd name="csX43" fmla="*/ 1651000 w 1998133"/>
              <a:gd name="csY43" fmla="*/ 643467 h 702734"/>
              <a:gd name="csX44" fmla="*/ 1710266 w 1998133"/>
              <a:gd name="csY44" fmla="*/ 651934 h 702734"/>
              <a:gd name="csX45" fmla="*/ 1794933 w 1998133"/>
              <a:gd name="csY45" fmla="*/ 635000 h 702734"/>
              <a:gd name="csX46" fmla="*/ 1845733 w 1998133"/>
              <a:gd name="csY46" fmla="*/ 592667 h 702734"/>
              <a:gd name="csX47" fmla="*/ 1913466 w 1998133"/>
              <a:gd name="csY47" fmla="*/ 524934 h 702734"/>
              <a:gd name="csX48" fmla="*/ 1930400 w 1998133"/>
              <a:gd name="csY48" fmla="*/ 508000 h 702734"/>
              <a:gd name="csX49" fmla="*/ 1964266 w 1998133"/>
              <a:gd name="csY49" fmla="*/ 482600 h 702734"/>
              <a:gd name="csX50" fmla="*/ 1998133 w 1998133"/>
              <a:gd name="csY50" fmla="*/ 448734 h 702734"/>
              <a:gd name="csX51" fmla="*/ 1998133 w 1998133"/>
              <a:gd name="csY51" fmla="*/ 465667 h 70273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</a:cxnLst>
            <a:rect l="l" t="t" r="r" b="b"/>
            <a:pathLst>
              <a:path w="1998133" h="702734">
                <a:moveTo>
                  <a:pt x="0" y="457200"/>
                </a:moveTo>
                <a:lnTo>
                  <a:pt x="0" y="457200"/>
                </a:lnTo>
                <a:cubicBezTo>
                  <a:pt x="11289" y="482600"/>
                  <a:pt x="21435" y="508539"/>
                  <a:pt x="33866" y="533400"/>
                </a:cubicBezTo>
                <a:cubicBezTo>
                  <a:pt x="38417" y="542502"/>
                  <a:pt x="45751" y="549965"/>
                  <a:pt x="50800" y="558800"/>
                </a:cubicBezTo>
                <a:cubicBezTo>
                  <a:pt x="102878" y="649935"/>
                  <a:pt x="18738" y="519174"/>
                  <a:pt x="101600" y="643467"/>
                </a:cubicBezTo>
                <a:cubicBezTo>
                  <a:pt x="107244" y="651934"/>
                  <a:pt x="110066" y="663223"/>
                  <a:pt x="118533" y="668867"/>
                </a:cubicBezTo>
                <a:cubicBezTo>
                  <a:pt x="127000" y="674511"/>
                  <a:pt x="134634" y="681667"/>
                  <a:pt x="143933" y="685800"/>
                </a:cubicBezTo>
                <a:cubicBezTo>
                  <a:pt x="160244" y="693049"/>
                  <a:pt x="194733" y="702734"/>
                  <a:pt x="194733" y="702734"/>
                </a:cubicBezTo>
                <a:cubicBezTo>
                  <a:pt x="231422" y="699912"/>
                  <a:pt x="269101" y="703192"/>
                  <a:pt x="304800" y="694267"/>
                </a:cubicBezTo>
                <a:cubicBezTo>
                  <a:pt x="320423" y="690361"/>
                  <a:pt x="337982" y="654449"/>
                  <a:pt x="347133" y="643467"/>
                </a:cubicBezTo>
                <a:cubicBezTo>
                  <a:pt x="377303" y="607263"/>
                  <a:pt x="364631" y="627776"/>
                  <a:pt x="397933" y="601134"/>
                </a:cubicBezTo>
                <a:cubicBezTo>
                  <a:pt x="404166" y="596147"/>
                  <a:pt x="408633" y="589187"/>
                  <a:pt x="414866" y="584200"/>
                </a:cubicBezTo>
                <a:cubicBezTo>
                  <a:pt x="422812" y="577843"/>
                  <a:pt x="432320" y="573624"/>
                  <a:pt x="440266" y="567267"/>
                </a:cubicBezTo>
                <a:cubicBezTo>
                  <a:pt x="500599" y="519002"/>
                  <a:pt x="404407" y="585530"/>
                  <a:pt x="482600" y="533400"/>
                </a:cubicBezTo>
                <a:cubicBezTo>
                  <a:pt x="502454" y="473832"/>
                  <a:pt x="476613" y="547369"/>
                  <a:pt x="508000" y="474134"/>
                </a:cubicBezTo>
                <a:cubicBezTo>
                  <a:pt x="516697" y="453842"/>
                  <a:pt x="518798" y="436338"/>
                  <a:pt x="524933" y="414867"/>
                </a:cubicBezTo>
                <a:cubicBezTo>
                  <a:pt x="527385" y="406286"/>
                  <a:pt x="529409" y="397449"/>
                  <a:pt x="533400" y="389467"/>
                </a:cubicBezTo>
                <a:cubicBezTo>
                  <a:pt x="537951" y="380366"/>
                  <a:pt x="544689" y="372534"/>
                  <a:pt x="550333" y="364067"/>
                </a:cubicBezTo>
                <a:cubicBezTo>
                  <a:pt x="553155" y="352778"/>
                  <a:pt x="553027" y="340303"/>
                  <a:pt x="558800" y="330200"/>
                </a:cubicBezTo>
                <a:cubicBezTo>
                  <a:pt x="564741" y="319804"/>
                  <a:pt x="576535" y="313998"/>
                  <a:pt x="584200" y="304800"/>
                </a:cubicBezTo>
                <a:cubicBezTo>
                  <a:pt x="590714" y="296983"/>
                  <a:pt x="596085" y="288235"/>
                  <a:pt x="601133" y="279400"/>
                </a:cubicBezTo>
                <a:cubicBezTo>
                  <a:pt x="628470" y="231560"/>
                  <a:pt x="604819" y="258781"/>
                  <a:pt x="635000" y="228600"/>
                </a:cubicBezTo>
                <a:cubicBezTo>
                  <a:pt x="645646" y="196659"/>
                  <a:pt x="648218" y="181515"/>
                  <a:pt x="677333" y="152400"/>
                </a:cubicBezTo>
                <a:cubicBezTo>
                  <a:pt x="685800" y="143933"/>
                  <a:pt x="694941" y="136091"/>
                  <a:pt x="702733" y="127000"/>
                </a:cubicBezTo>
                <a:cubicBezTo>
                  <a:pt x="719936" y="106930"/>
                  <a:pt x="726706" y="85142"/>
                  <a:pt x="753533" y="76200"/>
                </a:cubicBezTo>
                <a:cubicBezTo>
                  <a:pt x="769819" y="70771"/>
                  <a:pt x="787400" y="70556"/>
                  <a:pt x="804333" y="67734"/>
                </a:cubicBezTo>
                <a:cubicBezTo>
                  <a:pt x="854165" y="42817"/>
                  <a:pt x="826226" y="54791"/>
                  <a:pt x="889000" y="33867"/>
                </a:cubicBezTo>
                <a:cubicBezTo>
                  <a:pt x="905933" y="28223"/>
                  <a:pt x="922297" y="20435"/>
                  <a:pt x="939800" y="16934"/>
                </a:cubicBezTo>
                <a:cubicBezTo>
                  <a:pt x="993543" y="6185"/>
                  <a:pt x="968172" y="11957"/>
                  <a:pt x="1016000" y="0"/>
                </a:cubicBezTo>
                <a:cubicBezTo>
                  <a:pt x="1086555" y="2822"/>
                  <a:pt x="1157674" y="-865"/>
                  <a:pt x="1227666" y="8467"/>
                </a:cubicBezTo>
                <a:cubicBezTo>
                  <a:pt x="1243978" y="10642"/>
                  <a:pt x="1256609" y="24302"/>
                  <a:pt x="1270000" y="33867"/>
                </a:cubicBezTo>
                <a:cubicBezTo>
                  <a:pt x="1466523" y="174241"/>
                  <a:pt x="1283917" y="51612"/>
                  <a:pt x="1371600" y="110067"/>
                </a:cubicBezTo>
                <a:cubicBezTo>
                  <a:pt x="1377244" y="118534"/>
                  <a:pt x="1382619" y="127187"/>
                  <a:pt x="1388533" y="135467"/>
                </a:cubicBezTo>
                <a:cubicBezTo>
                  <a:pt x="1411692" y="167890"/>
                  <a:pt x="1416400" y="167035"/>
                  <a:pt x="1430866" y="203200"/>
                </a:cubicBezTo>
                <a:cubicBezTo>
                  <a:pt x="1437495" y="219773"/>
                  <a:pt x="1442156" y="237067"/>
                  <a:pt x="1447800" y="254000"/>
                </a:cubicBezTo>
                <a:cubicBezTo>
                  <a:pt x="1450622" y="262467"/>
                  <a:pt x="1454101" y="270742"/>
                  <a:pt x="1456266" y="279400"/>
                </a:cubicBezTo>
                <a:cubicBezTo>
                  <a:pt x="1459088" y="290689"/>
                  <a:pt x="1461536" y="302078"/>
                  <a:pt x="1464733" y="313267"/>
                </a:cubicBezTo>
                <a:cubicBezTo>
                  <a:pt x="1480954" y="370037"/>
                  <a:pt x="1470008" y="305778"/>
                  <a:pt x="1490133" y="406400"/>
                </a:cubicBezTo>
                <a:cubicBezTo>
                  <a:pt x="1492955" y="420511"/>
                  <a:pt x="1494049" y="435082"/>
                  <a:pt x="1498600" y="448734"/>
                </a:cubicBezTo>
                <a:cubicBezTo>
                  <a:pt x="1502591" y="460707"/>
                  <a:pt x="1511101" y="470782"/>
                  <a:pt x="1515533" y="482600"/>
                </a:cubicBezTo>
                <a:cubicBezTo>
                  <a:pt x="1523667" y="504290"/>
                  <a:pt x="1522236" y="521407"/>
                  <a:pt x="1532466" y="541867"/>
                </a:cubicBezTo>
                <a:cubicBezTo>
                  <a:pt x="1539825" y="556586"/>
                  <a:pt x="1549874" y="569815"/>
                  <a:pt x="1557866" y="584200"/>
                </a:cubicBezTo>
                <a:cubicBezTo>
                  <a:pt x="1563996" y="595233"/>
                  <a:pt x="1566720" y="608371"/>
                  <a:pt x="1574800" y="618067"/>
                </a:cubicBezTo>
                <a:cubicBezTo>
                  <a:pt x="1593811" y="640879"/>
                  <a:pt x="1625040" y="639473"/>
                  <a:pt x="1651000" y="643467"/>
                </a:cubicBezTo>
                <a:cubicBezTo>
                  <a:pt x="1670724" y="646502"/>
                  <a:pt x="1690511" y="649112"/>
                  <a:pt x="1710266" y="651934"/>
                </a:cubicBezTo>
                <a:cubicBezTo>
                  <a:pt x="1738488" y="646289"/>
                  <a:pt x="1768565" y="646536"/>
                  <a:pt x="1794933" y="635000"/>
                </a:cubicBezTo>
                <a:cubicBezTo>
                  <a:pt x="1815127" y="626165"/>
                  <a:pt x="1829581" y="607666"/>
                  <a:pt x="1845733" y="592667"/>
                </a:cubicBezTo>
                <a:cubicBezTo>
                  <a:pt x="1869131" y="570940"/>
                  <a:pt x="1890888" y="547512"/>
                  <a:pt x="1913466" y="524934"/>
                </a:cubicBezTo>
                <a:cubicBezTo>
                  <a:pt x="1919111" y="519289"/>
                  <a:pt x="1924014" y="512790"/>
                  <a:pt x="1930400" y="508000"/>
                </a:cubicBezTo>
                <a:cubicBezTo>
                  <a:pt x="1941689" y="499533"/>
                  <a:pt x="1953426" y="491634"/>
                  <a:pt x="1964266" y="482600"/>
                </a:cubicBezTo>
                <a:cubicBezTo>
                  <a:pt x="1964274" y="482593"/>
                  <a:pt x="1998125" y="448742"/>
                  <a:pt x="1998133" y="448734"/>
                </a:cubicBezTo>
                <a:lnTo>
                  <a:pt x="1998133" y="465667"/>
                </a:ln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" name="Freeform: Shape 130">
            <a:extLst>
              <a:ext uri="{FF2B5EF4-FFF2-40B4-BE49-F238E27FC236}">
                <a16:creationId xmlns:a16="http://schemas.microsoft.com/office/drawing/2014/main" id="{27D40D45-74DC-A9F6-0C3A-210D38AED66F}"/>
              </a:ext>
            </a:extLst>
          </p:cNvPr>
          <p:cNvSpPr/>
          <p:nvPr/>
        </p:nvSpPr>
        <p:spPr>
          <a:xfrm>
            <a:off x="6710617" y="5697561"/>
            <a:ext cx="1998133" cy="702734"/>
          </a:xfrm>
          <a:custGeom>
            <a:avLst/>
            <a:gdLst>
              <a:gd name="csX0" fmla="*/ 0 w 1998133"/>
              <a:gd name="csY0" fmla="*/ 457200 h 702734"/>
              <a:gd name="csX1" fmla="*/ 0 w 1998133"/>
              <a:gd name="csY1" fmla="*/ 457200 h 702734"/>
              <a:gd name="csX2" fmla="*/ 33866 w 1998133"/>
              <a:gd name="csY2" fmla="*/ 533400 h 702734"/>
              <a:gd name="csX3" fmla="*/ 50800 w 1998133"/>
              <a:gd name="csY3" fmla="*/ 558800 h 702734"/>
              <a:gd name="csX4" fmla="*/ 101600 w 1998133"/>
              <a:gd name="csY4" fmla="*/ 643467 h 702734"/>
              <a:gd name="csX5" fmla="*/ 118533 w 1998133"/>
              <a:gd name="csY5" fmla="*/ 668867 h 702734"/>
              <a:gd name="csX6" fmla="*/ 143933 w 1998133"/>
              <a:gd name="csY6" fmla="*/ 685800 h 702734"/>
              <a:gd name="csX7" fmla="*/ 194733 w 1998133"/>
              <a:gd name="csY7" fmla="*/ 702734 h 702734"/>
              <a:gd name="csX8" fmla="*/ 304800 w 1998133"/>
              <a:gd name="csY8" fmla="*/ 694267 h 702734"/>
              <a:gd name="csX9" fmla="*/ 347133 w 1998133"/>
              <a:gd name="csY9" fmla="*/ 643467 h 702734"/>
              <a:gd name="csX10" fmla="*/ 397933 w 1998133"/>
              <a:gd name="csY10" fmla="*/ 601134 h 702734"/>
              <a:gd name="csX11" fmla="*/ 414866 w 1998133"/>
              <a:gd name="csY11" fmla="*/ 584200 h 702734"/>
              <a:gd name="csX12" fmla="*/ 440266 w 1998133"/>
              <a:gd name="csY12" fmla="*/ 567267 h 702734"/>
              <a:gd name="csX13" fmla="*/ 482600 w 1998133"/>
              <a:gd name="csY13" fmla="*/ 533400 h 702734"/>
              <a:gd name="csX14" fmla="*/ 508000 w 1998133"/>
              <a:gd name="csY14" fmla="*/ 474134 h 702734"/>
              <a:gd name="csX15" fmla="*/ 524933 w 1998133"/>
              <a:gd name="csY15" fmla="*/ 414867 h 702734"/>
              <a:gd name="csX16" fmla="*/ 533400 w 1998133"/>
              <a:gd name="csY16" fmla="*/ 389467 h 702734"/>
              <a:gd name="csX17" fmla="*/ 550333 w 1998133"/>
              <a:gd name="csY17" fmla="*/ 364067 h 702734"/>
              <a:gd name="csX18" fmla="*/ 558800 w 1998133"/>
              <a:gd name="csY18" fmla="*/ 330200 h 702734"/>
              <a:gd name="csX19" fmla="*/ 584200 w 1998133"/>
              <a:gd name="csY19" fmla="*/ 304800 h 702734"/>
              <a:gd name="csX20" fmla="*/ 601133 w 1998133"/>
              <a:gd name="csY20" fmla="*/ 279400 h 702734"/>
              <a:gd name="csX21" fmla="*/ 635000 w 1998133"/>
              <a:gd name="csY21" fmla="*/ 228600 h 702734"/>
              <a:gd name="csX22" fmla="*/ 677333 w 1998133"/>
              <a:gd name="csY22" fmla="*/ 152400 h 702734"/>
              <a:gd name="csX23" fmla="*/ 702733 w 1998133"/>
              <a:gd name="csY23" fmla="*/ 127000 h 702734"/>
              <a:gd name="csX24" fmla="*/ 753533 w 1998133"/>
              <a:gd name="csY24" fmla="*/ 76200 h 702734"/>
              <a:gd name="csX25" fmla="*/ 804333 w 1998133"/>
              <a:gd name="csY25" fmla="*/ 67734 h 702734"/>
              <a:gd name="csX26" fmla="*/ 889000 w 1998133"/>
              <a:gd name="csY26" fmla="*/ 33867 h 702734"/>
              <a:gd name="csX27" fmla="*/ 939800 w 1998133"/>
              <a:gd name="csY27" fmla="*/ 16934 h 702734"/>
              <a:gd name="csX28" fmla="*/ 1016000 w 1998133"/>
              <a:gd name="csY28" fmla="*/ 0 h 702734"/>
              <a:gd name="csX29" fmla="*/ 1227666 w 1998133"/>
              <a:gd name="csY29" fmla="*/ 8467 h 702734"/>
              <a:gd name="csX30" fmla="*/ 1270000 w 1998133"/>
              <a:gd name="csY30" fmla="*/ 33867 h 702734"/>
              <a:gd name="csX31" fmla="*/ 1371600 w 1998133"/>
              <a:gd name="csY31" fmla="*/ 110067 h 702734"/>
              <a:gd name="csX32" fmla="*/ 1388533 w 1998133"/>
              <a:gd name="csY32" fmla="*/ 135467 h 702734"/>
              <a:gd name="csX33" fmla="*/ 1430866 w 1998133"/>
              <a:gd name="csY33" fmla="*/ 203200 h 702734"/>
              <a:gd name="csX34" fmla="*/ 1447800 w 1998133"/>
              <a:gd name="csY34" fmla="*/ 254000 h 702734"/>
              <a:gd name="csX35" fmla="*/ 1456266 w 1998133"/>
              <a:gd name="csY35" fmla="*/ 279400 h 702734"/>
              <a:gd name="csX36" fmla="*/ 1464733 w 1998133"/>
              <a:gd name="csY36" fmla="*/ 313267 h 702734"/>
              <a:gd name="csX37" fmla="*/ 1490133 w 1998133"/>
              <a:gd name="csY37" fmla="*/ 406400 h 702734"/>
              <a:gd name="csX38" fmla="*/ 1498600 w 1998133"/>
              <a:gd name="csY38" fmla="*/ 448734 h 702734"/>
              <a:gd name="csX39" fmla="*/ 1515533 w 1998133"/>
              <a:gd name="csY39" fmla="*/ 482600 h 702734"/>
              <a:gd name="csX40" fmla="*/ 1532466 w 1998133"/>
              <a:gd name="csY40" fmla="*/ 541867 h 702734"/>
              <a:gd name="csX41" fmla="*/ 1557866 w 1998133"/>
              <a:gd name="csY41" fmla="*/ 584200 h 702734"/>
              <a:gd name="csX42" fmla="*/ 1574800 w 1998133"/>
              <a:gd name="csY42" fmla="*/ 618067 h 702734"/>
              <a:gd name="csX43" fmla="*/ 1651000 w 1998133"/>
              <a:gd name="csY43" fmla="*/ 643467 h 702734"/>
              <a:gd name="csX44" fmla="*/ 1710266 w 1998133"/>
              <a:gd name="csY44" fmla="*/ 651934 h 702734"/>
              <a:gd name="csX45" fmla="*/ 1794933 w 1998133"/>
              <a:gd name="csY45" fmla="*/ 635000 h 702734"/>
              <a:gd name="csX46" fmla="*/ 1845733 w 1998133"/>
              <a:gd name="csY46" fmla="*/ 592667 h 702734"/>
              <a:gd name="csX47" fmla="*/ 1913466 w 1998133"/>
              <a:gd name="csY47" fmla="*/ 524934 h 702734"/>
              <a:gd name="csX48" fmla="*/ 1930400 w 1998133"/>
              <a:gd name="csY48" fmla="*/ 508000 h 702734"/>
              <a:gd name="csX49" fmla="*/ 1964266 w 1998133"/>
              <a:gd name="csY49" fmla="*/ 482600 h 702734"/>
              <a:gd name="csX50" fmla="*/ 1998133 w 1998133"/>
              <a:gd name="csY50" fmla="*/ 448734 h 702734"/>
              <a:gd name="csX51" fmla="*/ 1998133 w 1998133"/>
              <a:gd name="csY51" fmla="*/ 465667 h 70273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</a:cxnLst>
            <a:rect l="l" t="t" r="r" b="b"/>
            <a:pathLst>
              <a:path w="1998133" h="702734">
                <a:moveTo>
                  <a:pt x="0" y="457200"/>
                </a:moveTo>
                <a:lnTo>
                  <a:pt x="0" y="457200"/>
                </a:lnTo>
                <a:cubicBezTo>
                  <a:pt x="11289" y="482600"/>
                  <a:pt x="21435" y="508539"/>
                  <a:pt x="33866" y="533400"/>
                </a:cubicBezTo>
                <a:cubicBezTo>
                  <a:pt x="38417" y="542502"/>
                  <a:pt x="45751" y="549965"/>
                  <a:pt x="50800" y="558800"/>
                </a:cubicBezTo>
                <a:cubicBezTo>
                  <a:pt x="102878" y="649935"/>
                  <a:pt x="18738" y="519174"/>
                  <a:pt x="101600" y="643467"/>
                </a:cubicBezTo>
                <a:cubicBezTo>
                  <a:pt x="107244" y="651934"/>
                  <a:pt x="110066" y="663223"/>
                  <a:pt x="118533" y="668867"/>
                </a:cubicBezTo>
                <a:cubicBezTo>
                  <a:pt x="127000" y="674511"/>
                  <a:pt x="134634" y="681667"/>
                  <a:pt x="143933" y="685800"/>
                </a:cubicBezTo>
                <a:cubicBezTo>
                  <a:pt x="160244" y="693049"/>
                  <a:pt x="194733" y="702734"/>
                  <a:pt x="194733" y="702734"/>
                </a:cubicBezTo>
                <a:cubicBezTo>
                  <a:pt x="231422" y="699912"/>
                  <a:pt x="269101" y="703192"/>
                  <a:pt x="304800" y="694267"/>
                </a:cubicBezTo>
                <a:cubicBezTo>
                  <a:pt x="320423" y="690361"/>
                  <a:pt x="337982" y="654449"/>
                  <a:pt x="347133" y="643467"/>
                </a:cubicBezTo>
                <a:cubicBezTo>
                  <a:pt x="377303" y="607263"/>
                  <a:pt x="364631" y="627776"/>
                  <a:pt x="397933" y="601134"/>
                </a:cubicBezTo>
                <a:cubicBezTo>
                  <a:pt x="404166" y="596147"/>
                  <a:pt x="408633" y="589187"/>
                  <a:pt x="414866" y="584200"/>
                </a:cubicBezTo>
                <a:cubicBezTo>
                  <a:pt x="422812" y="577843"/>
                  <a:pt x="432320" y="573624"/>
                  <a:pt x="440266" y="567267"/>
                </a:cubicBezTo>
                <a:cubicBezTo>
                  <a:pt x="500599" y="519002"/>
                  <a:pt x="404407" y="585530"/>
                  <a:pt x="482600" y="533400"/>
                </a:cubicBezTo>
                <a:cubicBezTo>
                  <a:pt x="502454" y="473832"/>
                  <a:pt x="476613" y="547369"/>
                  <a:pt x="508000" y="474134"/>
                </a:cubicBezTo>
                <a:cubicBezTo>
                  <a:pt x="516697" y="453842"/>
                  <a:pt x="518798" y="436338"/>
                  <a:pt x="524933" y="414867"/>
                </a:cubicBezTo>
                <a:cubicBezTo>
                  <a:pt x="527385" y="406286"/>
                  <a:pt x="529409" y="397449"/>
                  <a:pt x="533400" y="389467"/>
                </a:cubicBezTo>
                <a:cubicBezTo>
                  <a:pt x="537951" y="380366"/>
                  <a:pt x="544689" y="372534"/>
                  <a:pt x="550333" y="364067"/>
                </a:cubicBezTo>
                <a:cubicBezTo>
                  <a:pt x="553155" y="352778"/>
                  <a:pt x="553027" y="340303"/>
                  <a:pt x="558800" y="330200"/>
                </a:cubicBezTo>
                <a:cubicBezTo>
                  <a:pt x="564741" y="319804"/>
                  <a:pt x="576535" y="313998"/>
                  <a:pt x="584200" y="304800"/>
                </a:cubicBezTo>
                <a:cubicBezTo>
                  <a:pt x="590714" y="296983"/>
                  <a:pt x="596085" y="288235"/>
                  <a:pt x="601133" y="279400"/>
                </a:cubicBezTo>
                <a:cubicBezTo>
                  <a:pt x="628470" y="231560"/>
                  <a:pt x="604819" y="258781"/>
                  <a:pt x="635000" y="228600"/>
                </a:cubicBezTo>
                <a:cubicBezTo>
                  <a:pt x="645646" y="196659"/>
                  <a:pt x="648218" y="181515"/>
                  <a:pt x="677333" y="152400"/>
                </a:cubicBezTo>
                <a:cubicBezTo>
                  <a:pt x="685800" y="143933"/>
                  <a:pt x="694941" y="136091"/>
                  <a:pt x="702733" y="127000"/>
                </a:cubicBezTo>
                <a:cubicBezTo>
                  <a:pt x="719936" y="106930"/>
                  <a:pt x="726706" y="85142"/>
                  <a:pt x="753533" y="76200"/>
                </a:cubicBezTo>
                <a:cubicBezTo>
                  <a:pt x="769819" y="70771"/>
                  <a:pt x="787400" y="70556"/>
                  <a:pt x="804333" y="67734"/>
                </a:cubicBezTo>
                <a:cubicBezTo>
                  <a:pt x="854165" y="42817"/>
                  <a:pt x="826226" y="54791"/>
                  <a:pt x="889000" y="33867"/>
                </a:cubicBezTo>
                <a:cubicBezTo>
                  <a:pt x="905933" y="28223"/>
                  <a:pt x="922297" y="20435"/>
                  <a:pt x="939800" y="16934"/>
                </a:cubicBezTo>
                <a:cubicBezTo>
                  <a:pt x="993543" y="6185"/>
                  <a:pt x="968172" y="11957"/>
                  <a:pt x="1016000" y="0"/>
                </a:cubicBezTo>
                <a:cubicBezTo>
                  <a:pt x="1086555" y="2822"/>
                  <a:pt x="1157674" y="-865"/>
                  <a:pt x="1227666" y="8467"/>
                </a:cubicBezTo>
                <a:cubicBezTo>
                  <a:pt x="1243978" y="10642"/>
                  <a:pt x="1256609" y="24302"/>
                  <a:pt x="1270000" y="33867"/>
                </a:cubicBezTo>
                <a:cubicBezTo>
                  <a:pt x="1466523" y="174241"/>
                  <a:pt x="1283917" y="51612"/>
                  <a:pt x="1371600" y="110067"/>
                </a:cubicBezTo>
                <a:cubicBezTo>
                  <a:pt x="1377244" y="118534"/>
                  <a:pt x="1382619" y="127187"/>
                  <a:pt x="1388533" y="135467"/>
                </a:cubicBezTo>
                <a:cubicBezTo>
                  <a:pt x="1411692" y="167890"/>
                  <a:pt x="1416400" y="167035"/>
                  <a:pt x="1430866" y="203200"/>
                </a:cubicBezTo>
                <a:cubicBezTo>
                  <a:pt x="1437495" y="219773"/>
                  <a:pt x="1442156" y="237067"/>
                  <a:pt x="1447800" y="254000"/>
                </a:cubicBezTo>
                <a:cubicBezTo>
                  <a:pt x="1450622" y="262467"/>
                  <a:pt x="1454101" y="270742"/>
                  <a:pt x="1456266" y="279400"/>
                </a:cubicBezTo>
                <a:cubicBezTo>
                  <a:pt x="1459088" y="290689"/>
                  <a:pt x="1461536" y="302078"/>
                  <a:pt x="1464733" y="313267"/>
                </a:cubicBezTo>
                <a:cubicBezTo>
                  <a:pt x="1480954" y="370037"/>
                  <a:pt x="1470008" y="305778"/>
                  <a:pt x="1490133" y="406400"/>
                </a:cubicBezTo>
                <a:cubicBezTo>
                  <a:pt x="1492955" y="420511"/>
                  <a:pt x="1494049" y="435082"/>
                  <a:pt x="1498600" y="448734"/>
                </a:cubicBezTo>
                <a:cubicBezTo>
                  <a:pt x="1502591" y="460707"/>
                  <a:pt x="1511101" y="470782"/>
                  <a:pt x="1515533" y="482600"/>
                </a:cubicBezTo>
                <a:cubicBezTo>
                  <a:pt x="1523667" y="504290"/>
                  <a:pt x="1522236" y="521407"/>
                  <a:pt x="1532466" y="541867"/>
                </a:cubicBezTo>
                <a:cubicBezTo>
                  <a:pt x="1539825" y="556586"/>
                  <a:pt x="1549874" y="569815"/>
                  <a:pt x="1557866" y="584200"/>
                </a:cubicBezTo>
                <a:cubicBezTo>
                  <a:pt x="1563996" y="595233"/>
                  <a:pt x="1566720" y="608371"/>
                  <a:pt x="1574800" y="618067"/>
                </a:cubicBezTo>
                <a:cubicBezTo>
                  <a:pt x="1593811" y="640879"/>
                  <a:pt x="1625040" y="639473"/>
                  <a:pt x="1651000" y="643467"/>
                </a:cubicBezTo>
                <a:cubicBezTo>
                  <a:pt x="1670724" y="646502"/>
                  <a:pt x="1690511" y="649112"/>
                  <a:pt x="1710266" y="651934"/>
                </a:cubicBezTo>
                <a:cubicBezTo>
                  <a:pt x="1738488" y="646289"/>
                  <a:pt x="1768565" y="646536"/>
                  <a:pt x="1794933" y="635000"/>
                </a:cubicBezTo>
                <a:cubicBezTo>
                  <a:pt x="1815127" y="626165"/>
                  <a:pt x="1829581" y="607666"/>
                  <a:pt x="1845733" y="592667"/>
                </a:cubicBezTo>
                <a:cubicBezTo>
                  <a:pt x="1869131" y="570940"/>
                  <a:pt x="1890888" y="547512"/>
                  <a:pt x="1913466" y="524934"/>
                </a:cubicBezTo>
                <a:cubicBezTo>
                  <a:pt x="1919111" y="519289"/>
                  <a:pt x="1924014" y="512790"/>
                  <a:pt x="1930400" y="508000"/>
                </a:cubicBezTo>
                <a:cubicBezTo>
                  <a:pt x="1941689" y="499533"/>
                  <a:pt x="1953426" y="491634"/>
                  <a:pt x="1964266" y="482600"/>
                </a:cubicBezTo>
                <a:cubicBezTo>
                  <a:pt x="1964274" y="482593"/>
                  <a:pt x="1998125" y="448742"/>
                  <a:pt x="1998133" y="448734"/>
                </a:cubicBezTo>
                <a:lnTo>
                  <a:pt x="1998133" y="465667"/>
                </a:ln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Freeform: Shape 134">
            <a:extLst>
              <a:ext uri="{FF2B5EF4-FFF2-40B4-BE49-F238E27FC236}">
                <a16:creationId xmlns:a16="http://schemas.microsoft.com/office/drawing/2014/main" id="{1B3989D7-5459-49B0-1954-B54A483A5BBF}"/>
              </a:ext>
            </a:extLst>
          </p:cNvPr>
          <p:cNvSpPr/>
          <p:nvPr/>
        </p:nvSpPr>
        <p:spPr>
          <a:xfrm flipV="1">
            <a:off x="116106" y="5892813"/>
            <a:ext cx="1632720" cy="852895"/>
          </a:xfrm>
          <a:custGeom>
            <a:avLst/>
            <a:gdLst>
              <a:gd name="csX0" fmla="*/ 0 w 1998133"/>
              <a:gd name="csY0" fmla="*/ 457200 h 702734"/>
              <a:gd name="csX1" fmla="*/ 0 w 1998133"/>
              <a:gd name="csY1" fmla="*/ 457200 h 702734"/>
              <a:gd name="csX2" fmla="*/ 33866 w 1998133"/>
              <a:gd name="csY2" fmla="*/ 533400 h 702734"/>
              <a:gd name="csX3" fmla="*/ 50800 w 1998133"/>
              <a:gd name="csY3" fmla="*/ 558800 h 702734"/>
              <a:gd name="csX4" fmla="*/ 101600 w 1998133"/>
              <a:gd name="csY4" fmla="*/ 643467 h 702734"/>
              <a:gd name="csX5" fmla="*/ 118533 w 1998133"/>
              <a:gd name="csY5" fmla="*/ 668867 h 702734"/>
              <a:gd name="csX6" fmla="*/ 143933 w 1998133"/>
              <a:gd name="csY6" fmla="*/ 685800 h 702734"/>
              <a:gd name="csX7" fmla="*/ 194733 w 1998133"/>
              <a:gd name="csY7" fmla="*/ 702734 h 702734"/>
              <a:gd name="csX8" fmla="*/ 304800 w 1998133"/>
              <a:gd name="csY8" fmla="*/ 694267 h 702734"/>
              <a:gd name="csX9" fmla="*/ 347133 w 1998133"/>
              <a:gd name="csY9" fmla="*/ 643467 h 702734"/>
              <a:gd name="csX10" fmla="*/ 397933 w 1998133"/>
              <a:gd name="csY10" fmla="*/ 601134 h 702734"/>
              <a:gd name="csX11" fmla="*/ 414866 w 1998133"/>
              <a:gd name="csY11" fmla="*/ 584200 h 702734"/>
              <a:gd name="csX12" fmla="*/ 440266 w 1998133"/>
              <a:gd name="csY12" fmla="*/ 567267 h 702734"/>
              <a:gd name="csX13" fmla="*/ 482600 w 1998133"/>
              <a:gd name="csY13" fmla="*/ 533400 h 702734"/>
              <a:gd name="csX14" fmla="*/ 508000 w 1998133"/>
              <a:gd name="csY14" fmla="*/ 474134 h 702734"/>
              <a:gd name="csX15" fmla="*/ 524933 w 1998133"/>
              <a:gd name="csY15" fmla="*/ 414867 h 702734"/>
              <a:gd name="csX16" fmla="*/ 533400 w 1998133"/>
              <a:gd name="csY16" fmla="*/ 389467 h 702734"/>
              <a:gd name="csX17" fmla="*/ 550333 w 1998133"/>
              <a:gd name="csY17" fmla="*/ 364067 h 702734"/>
              <a:gd name="csX18" fmla="*/ 558800 w 1998133"/>
              <a:gd name="csY18" fmla="*/ 330200 h 702734"/>
              <a:gd name="csX19" fmla="*/ 584200 w 1998133"/>
              <a:gd name="csY19" fmla="*/ 304800 h 702734"/>
              <a:gd name="csX20" fmla="*/ 601133 w 1998133"/>
              <a:gd name="csY20" fmla="*/ 279400 h 702734"/>
              <a:gd name="csX21" fmla="*/ 635000 w 1998133"/>
              <a:gd name="csY21" fmla="*/ 228600 h 702734"/>
              <a:gd name="csX22" fmla="*/ 677333 w 1998133"/>
              <a:gd name="csY22" fmla="*/ 152400 h 702734"/>
              <a:gd name="csX23" fmla="*/ 702733 w 1998133"/>
              <a:gd name="csY23" fmla="*/ 127000 h 702734"/>
              <a:gd name="csX24" fmla="*/ 753533 w 1998133"/>
              <a:gd name="csY24" fmla="*/ 76200 h 702734"/>
              <a:gd name="csX25" fmla="*/ 804333 w 1998133"/>
              <a:gd name="csY25" fmla="*/ 67734 h 702734"/>
              <a:gd name="csX26" fmla="*/ 889000 w 1998133"/>
              <a:gd name="csY26" fmla="*/ 33867 h 702734"/>
              <a:gd name="csX27" fmla="*/ 939800 w 1998133"/>
              <a:gd name="csY27" fmla="*/ 16934 h 702734"/>
              <a:gd name="csX28" fmla="*/ 1016000 w 1998133"/>
              <a:gd name="csY28" fmla="*/ 0 h 702734"/>
              <a:gd name="csX29" fmla="*/ 1227666 w 1998133"/>
              <a:gd name="csY29" fmla="*/ 8467 h 702734"/>
              <a:gd name="csX30" fmla="*/ 1270000 w 1998133"/>
              <a:gd name="csY30" fmla="*/ 33867 h 702734"/>
              <a:gd name="csX31" fmla="*/ 1371600 w 1998133"/>
              <a:gd name="csY31" fmla="*/ 110067 h 702734"/>
              <a:gd name="csX32" fmla="*/ 1388533 w 1998133"/>
              <a:gd name="csY32" fmla="*/ 135467 h 702734"/>
              <a:gd name="csX33" fmla="*/ 1430866 w 1998133"/>
              <a:gd name="csY33" fmla="*/ 203200 h 702734"/>
              <a:gd name="csX34" fmla="*/ 1447800 w 1998133"/>
              <a:gd name="csY34" fmla="*/ 254000 h 702734"/>
              <a:gd name="csX35" fmla="*/ 1456266 w 1998133"/>
              <a:gd name="csY35" fmla="*/ 279400 h 702734"/>
              <a:gd name="csX36" fmla="*/ 1464733 w 1998133"/>
              <a:gd name="csY36" fmla="*/ 313267 h 702734"/>
              <a:gd name="csX37" fmla="*/ 1490133 w 1998133"/>
              <a:gd name="csY37" fmla="*/ 406400 h 702734"/>
              <a:gd name="csX38" fmla="*/ 1498600 w 1998133"/>
              <a:gd name="csY38" fmla="*/ 448734 h 702734"/>
              <a:gd name="csX39" fmla="*/ 1515533 w 1998133"/>
              <a:gd name="csY39" fmla="*/ 482600 h 702734"/>
              <a:gd name="csX40" fmla="*/ 1532466 w 1998133"/>
              <a:gd name="csY40" fmla="*/ 541867 h 702734"/>
              <a:gd name="csX41" fmla="*/ 1557866 w 1998133"/>
              <a:gd name="csY41" fmla="*/ 584200 h 702734"/>
              <a:gd name="csX42" fmla="*/ 1574800 w 1998133"/>
              <a:gd name="csY42" fmla="*/ 618067 h 702734"/>
              <a:gd name="csX43" fmla="*/ 1651000 w 1998133"/>
              <a:gd name="csY43" fmla="*/ 643467 h 702734"/>
              <a:gd name="csX44" fmla="*/ 1710266 w 1998133"/>
              <a:gd name="csY44" fmla="*/ 651934 h 702734"/>
              <a:gd name="csX45" fmla="*/ 1794933 w 1998133"/>
              <a:gd name="csY45" fmla="*/ 635000 h 702734"/>
              <a:gd name="csX46" fmla="*/ 1845733 w 1998133"/>
              <a:gd name="csY46" fmla="*/ 592667 h 702734"/>
              <a:gd name="csX47" fmla="*/ 1913466 w 1998133"/>
              <a:gd name="csY47" fmla="*/ 524934 h 702734"/>
              <a:gd name="csX48" fmla="*/ 1930400 w 1998133"/>
              <a:gd name="csY48" fmla="*/ 508000 h 702734"/>
              <a:gd name="csX49" fmla="*/ 1964266 w 1998133"/>
              <a:gd name="csY49" fmla="*/ 482600 h 702734"/>
              <a:gd name="csX50" fmla="*/ 1998133 w 1998133"/>
              <a:gd name="csY50" fmla="*/ 448734 h 702734"/>
              <a:gd name="csX51" fmla="*/ 1998133 w 1998133"/>
              <a:gd name="csY51" fmla="*/ 465667 h 70273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</a:cxnLst>
            <a:rect l="l" t="t" r="r" b="b"/>
            <a:pathLst>
              <a:path w="1998133" h="702734">
                <a:moveTo>
                  <a:pt x="0" y="457200"/>
                </a:moveTo>
                <a:lnTo>
                  <a:pt x="0" y="457200"/>
                </a:lnTo>
                <a:cubicBezTo>
                  <a:pt x="11289" y="482600"/>
                  <a:pt x="21435" y="508539"/>
                  <a:pt x="33866" y="533400"/>
                </a:cubicBezTo>
                <a:cubicBezTo>
                  <a:pt x="38417" y="542502"/>
                  <a:pt x="45751" y="549965"/>
                  <a:pt x="50800" y="558800"/>
                </a:cubicBezTo>
                <a:cubicBezTo>
                  <a:pt x="102878" y="649935"/>
                  <a:pt x="18738" y="519174"/>
                  <a:pt x="101600" y="643467"/>
                </a:cubicBezTo>
                <a:cubicBezTo>
                  <a:pt x="107244" y="651934"/>
                  <a:pt x="110066" y="663223"/>
                  <a:pt x="118533" y="668867"/>
                </a:cubicBezTo>
                <a:cubicBezTo>
                  <a:pt x="127000" y="674511"/>
                  <a:pt x="134634" y="681667"/>
                  <a:pt x="143933" y="685800"/>
                </a:cubicBezTo>
                <a:cubicBezTo>
                  <a:pt x="160244" y="693049"/>
                  <a:pt x="194733" y="702734"/>
                  <a:pt x="194733" y="702734"/>
                </a:cubicBezTo>
                <a:cubicBezTo>
                  <a:pt x="231422" y="699912"/>
                  <a:pt x="269101" y="703192"/>
                  <a:pt x="304800" y="694267"/>
                </a:cubicBezTo>
                <a:cubicBezTo>
                  <a:pt x="320423" y="690361"/>
                  <a:pt x="337982" y="654449"/>
                  <a:pt x="347133" y="643467"/>
                </a:cubicBezTo>
                <a:cubicBezTo>
                  <a:pt x="377303" y="607263"/>
                  <a:pt x="364631" y="627776"/>
                  <a:pt x="397933" y="601134"/>
                </a:cubicBezTo>
                <a:cubicBezTo>
                  <a:pt x="404166" y="596147"/>
                  <a:pt x="408633" y="589187"/>
                  <a:pt x="414866" y="584200"/>
                </a:cubicBezTo>
                <a:cubicBezTo>
                  <a:pt x="422812" y="577843"/>
                  <a:pt x="432320" y="573624"/>
                  <a:pt x="440266" y="567267"/>
                </a:cubicBezTo>
                <a:cubicBezTo>
                  <a:pt x="500599" y="519002"/>
                  <a:pt x="404407" y="585530"/>
                  <a:pt x="482600" y="533400"/>
                </a:cubicBezTo>
                <a:cubicBezTo>
                  <a:pt x="502454" y="473832"/>
                  <a:pt x="476613" y="547369"/>
                  <a:pt x="508000" y="474134"/>
                </a:cubicBezTo>
                <a:cubicBezTo>
                  <a:pt x="516697" y="453842"/>
                  <a:pt x="518798" y="436338"/>
                  <a:pt x="524933" y="414867"/>
                </a:cubicBezTo>
                <a:cubicBezTo>
                  <a:pt x="527385" y="406286"/>
                  <a:pt x="529409" y="397449"/>
                  <a:pt x="533400" y="389467"/>
                </a:cubicBezTo>
                <a:cubicBezTo>
                  <a:pt x="537951" y="380366"/>
                  <a:pt x="544689" y="372534"/>
                  <a:pt x="550333" y="364067"/>
                </a:cubicBezTo>
                <a:cubicBezTo>
                  <a:pt x="553155" y="352778"/>
                  <a:pt x="553027" y="340303"/>
                  <a:pt x="558800" y="330200"/>
                </a:cubicBezTo>
                <a:cubicBezTo>
                  <a:pt x="564741" y="319804"/>
                  <a:pt x="576535" y="313998"/>
                  <a:pt x="584200" y="304800"/>
                </a:cubicBezTo>
                <a:cubicBezTo>
                  <a:pt x="590714" y="296983"/>
                  <a:pt x="596085" y="288235"/>
                  <a:pt x="601133" y="279400"/>
                </a:cubicBezTo>
                <a:cubicBezTo>
                  <a:pt x="628470" y="231560"/>
                  <a:pt x="604819" y="258781"/>
                  <a:pt x="635000" y="228600"/>
                </a:cubicBezTo>
                <a:cubicBezTo>
                  <a:pt x="645646" y="196659"/>
                  <a:pt x="648218" y="181515"/>
                  <a:pt x="677333" y="152400"/>
                </a:cubicBezTo>
                <a:cubicBezTo>
                  <a:pt x="685800" y="143933"/>
                  <a:pt x="694941" y="136091"/>
                  <a:pt x="702733" y="127000"/>
                </a:cubicBezTo>
                <a:cubicBezTo>
                  <a:pt x="719936" y="106930"/>
                  <a:pt x="726706" y="85142"/>
                  <a:pt x="753533" y="76200"/>
                </a:cubicBezTo>
                <a:cubicBezTo>
                  <a:pt x="769819" y="70771"/>
                  <a:pt x="787400" y="70556"/>
                  <a:pt x="804333" y="67734"/>
                </a:cubicBezTo>
                <a:cubicBezTo>
                  <a:pt x="854165" y="42817"/>
                  <a:pt x="826226" y="54791"/>
                  <a:pt x="889000" y="33867"/>
                </a:cubicBezTo>
                <a:cubicBezTo>
                  <a:pt x="905933" y="28223"/>
                  <a:pt x="922297" y="20435"/>
                  <a:pt x="939800" y="16934"/>
                </a:cubicBezTo>
                <a:cubicBezTo>
                  <a:pt x="993543" y="6185"/>
                  <a:pt x="968172" y="11957"/>
                  <a:pt x="1016000" y="0"/>
                </a:cubicBezTo>
                <a:cubicBezTo>
                  <a:pt x="1086555" y="2822"/>
                  <a:pt x="1157674" y="-865"/>
                  <a:pt x="1227666" y="8467"/>
                </a:cubicBezTo>
                <a:cubicBezTo>
                  <a:pt x="1243978" y="10642"/>
                  <a:pt x="1256609" y="24302"/>
                  <a:pt x="1270000" y="33867"/>
                </a:cubicBezTo>
                <a:cubicBezTo>
                  <a:pt x="1466523" y="174241"/>
                  <a:pt x="1283917" y="51612"/>
                  <a:pt x="1371600" y="110067"/>
                </a:cubicBezTo>
                <a:cubicBezTo>
                  <a:pt x="1377244" y="118534"/>
                  <a:pt x="1382619" y="127187"/>
                  <a:pt x="1388533" y="135467"/>
                </a:cubicBezTo>
                <a:cubicBezTo>
                  <a:pt x="1411692" y="167890"/>
                  <a:pt x="1416400" y="167035"/>
                  <a:pt x="1430866" y="203200"/>
                </a:cubicBezTo>
                <a:cubicBezTo>
                  <a:pt x="1437495" y="219773"/>
                  <a:pt x="1442156" y="237067"/>
                  <a:pt x="1447800" y="254000"/>
                </a:cubicBezTo>
                <a:cubicBezTo>
                  <a:pt x="1450622" y="262467"/>
                  <a:pt x="1454101" y="270742"/>
                  <a:pt x="1456266" y="279400"/>
                </a:cubicBezTo>
                <a:cubicBezTo>
                  <a:pt x="1459088" y="290689"/>
                  <a:pt x="1461536" y="302078"/>
                  <a:pt x="1464733" y="313267"/>
                </a:cubicBezTo>
                <a:cubicBezTo>
                  <a:pt x="1480954" y="370037"/>
                  <a:pt x="1470008" y="305778"/>
                  <a:pt x="1490133" y="406400"/>
                </a:cubicBezTo>
                <a:cubicBezTo>
                  <a:pt x="1492955" y="420511"/>
                  <a:pt x="1494049" y="435082"/>
                  <a:pt x="1498600" y="448734"/>
                </a:cubicBezTo>
                <a:cubicBezTo>
                  <a:pt x="1502591" y="460707"/>
                  <a:pt x="1511101" y="470782"/>
                  <a:pt x="1515533" y="482600"/>
                </a:cubicBezTo>
                <a:cubicBezTo>
                  <a:pt x="1523667" y="504290"/>
                  <a:pt x="1522236" y="521407"/>
                  <a:pt x="1532466" y="541867"/>
                </a:cubicBezTo>
                <a:cubicBezTo>
                  <a:pt x="1539825" y="556586"/>
                  <a:pt x="1549874" y="569815"/>
                  <a:pt x="1557866" y="584200"/>
                </a:cubicBezTo>
                <a:cubicBezTo>
                  <a:pt x="1563996" y="595233"/>
                  <a:pt x="1566720" y="608371"/>
                  <a:pt x="1574800" y="618067"/>
                </a:cubicBezTo>
                <a:cubicBezTo>
                  <a:pt x="1593811" y="640879"/>
                  <a:pt x="1625040" y="639473"/>
                  <a:pt x="1651000" y="643467"/>
                </a:cubicBezTo>
                <a:cubicBezTo>
                  <a:pt x="1670724" y="646502"/>
                  <a:pt x="1690511" y="649112"/>
                  <a:pt x="1710266" y="651934"/>
                </a:cubicBezTo>
                <a:cubicBezTo>
                  <a:pt x="1738488" y="646289"/>
                  <a:pt x="1768565" y="646536"/>
                  <a:pt x="1794933" y="635000"/>
                </a:cubicBezTo>
                <a:cubicBezTo>
                  <a:pt x="1815127" y="626165"/>
                  <a:pt x="1829581" y="607666"/>
                  <a:pt x="1845733" y="592667"/>
                </a:cubicBezTo>
                <a:cubicBezTo>
                  <a:pt x="1869131" y="570940"/>
                  <a:pt x="1890888" y="547512"/>
                  <a:pt x="1913466" y="524934"/>
                </a:cubicBezTo>
                <a:cubicBezTo>
                  <a:pt x="1919111" y="519289"/>
                  <a:pt x="1924014" y="512790"/>
                  <a:pt x="1930400" y="508000"/>
                </a:cubicBezTo>
                <a:cubicBezTo>
                  <a:pt x="1941689" y="499533"/>
                  <a:pt x="1953426" y="491634"/>
                  <a:pt x="1964266" y="482600"/>
                </a:cubicBezTo>
                <a:cubicBezTo>
                  <a:pt x="1964274" y="482593"/>
                  <a:pt x="1998125" y="448742"/>
                  <a:pt x="1998133" y="448734"/>
                </a:cubicBezTo>
                <a:lnTo>
                  <a:pt x="1998133" y="465667"/>
                </a:ln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F0FE1A7D-AB60-E3B1-5083-3949B51E0ECB}"/>
              </a:ext>
            </a:extLst>
          </p:cNvPr>
          <p:cNvSpPr txBox="1"/>
          <p:nvPr/>
        </p:nvSpPr>
        <p:spPr>
          <a:xfrm>
            <a:off x="9692232" y="90808"/>
            <a:ext cx="241261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Convention followed: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Flexion </a:t>
            </a:r>
            <a:r>
              <a:rPr lang="en-US" sz="1600" i="1" dirty="0"/>
              <a:t>negative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extension </a:t>
            </a:r>
            <a:r>
              <a:rPr lang="en-US" sz="1600" i="1" dirty="0"/>
              <a:t>positive </a:t>
            </a:r>
          </a:p>
        </p:txBody>
      </p:sp>
    </p:spTree>
    <p:extLst>
      <p:ext uri="{BB962C8B-B14F-4D97-AF65-F5344CB8AC3E}">
        <p14:creationId xmlns:p14="http://schemas.microsoft.com/office/powerpoint/2010/main" val="13457988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A0051121-C535-53CE-00A2-1F1C2C2CB5DB}"/>
              </a:ext>
            </a:extLst>
          </p:cNvPr>
          <p:cNvGrpSpPr/>
          <p:nvPr/>
        </p:nvGrpSpPr>
        <p:grpSpPr>
          <a:xfrm>
            <a:off x="1238653" y="1251667"/>
            <a:ext cx="2127506" cy="4897634"/>
            <a:chOff x="3121446" y="798086"/>
            <a:chExt cx="2127506" cy="4897634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F2A1223D-C0CA-87FD-CAFE-5F99A7B2472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21446" y="798086"/>
              <a:ext cx="2127506" cy="4897634"/>
              <a:chOff x="979" y="3484"/>
              <a:chExt cx="2531" cy="5749"/>
            </a:xfrm>
          </p:grpSpPr>
          <p:sp>
            <p:nvSpPr>
              <p:cNvPr id="3" name="Oval 2">
                <a:extLst>
                  <a:ext uri="{FF2B5EF4-FFF2-40B4-BE49-F238E27FC236}">
                    <a16:creationId xmlns:a16="http://schemas.microsoft.com/office/drawing/2014/main" id="{685CB0C0-A7D2-9B90-40F9-7E74372F1B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852261">
                <a:off x="1665" y="4171"/>
                <a:ext cx="859" cy="2790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1B386492-D78F-4F03-FF9C-74CC98B581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8459039">
                <a:off x="1611" y="6219"/>
                <a:ext cx="549" cy="1813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1A9CB105-09A7-3D87-9489-4CEBE18D6B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2053654">
                <a:off x="1856" y="7422"/>
                <a:ext cx="396" cy="1811"/>
              </a:xfrm>
              <a:prstGeom prst="ellipse">
                <a:avLst/>
              </a:prstGeom>
              <a:solidFill>
                <a:srgbClr val="FF0000">
                  <a:alpha val="99000"/>
                </a:srgbClr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3A569049-DB2A-F3F2-D26A-E86A6D08FE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977303">
                <a:off x="2198" y="4556"/>
                <a:ext cx="314" cy="1427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342F7BCD-571C-71CF-594A-AC13B20A46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-213792">
                <a:off x="1591" y="8912"/>
                <a:ext cx="806" cy="206"/>
              </a:xfrm>
              <a:prstGeom prst="ellipse">
                <a:avLst/>
              </a:prstGeom>
              <a:solidFill>
                <a:srgbClr val="FF0000">
                  <a:alpha val="99000"/>
                </a:srgbClr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F2A7427F-071A-CD0D-B59C-A99A6A8EAD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827567">
                <a:off x="2985" y="6278"/>
                <a:ext cx="525" cy="200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0B1475AA-4709-28DF-B389-782CD8C147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73071">
                <a:off x="2635" y="3484"/>
                <a:ext cx="615" cy="975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F3D40BDA-E166-8373-4C6A-23E50EBF01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6840179">
                <a:off x="2490" y="5434"/>
                <a:ext cx="290" cy="1208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US" dirty="0"/>
              </a:p>
            </p:txBody>
          </p:sp>
        </p:grpSp>
        <p:sp>
          <p:nvSpPr>
            <p:cNvPr id="11" name="Up Arrow 10">
              <a:extLst>
                <a:ext uri="{FF2B5EF4-FFF2-40B4-BE49-F238E27FC236}">
                  <a16:creationId xmlns:a16="http://schemas.microsoft.com/office/drawing/2014/main" id="{4A964B9C-131C-A4DB-D013-B2ACB014DF7F}"/>
                </a:ext>
              </a:extLst>
            </p:cNvPr>
            <p:cNvSpPr/>
            <p:nvPr/>
          </p:nvSpPr>
          <p:spPr>
            <a:xfrm>
              <a:off x="3935244" y="3559008"/>
              <a:ext cx="128291" cy="2071204"/>
            </a:xfrm>
            <a:prstGeom prst="up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651726E9-723A-1473-F678-8C148A0935B6}"/>
              </a:ext>
            </a:extLst>
          </p:cNvPr>
          <p:cNvSpPr txBox="1"/>
          <p:nvPr/>
        </p:nvSpPr>
        <p:spPr>
          <a:xfrm>
            <a:off x="477154" y="293691"/>
            <a:ext cx="108568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Indicate what direction torque the floor force, </a:t>
            </a:r>
            <a:r>
              <a:rPr lang="en-US" sz="2400" b="1" dirty="0">
                <a:solidFill>
                  <a:srgbClr val="002060"/>
                </a:solidFill>
              </a:rPr>
              <a:t>n</a:t>
            </a:r>
            <a:r>
              <a:rPr lang="en-US" sz="2400" dirty="0">
                <a:solidFill>
                  <a:srgbClr val="C00000"/>
                </a:solidFill>
              </a:rPr>
              <a:t>, exerts on lower leg around knee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C51D9A4-A7CB-2991-1A0F-A54E7D19EEFD}"/>
              </a:ext>
            </a:extLst>
          </p:cNvPr>
          <p:cNvSpPr txBox="1"/>
          <p:nvPr/>
        </p:nvSpPr>
        <p:spPr>
          <a:xfrm>
            <a:off x="3487970" y="2977709"/>
            <a:ext cx="187446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Flexion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Extension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CFE4C15-F0FC-2A44-A7E1-C0532AF9B5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9148" y="1437683"/>
            <a:ext cx="5266418" cy="226561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4184BDC8-084F-424D-B8E8-5427178A0138}"/>
              </a:ext>
            </a:extLst>
          </p:cNvPr>
          <p:cNvSpPr txBox="1"/>
          <p:nvPr/>
        </p:nvSpPr>
        <p:spPr>
          <a:xfrm>
            <a:off x="7607769" y="3746821"/>
            <a:ext cx="410617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hlinkClick r:id="rId3"/>
              </a:rPr>
              <a:t>https://commons.wikimedia.org/wiki/File:Body_Movements_I.jpg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877008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picture containing indoor, table, sitting, small&#10;&#10;Description automatically generated">
            <a:extLst>
              <a:ext uri="{FF2B5EF4-FFF2-40B4-BE49-F238E27FC236}">
                <a16:creationId xmlns:a16="http://schemas.microsoft.com/office/drawing/2014/main" id="{442A4883-4934-9C13-F1B4-034A9ADBEF55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220" y="216614"/>
            <a:ext cx="4681220" cy="6424772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533FCCB-B34E-0ADE-B941-D7BF1A70F775}"/>
              </a:ext>
            </a:extLst>
          </p:cNvPr>
          <p:cNvCxnSpPr>
            <a:cxnSpLocks/>
          </p:cNvCxnSpPr>
          <p:nvPr/>
        </p:nvCxnSpPr>
        <p:spPr>
          <a:xfrm flipH="1" flipV="1">
            <a:off x="1566041" y="1047611"/>
            <a:ext cx="2078082" cy="2661453"/>
          </a:xfrm>
          <a:prstGeom prst="straightConnector1">
            <a:avLst/>
          </a:prstGeom>
          <a:ln w="73025">
            <a:solidFill>
              <a:srgbClr val="FF18D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92951EA-26BA-F4A0-930D-7A21765A6296}"/>
              </a:ext>
            </a:extLst>
          </p:cNvPr>
          <p:cNvCxnSpPr>
            <a:cxnSpLocks/>
          </p:cNvCxnSpPr>
          <p:nvPr/>
        </p:nvCxnSpPr>
        <p:spPr>
          <a:xfrm flipV="1">
            <a:off x="3752446" y="2687743"/>
            <a:ext cx="1670892" cy="1327424"/>
          </a:xfrm>
          <a:prstGeom prst="straightConnector1">
            <a:avLst/>
          </a:prstGeom>
          <a:ln w="730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0FFA770E-34F9-4C5F-58C7-EA15D09D1E1D}"/>
              </a:ext>
            </a:extLst>
          </p:cNvPr>
          <p:cNvSpPr txBox="1"/>
          <p:nvPr/>
        </p:nvSpPr>
        <p:spPr>
          <a:xfrm>
            <a:off x="292724" y="216614"/>
            <a:ext cx="270612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Limb:</a:t>
            </a:r>
            <a:r>
              <a:rPr lang="en-US" sz="2400" dirty="0">
                <a:solidFill>
                  <a:schemeClr val="bg1"/>
                </a:solidFill>
              </a:rPr>
              <a:t> lower leg-foot</a:t>
            </a:r>
          </a:p>
          <a:p>
            <a:r>
              <a:rPr lang="en-US" sz="2400" b="1" dirty="0">
                <a:solidFill>
                  <a:schemeClr val="bg1"/>
                </a:solidFill>
              </a:rPr>
              <a:t>Joint axis</a:t>
            </a:r>
            <a:r>
              <a:rPr lang="en-US" sz="2400" dirty="0">
                <a:solidFill>
                  <a:schemeClr val="bg1"/>
                </a:solidFill>
              </a:rPr>
              <a:t>: knee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7C9D130-D37D-45B4-3EC1-896EB3DB97F5}"/>
              </a:ext>
            </a:extLst>
          </p:cNvPr>
          <p:cNvSpPr txBox="1"/>
          <p:nvPr/>
        </p:nvSpPr>
        <p:spPr>
          <a:xfrm>
            <a:off x="1875023" y="2977506"/>
            <a:ext cx="13715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18DD"/>
                </a:solidFill>
              </a:rPr>
              <a:t>Hamstrings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40F68D0-50C1-8B9F-9837-BFE2051A3907}"/>
              </a:ext>
            </a:extLst>
          </p:cNvPr>
          <p:cNvSpPr txBox="1"/>
          <p:nvPr/>
        </p:nvSpPr>
        <p:spPr>
          <a:xfrm>
            <a:off x="3664618" y="4005754"/>
            <a:ext cx="15201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Quadriceps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F8C52E09-AF2F-6D59-0C5D-AA404628FA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955115" flipH="1">
            <a:off x="3870188" y="3224859"/>
            <a:ext cx="169157" cy="25319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EC5803F-1F1B-9D63-EDDB-F466B6C1B066}"/>
              </a:ext>
            </a:extLst>
          </p:cNvPr>
          <p:cNvSpPr txBox="1"/>
          <p:nvPr/>
        </p:nvSpPr>
        <p:spPr>
          <a:xfrm>
            <a:off x="11237268" y="220806"/>
            <a:ext cx="6916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4 pts.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5BDCF56-B6DC-7344-5D04-09539E606F82}"/>
              </a:ext>
            </a:extLst>
          </p:cNvPr>
          <p:cNvSpPr txBox="1"/>
          <p:nvPr/>
        </p:nvSpPr>
        <p:spPr>
          <a:xfrm>
            <a:off x="5719225" y="761515"/>
            <a:ext cx="6261415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The </a:t>
            </a:r>
            <a:r>
              <a:rPr lang="en-US" sz="2400" b="1" dirty="0">
                <a:solidFill>
                  <a:srgbClr val="FF0000"/>
                </a:solidFill>
              </a:rPr>
              <a:t>quadriceps</a:t>
            </a:r>
            <a:r>
              <a:rPr lang="en-US" sz="2400" dirty="0"/>
              <a:t> can only cause torque of the lower leg around the knee in one rotation direction. Indicate which one.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Flexion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Extension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BC64ECE-C433-5F0F-E1D8-4F8AC552ECAF}"/>
              </a:ext>
            </a:extLst>
          </p:cNvPr>
          <p:cNvSpPr txBox="1"/>
          <p:nvPr/>
        </p:nvSpPr>
        <p:spPr>
          <a:xfrm>
            <a:off x="5808856" y="3613048"/>
            <a:ext cx="6261415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The </a:t>
            </a:r>
            <a:r>
              <a:rPr lang="en-US" sz="2400" b="1" dirty="0">
                <a:solidFill>
                  <a:srgbClr val="FF18DD"/>
                </a:solidFill>
              </a:rPr>
              <a:t>hamstrings</a:t>
            </a:r>
            <a:r>
              <a:rPr lang="en-US" sz="2400" dirty="0"/>
              <a:t> can only cause torque of the lower leg around the knee in one rotation direction. Indicate which one.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Flexion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Extension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31580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555387-5D71-F0A5-DA14-24188C6CE4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picture containing indoor, table, sitting, small&#10;&#10;Description automatically generated">
            <a:extLst>
              <a:ext uri="{FF2B5EF4-FFF2-40B4-BE49-F238E27FC236}">
                <a16:creationId xmlns:a16="http://schemas.microsoft.com/office/drawing/2014/main" id="{F0AEC06D-FDEB-A994-86E3-F53F9C6D7C01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220" y="216614"/>
            <a:ext cx="4681220" cy="6424772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1376309-4E23-DA0D-728F-766C56721A9A}"/>
              </a:ext>
            </a:extLst>
          </p:cNvPr>
          <p:cNvCxnSpPr>
            <a:cxnSpLocks/>
          </p:cNvCxnSpPr>
          <p:nvPr/>
        </p:nvCxnSpPr>
        <p:spPr>
          <a:xfrm flipH="1" flipV="1">
            <a:off x="1566041" y="1047611"/>
            <a:ext cx="2078082" cy="2661453"/>
          </a:xfrm>
          <a:prstGeom prst="straightConnector1">
            <a:avLst/>
          </a:prstGeom>
          <a:ln w="73025">
            <a:solidFill>
              <a:srgbClr val="FF18D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F368DC4-691F-8B19-536B-E7CE69742394}"/>
              </a:ext>
            </a:extLst>
          </p:cNvPr>
          <p:cNvCxnSpPr>
            <a:cxnSpLocks/>
          </p:cNvCxnSpPr>
          <p:nvPr/>
        </p:nvCxnSpPr>
        <p:spPr>
          <a:xfrm flipV="1">
            <a:off x="3752446" y="2687743"/>
            <a:ext cx="1670892" cy="1327424"/>
          </a:xfrm>
          <a:prstGeom prst="straightConnector1">
            <a:avLst/>
          </a:prstGeom>
          <a:ln w="730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540BBE6B-3822-73E3-FD32-3AA93B46FB60}"/>
              </a:ext>
            </a:extLst>
          </p:cNvPr>
          <p:cNvSpPr txBox="1"/>
          <p:nvPr/>
        </p:nvSpPr>
        <p:spPr>
          <a:xfrm>
            <a:off x="5770843" y="1007736"/>
            <a:ext cx="4361935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Quadriceps muscle torque can:  </a:t>
            </a:r>
          </a:p>
          <a:p>
            <a:pPr marL="800100" lvl="1" indent="-342900">
              <a:buFont typeface="+mj-lt"/>
              <a:buAutoNum type="alphaLcPeriod"/>
            </a:pPr>
            <a:r>
              <a:rPr lang="en-US" sz="2000" dirty="0">
                <a:solidFill>
                  <a:srgbClr val="C00000"/>
                </a:solidFill>
              </a:rPr>
              <a:t>Speed up flexion</a:t>
            </a:r>
          </a:p>
          <a:p>
            <a:pPr marL="800100" lvl="1" indent="-342900">
              <a:buFont typeface="+mj-lt"/>
              <a:buAutoNum type="alphaLcPeriod"/>
            </a:pPr>
            <a:r>
              <a:rPr lang="en-US" sz="2000" dirty="0">
                <a:solidFill>
                  <a:srgbClr val="C00000"/>
                </a:solidFill>
              </a:rPr>
              <a:t>Slow down flexion</a:t>
            </a:r>
          </a:p>
          <a:p>
            <a:pPr marL="800100" lvl="1" indent="-342900">
              <a:buFont typeface="+mj-lt"/>
              <a:buAutoNum type="alphaLcPeriod"/>
            </a:pPr>
            <a:r>
              <a:rPr lang="en-US" sz="2000" dirty="0">
                <a:solidFill>
                  <a:srgbClr val="C00000"/>
                </a:solidFill>
              </a:rPr>
              <a:t>Speed up extension</a:t>
            </a:r>
          </a:p>
          <a:p>
            <a:pPr marL="800100" lvl="1" indent="-342900">
              <a:buFont typeface="+mj-lt"/>
              <a:buAutoNum type="alphaLcPeriod"/>
            </a:pPr>
            <a:r>
              <a:rPr lang="en-US" sz="2000" dirty="0">
                <a:solidFill>
                  <a:srgbClr val="C00000"/>
                </a:solidFill>
              </a:rPr>
              <a:t>Slow down extension</a:t>
            </a:r>
          </a:p>
          <a:p>
            <a:r>
              <a:rPr lang="en-US" b="1" dirty="0"/>
              <a:t>Bold all that apply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960F88B-CD68-23A6-843F-79F182678BA4}"/>
              </a:ext>
            </a:extLst>
          </p:cNvPr>
          <p:cNvSpPr txBox="1"/>
          <p:nvPr/>
        </p:nvSpPr>
        <p:spPr>
          <a:xfrm>
            <a:off x="292724" y="216614"/>
            <a:ext cx="270612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Limb:</a:t>
            </a:r>
            <a:r>
              <a:rPr lang="en-US" sz="2400" dirty="0">
                <a:solidFill>
                  <a:schemeClr val="bg1"/>
                </a:solidFill>
              </a:rPr>
              <a:t> lower leg-foot</a:t>
            </a:r>
          </a:p>
          <a:p>
            <a:r>
              <a:rPr lang="en-US" sz="2400" b="1" dirty="0">
                <a:solidFill>
                  <a:schemeClr val="bg1"/>
                </a:solidFill>
              </a:rPr>
              <a:t>Joint axis</a:t>
            </a:r>
            <a:r>
              <a:rPr lang="en-US" sz="2400" dirty="0">
                <a:solidFill>
                  <a:schemeClr val="bg1"/>
                </a:solidFill>
              </a:rPr>
              <a:t>: knee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7709E7C-40E7-2029-2670-003B0B650F0F}"/>
              </a:ext>
            </a:extLst>
          </p:cNvPr>
          <p:cNvSpPr txBox="1"/>
          <p:nvPr/>
        </p:nvSpPr>
        <p:spPr>
          <a:xfrm>
            <a:off x="5958017" y="4005754"/>
            <a:ext cx="4361935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18DD"/>
                </a:solidFill>
              </a:rPr>
              <a:t>Hamstring</a:t>
            </a:r>
            <a:r>
              <a:rPr lang="en-US" sz="2400" dirty="0">
                <a:solidFill>
                  <a:srgbClr val="C00000"/>
                </a:solidFill>
              </a:rPr>
              <a:t> muscle torque can:  </a:t>
            </a:r>
          </a:p>
          <a:p>
            <a:pPr marL="800100" lvl="1" indent="-342900">
              <a:buFont typeface="+mj-lt"/>
              <a:buAutoNum type="alphaLcPeriod"/>
            </a:pPr>
            <a:r>
              <a:rPr lang="en-US" sz="2000" dirty="0">
                <a:solidFill>
                  <a:srgbClr val="C00000"/>
                </a:solidFill>
              </a:rPr>
              <a:t>Speed up flexion</a:t>
            </a:r>
          </a:p>
          <a:p>
            <a:pPr marL="800100" lvl="1" indent="-342900">
              <a:buFont typeface="+mj-lt"/>
              <a:buAutoNum type="alphaLcPeriod"/>
            </a:pPr>
            <a:r>
              <a:rPr lang="en-US" sz="2000" dirty="0">
                <a:solidFill>
                  <a:srgbClr val="C00000"/>
                </a:solidFill>
              </a:rPr>
              <a:t>Slow down flexion</a:t>
            </a:r>
          </a:p>
          <a:p>
            <a:pPr marL="800100" lvl="1" indent="-342900">
              <a:buFont typeface="+mj-lt"/>
              <a:buAutoNum type="alphaLcPeriod"/>
            </a:pPr>
            <a:r>
              <a:rPr lang="en-US" sz="2000" dirty="0">
                <a:solidFill>
                  <a:srgbClr val="C00000"/>
                </a:solidFill>
              </a:rPr>
              <a:t>Speed up extension</a:t>
            </a:r>
          </a:p>
          <a:p>
            <a:pPr marL="800100" lvl="1" indent="-342900">
              <a:buFont typeface="+mj-lt"/>
              <a:buAutoNum type="alphaLcPeriod"/>
            </a:pPr>
            <a:r>
              <a:rPr lang="en-US" sz="2000" dirty="0">
                <a:solidFill>
                  <a:srgbClr val="C00000"/>
                </a:solidFill>
              </a:rPr>
              <a:t>Slow down extension</a:t>
            </a:r>
          </a:p>
          <a:p>
            <a:r>
              <a:rPr lang="en-US" b="1" dirty="0"/>
              <a:t>Bold all that apply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60CDEB9-01B9-6B12-35F8-27D6C89885AC}"/>
              </a:ext>
            </a:extLst>
          </p:cNvPr>
          <p:cNvSpPr txBox="1"/>
          <p:nvPr/>
        </p:nvSpPr>
        <p:spPr>
          <a:xfrm>
            <a:off x="1875023" y="2977506"/>
            <a:ext cx="13715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18DD"/>
                </a:solidFill>
              </a:rPr>
              <a:t>Hamstrings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4DDD977-6973-F390-B93E-C4BF20842315}"/>
              </a:ext>
            </a:extLst>
          </p:cNvPr>
          <p:cNvSpPr txBox="1"/>
          <p:nvPr/>
        </p:nvSpPr>
        <p:spPr>
          <a:xfrm>
            <a:off x="3664618" y="4005754"/>
            <a:ext cx="15201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Quadriceps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12DD8EE0-80EB-6FE3-C911-40FE15DFF9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955115" flipH="1">
            <a:off x="3870188" y="3224859"/>
            <a:ext cx="169157" cy="25319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1780F95-73B7-BDE9-69BA-2AC7A42C641F}"/>
              </a:ext>
            </a:extLst>
          </p:cNvPr>
          <p:cNvSpPr txBox="1"/>
          <p:nvPr/>
        </p:nvSpPr>
        <p:spPr>
          <a:xfrm>
            <a:off x="11237268" y="220806"/>
            <a:ext cx="6916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4 pts.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8557C0-A846-0E26-90E5-3EE9192B04EF}"/>
              </a:ext>
            </a:extLst>
          </p:cNvPr>
          <p:cNvSpPr txBox="1"/>
          <p:nvPr/>
        </p:nvSpPr>
        <p:spPr>
          <a:xfrm>
            <a:off x="10577486" y="2813546"/>
            <a:ext cx="13513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Concentric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86AAF0-79AC-451E-1201-A15A7446EC83}"/>
              </a:ext>
            </a:extLst>
          </p:cNvPr>
          <p:cNvSpPr txBox="1"/>
          <p:nvPr/>
        </p:nvSpPr>
        <p:spPr>
          <a:xfrm>
            <a:off x="10604461" y="3339732"/>
            <a:ext cx="13513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Concentric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5FC2DD0-58E3-CF31-6BF6-4FF847FB5736}"/>
              </a:ext>
            </a:extLst>
          </p:cNvPr>
          <p:cNvSpPr txBox="1"/>
          <p:nvPr/>
        </p:nvSpPr>
        <p:spPr>
          <a:xfrm>
            <a:off x="9320450" y="2813546"/>
            <a:ext cx="12570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Eccentric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D97B9B4-0A7A-0C5B-5CD4-C9753DD98659}"/>
              </a:ext>
            </a:extLst>
          </p:cNvPr>
          <p:cNvSpPr txBox="1"/>
          <p:nvPr/>
        </p:nvSpPr>
        <p:spPr>
          <a:xfrm>
            <a:off x="9211369" y="3339732"/>
            <a:ext cx="12570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Eccentric</a:t>
            </a:r>
          </a:p>
        </p:txBody>
      </p:sp>
      <p:sp>
        <p:nvSpPr>
          <p:cNvPr id="9" name="Down Arrow Callout 8">
            <a:extLst>
              <a:ext uri="{FF2B5EF4-FFF2-40B4-BE49-F238E27FC236}">
                <a16:creationId xmlns:a16="http://schemas.microsoft.com/office/drawing/2014/main" id="{BE779005-97EE-6E9F-9FF9-94C1FC507736}"/>
              </a:ext>
            </a:extLst>
          </p:cNvPr>
          <p:cNvSpPr/>
          <p:nvPr/>
        </p:nvSpPr>
        <p:spPr>
          <a:xfrm>
            <a:off x="9821182" y="2392285"/>
            <a:ext cx="1070263" cy="372669"/>
          </a:xfrm>
          <a:prstGeom prst="downArrow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Drag</a:t>
            </a:r>
          </a:p>
        </p:txBody>
      </p:sp>
    </p:spTree>
    <p:extLst>
      <p:ext uri="{BB962C8B-B14F-4D97-AF65-F5344CB8AC3E}">
        <p14:creationId xmlns:p14="http://schemas.microsoft.com/office/powerpoint/2010/main" val="28006400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6A2FCE-BFB2-8EBF-E7D0-6671FDF4DF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Box 34">
            <a:extLst>
              <a:ext uri="{FF2B5EF4-FFF2-40B4-BE49-F238E27FC236}">
                <a16:creationId xmlns:a16="http://schemas.microsoft.com/office/drawing/2014/main" id="{C9EE06C2-84A8-9F55-DB12-294C71255D66}"/>
              </a:ext>
            </a:extLst>
          </p:cNvPr>
          <p:cNvSpPr txBox="1"/>
          <p:nvPr/>
        </p:nvSpPr>
        <p:spPr>
          <a:xfrm>
            <a:off x="1049605" y="207772"/>
            <a:ext cx="1071147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>
                <a:solidFill>
                  <a:srgbClr val="C00000"/>
                </a:solidFill>
              </a:rPr>
              <a:t>Indicate</a:t>
            </a:r>
            <a:r>
              <a:rPr lang="en-US" sz="2400" dirty="0">
                <a:solidFill>
                  <a:srgbClr val="C00000"/>
                </a:solidFill>
              </a:rPr>
              <a:t> if  the floor force, </a:t>
            </a:r>
            <a:r>
              <a:rPr lang="en-US" sz="2400" b="1" dirty="0">
                <a:solidFill>
                  <a:srgbClr val="002060"/>
                </a:solidFill>
              </a:rPr>
              <a:t>n</a:t>
            </a:r>
            <a:r>
              <a:rPr lang="en-US" sz="2400" dirty="0">
                <a:solidFill>
                  <a:srgbClr val="C00000"/>
                </a:solidFill>
              </a:rPr>
              <a:t>, can exert a torque in each case to cause the </a:t>
            </a:r>
            <a:r>
              <a:rPr lang="en-US" sz="2400" dirty="0">
                <a:solidFill>
                  <a:srgbClr val="0070C0"/>
                </a:solidFill>
              </a:rPr>
              <a:t>angular acceleration</a:t>
            </a:r>
            <a:r>
              <a:rPr lang="en-US" sz="2400" dirty="0">
                <a:solidFill>
                  <a:srgbClr val="C00000"/>
                </a:solidFill>
              </a:rPr>
              <a:t> indicated? </a:t>
            </a:r>
          </a:p>
        </p:txBody>
      </p:sp>
      <p:grpSp>
        <p:nvGrpSpPr>
          <p:cNvPr id="84" name="Group 83">
            <a:extLst>
              <a:ext uri="{FF2B5EF4-FFF2-40B4-BE49-F238E27FC236}">
                <a16:creationId xmlns:a16="http://schemas.microsoft.com/office/drawing/2014/main" id="{37EEDF01-7603-E1CC-D13C-B24C284E5188}"/>
              </a:ext>
            </a:extLst>
          </p:cNvPr>
          <p:cNvGrpSpPr/>
          <p:nvPr/>
        </p:nvGrpSpPr>
        <p:grpSpPr>
          <a:xfrm>
            <a:off x="6805504" y="2392292"/>
            <a:ext cx="1159985" cy="3402744"/>
            <a:chOff x="861438" y="3134383"/>
            <a:chExt cx="1159985" cy="3402744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12EF6BEA-0CAD-F614-EE78-6143613E289D}"/>
                </a:ext>
              </a:extLst>
            </p:cNvPr>
            <p:cNvGrpSpPr/>
            <p:nvPr/>
          </p:nvGrpSpPr>
          <p:grpSpPr>
            <a:xfrm>
              <a:off x="1147333" y="3134383"/>
              <a:ext cx="874090" cy="2988835"/>
              <a:chOff x="3503069" y="647298"/>
              <a:chExt cx="1587013" cy="5041607"/>
            </a:xfrm>
          </p:grpSpPr>
          <p:grpSp>
            <p:nvGrpSpPr>
              <p:cNvPr id="2" name="Group 1">
                <a:extLst>
                  <a:ext uri="{FF2B5EF4-FFF2-40B4-BE49-F238E27FC236}">
                    <a16:creationId xmlns:a16="http://schemas.microsoft.com/office/drawing/2014/main" id="{FD54B203-EFE9-47A5-6632-A68B0037F86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03069" y="647298"/>
                <a:ext cx="1587013" cy="5041607"/>
                <a:chOff x="1433" y="3307"/>
                <a:chExt cx="1888" cy="5918"/>
              </a:xfrm>
            </p:grpSpPr>
            <p:sp>
              <p:nvSpPr>
                <p:cNvPr id="3" name="Oval 2">
                  <a:extLst>
                    <a:ext uri="{FF2B5EF4-FFF2-40B4-BE49-F238E27FC236}">
                      <a16:creationId xmlns:a16="http://schemas.microsoft.com/office/drawing/2014/main" id="{FEDF6BE7-3165-168A-9E2D-68670FA41F2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224658">
                  <a:off x="1433" y="4022"/>
                  <a:ext cx="859" cy="2790"/>
                </a:xfrm>
                <a:prstGeom prst="ellipse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4" name="Oval 3">
                  <a:extLst>
                    <a:ext uri="{FF2B5EF4-FFF2-40B4-BE49-F238E27FC236}">
                      <a16:creationId xmlns:a16="http://schemas.microsoft.com/office/drawing/2014/main" id="{20A56214-0FC0-D45D-D91D-BC05B137AC0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9916702">
                  <a:off x="1441" y="6112"/>
                  <a:ext cx="599" cy="1662"/>
                </a:xfrm>
                <a:prstGeom prst="ellipse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5" name="Oval 4">
                  <a:extLst>
                    <a:ext uri="{FF2B5EF4-FFF2-40B4-BE49-F238E27FC236}">
                      <a16:creationId xmlns:a16="http://schemas.microsoft.com/office/drawing/2014/main" id="{FD0CDA28-28D4-E257-D889-205208EDD67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040930">
                  <a:off x="1732" y="7414"/>
                  <a:ext cx="396" cy="1811"/>
                </a:xfrm>
                <a:prstGeom prst="ellipse">
                  <a:avLst/>
                </a:prstGeom>
                <a:solidFill>
                  <a:srgbClr val="FF0000">
                    <a:alpha val="99000"/>
                  </a:srgbClr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6" name="Oval 5">
                  <a:extLst>
                    <a:ext uri="{FF2B5EF4-FFF2-40B4-BE49-F238E27FC236}">
                      <a16:creationId xmlns:a16="http://schemas.microsoft.com/office/drawing/2014/main" id="{3E19EFE4-2FCA-8183-7A68-C56027C5DCF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977303">
                  <a:off x="1939" y="4430"/>
                  <a:ext cx="314" cy="1427"/>
                </a:xfrm>
                <a:prstGeom prst="ellipse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" name="Oval 6">
                  <a:extLst>
                    <a:ext uri="{FF2B5EF4-FFF2-40B4-BE49-F238E27FC236}">
                      <a16:creationId xmlns:a16="http://schemas.microsoft.com/office/drawing/2014/main" id="{C74764AF-3831-48C6-822D-542BB6837AF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21386208">
                  <a:off x="1572" y="8911"/>
                  <a:ext cx="826" cy="244"/>
                </a:xfrm>
                <a:prstGeom prst="ellipse">
                  <a:avLst/>
                </a:prstGeom>
                <a:solidFill>
                  <a:srgbClr val="FF0000">
                    <a:alpha val="99000"/>
                  </a:srgbClr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8" name="Oval 7">
                  <a:extLst>
                    <a:ext uri="{FF2B5EF4-FFF2-40B4-BE49-F238E27FC236}">
                      <a16:creationId xmlns:a16="http://schemas.microsoft.com/office/drawing/2014/main" id="{99B8FF23-E4BB-D93E-AC96-FAAFCB80CB8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827567">
                  <a:off x="2796" y="6137"/>
                  <a:ext cx="525" cy="264"/>
                </a:xfrm>
                <a:prstGeom prst="ellipse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9" name="Oval 8">
                  <a:extLst>
                    <a:ext uri="{FF2B5EF4-FFF2-40B4-BE49-F238E27FC236}">
                      <a16:creationId xmlns:a16="http://schemas.microsoft.com/office/drawing/2014/main" id="{225E4678-FFF0-4662-CCD2-1DDA548DF19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073071">
                  <a:off x="2214" y="3307"/>
                  <a:ext cx="615" cy="975"/>
                </a:xfrm>
                <a:prstGeom prst="ellipse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0" name="Oval 9">
                  <a:extLst>
                    <a:ext uri="{FF2B5EF4-FFF2-40B4-BE49-F238E27FC236}">
                      <a16:creationId xmlns:a16="http://schemas.microsoft.com/office/drawing/2014/main" id="{8365FBFB-6476-CB4B-EF30-4AB18282AF4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6840179">
                  <a:off x="2198" y="5354"/>
                  <a:ext cx="290" cy="1208"/>
                </a:xfrm>
                <a:prstGeom prst="ellipse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endParaRPr lang="en-US" dirty="0"/>
                </a:p>
              </p:txBody>
            </p:sp>
          </p:grpSp>
          <p:sp>
            <p:nvSpPr>
              <p:cNvPr id="11" name="Up Arrow 10">
                <a:extLst>
                  <a:ext uri="{FF2B5EF4-FFF2-40B4-BE49-F238E27FC236}">
                    <a16:creationId xmlns:a16="http://schemas.microsoft.com/office/drawing/2014/main" id="{7997A8FC-EEB8-A326-CB26-E76D5412EBFB}"/>
                  </a:ext>
                </a:extLst>
              </p:cNvPr>
              <p:cNvSpPr/>
              <p:nvPr/>
            </p:nvSpPr>
            <p:spPr>
              <a:xfrm>
                <a:off x="3799648" y="3578398"/>
                <a:ext cx="128292" cy="2071204"/>
              </a:xfrm>
              <a:prstGeom prst="upArrow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39" name="Arc 38">
              <a:extLst>
                <a:ext uri="{FF2B5EF4-FFF2-40B4-BE49-F238E27FC236}">
                  <a16:creationId xmlns:a16="http://schemas.microsoft.com/office/drawing/2014/main" id="{153ED8C3-3CE9-F3A2-CAB6-E3FC865A1740}"/>
                </a:ext>
              </a:extLst>
            </p:cNvPr>
            <p:cNvSpPr/>
            <p:nvPr/>
          </p:nvSpPr>
          <p:spPr>
            <a:xfrm rot="8182216">
              <a:off x="941895" y="5533429"/>
              <a:ext cx="783772" cy="783771"/>
            </a:xfrm>
            <a:prstGeom prst="arc">
              <a:avLst/>
            </a:prstGeom>
            <a:ln w="25400">
              <a:solidFill>
                <a:srgbClr val="FF0000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3" name="Arc 42">
              <a:extLst>
                <a:ext uri="{FF2B5EF4-FFF2-40B4-BE49-F238E27FC236}">
                  <a16:creationId xmlns:a16="http://schemas.microsoft.com/office/drawing/2014/main" id="{A1076F91-2267-408F-6300-698E9AEEBB56}"/>
                </a:ext>
              </a:extLst>
            </p:cNvPr>
            <p:cNvSpPr/>
            <p:nvPr/>
          </p:nvSpPr>
          <p:spPr>
            <a:xfrm rot="7677215">
              <a:off x="891453" y="5723340"/>
              <a:ext cx="783772" cy="843802"/>
            </a:xfrm>
            <a:prstGeom prst="arc">
              <a:avLst/>
            </a:prstGeom>
            <a:noFill/>
            <a:ln w="25400">
              <a:solidFill>
                <a:srgbClr val="0070C0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41D3E379-E011-BDD8-15B3-9957C591F076}"/>
              </a:ext>
            </a:extLst>
          </p:cNvPr>
          <p:cNvGrpSpPr/>
          <p:nvPr/>
        </p:nvGrpSpPr>
        <p:grpSpPr>
          <a:xfrm>
            <a:off x="1666085" y="2538777"/>
            <a:ext cx="1171780" cy="3267729"/>
            <a:chOff x="2627803" y="3338764"/>
            <a:chExt cx="1171780" cy="3267729"/>
          </a:xfrm>
        </p:grpSpPr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A8639004-18E1-6E0C-CCE1-10AB350B4241}"/>
                </a:ext>
              </a:extLst>
            </p:cNvPr>
            <p:cNvGrpSpPr/>
            <p:nvPr/>
          </p:nvGrpSpPr>
          <p:grpSpPr>
            <a:xfrm>
              <a:off x="2627803" y="3338764"/>
              <a:ext cx="1171780" cy="2903483"/>
              <a:chOff x="3121446" y="798086"/>
              <a:chExt cx="2127506" cy="4897634"/>
            </a:xfrm>
          </p:grpSpPr>
          <p:grpSp>
            <p:nvGrpSpPr>
              <p:cNvPr id="45" name="Group 44">
                <a:extLst>
                  <a:ext uri="{FF2B5EF4-FFF2-40B4-BE49-F238E27FC236}">
                    <a16:creationId xmlns:a16="http://schemas.microsoft.com/office/drawing/2014/main" id="{621C59A3-2BEE-1289-09B8-AA337B98AEB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21446" y="798086"/>
                <a:ext cx="2127506" cy="4897634"/>
                <a:chOff x="979" y="3484"/>
                <a:chExt cx="2531" cy="5749"/>
              </a:xfrm>
            </p:grpSpPr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A866D829-B08E-2B25-1E7B-077982B3AA7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852261">
                  <a:off x="1665" y="4171"/>
                  <a:ext cx="859" cy="2790"/>
                </a:xfrm>
                <a:prstGeom prst="ellipse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2C851AD8-639D-ABDB-5E29-98974160277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8459039">
                  <a:off x="1611" y="6219"/>
                  <a:ext cx="549" cy="1813"/>
                </a:xfrm>
                <a:prstGeom prst="ellipse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4B6DD731-3C7B-4DB2-BDB8-940794BA766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2053654">
                  <a:off x="1856" y="7422"/>
                  <a:ext cx="396" cy="1811"/>
                </a:xfrm>
                <a:prstGeom prst="ellipse">
                  <a:avLst/>
                </a:prstGeom>
                <a:solidFill>
                  <a:srgbClr val="FF0000">
                    <a:alpha val="99000"/>
                  </a:srgbClr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3C746F5F-C24A-E860-D28E-011FB7E53EA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977303">
                  <a:off x="2198" y="4556"/>
                  <a:ext cx="314" cy="1427"/>
                </a:xfrm>
                <a:prstGeom prst="ellipse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51" name="Oval 50">
                  <a:extLst>
                    <a:ext uri="{FF2B5EF4-FFF2-40B4-BE49-F238E27FC236}">
                      <a16:creationId xmlns:a16="http://schemas.microsoft.com/office/drawing/2014/main" id="{7052A319-17D5-61DE-1065-7556FB8D306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-213792">
                  <a:off x="1591" y="8912"/>
                  <a:ext cx="806" cy="206"/>
                </a:xfrm>
                <a:prstGeom prst="ellipse">
                  <a:avLst/>
                </a:prstGeom>
                <a:solidFill>
                  <a:srgbClr val="FF0000">
                    <a:alpha val="99000"/>
                  </a:srgbClr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52" name="Oval 51">
                  <a:extLst>
                    <a:ext uri="{FF2B5EF4-FFF2-40B4-BE49-F238E27FC236}">
                      <a16:creationId xmlns:a16="http://schemas.microsoft.com/office/drawing/2014/main" id="{40F155C3-CB58-7025-C08C-25C812F3842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827567">
                  <a:off x="2985" y="6278"/>
                  <a:ext cx="525" cy="200"/>
                </a:xfrm>
                <a:prstGeom prst="ellipse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53" name="Oval 52">
                  <a:extLst>
                    <a:ext uri="{FF2B5EF4-FFF2-40B4-BE49-F238E27FC236}">
                      <a16:creationId xmlns:a16="http://schemas.microsoft.com/office/drawing/2014/main" id="{1957393A-C37A-D137-1591-1C6F9BC90D6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073071">
                  <a:off x="2635" y="3484"/>
                  <a:ext cx="615" cy="975"/>
                </a:xfrm>
                <a:prstGeom prst="ellipse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54" name="Oval 53">
                  <a:extLst>
                    <a:ext uri="{FF2B5EF4-FFF2-40B4-BE49-F238E27FC236}">
                      <a16:creationId xmlns:a16="http://schemas.microsoft.com/office/drawing/2014/main" id="{DD2EE7F9-073E-113B-EA4B-7224A6B59EF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6840179">
                  <a:off x="2490" y="5434"/>
                  <a:ext cx="290" cy="1208"/>
                </a:xfrm>
                <a:prstGeom prst="ellipse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endParaRPr lang="en-US" dirty="0"/>
                </a:p>
              </p:txBody>
            </p:sp>
          </p:grpSp>
          <p:sp>
            <p:nvSpPr>
              <p:cNvPr id="46" name="Up Arrow 10">
                <a:extLst>
                  <a:ext uri="{FF2B5EF4-FFF2-40B4-BE49-F238E27FC236}">
                    <a16:creationId xmlns:a16="http://schemas.microsoft.com/office/drawing/2014/main" id="{A59A5981-B1B3-A80C-4238-2ED486E373AA}"/>
                  </a:ext>
                </a:extLst>
              </p:cNvPr>
              <p:cNvSpPr/>
              <p:nvPr/>
            </p:nvSpPr>
            <p:spPr>
              <a:xfrm>
                <a:off x="3935244" y="3559008"/>
                <a:ext cx="128291" cy="2071204"/>
              </a:xfrm>
              <a:prstGeom prst="upArrow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55" name="Arc 54">
              <a:extLst>
                <a:ext uri="{FF2B5EF4-FFF2-40B4-BE49-F238E27FC236}">
                  <a16:creationId xmlns:a16="http://schemas.microsoft.com/office/drawing/2014/main" id="{3BE50855-C09F-1258-EB07-D1E7C1FE61E3}"/>
                </a:ext>
              </a:extLst>
            </p:cNvPr>
            <p:cNvSpPr/>
            <p:nvPr/>
          </p:nvSpPr>
          <p:spPr>
            <a:xfrm rot="8182216">
              <a:off x="2752360" y="5625273"/>
              <a:ext cx="783772" cy="783771"/>
            </a:xfrm>
            <a:prstGeom prst="arc">
              <a:avLst/>
            </a:prstGeom>
            <a:ln w="25400">
              <a:solidFill>
                <a:srgbClr val="FF0000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7" name="Arc 56">
              <a:extLst>
                <a:ext uri="{FF2B5EF4-FFF2-40B4-BE49-F238E27FC236}">
                  <a16:creationId xmlns:a16="http://schemas.microsoft.com/office/drawing/2014/main" id="{210B5807-49CC-94DF-411A-A074366C8D42}"/>
                </a:ext>
              </a:extLst>
            </p:cNvPr>
            <p:cNvSpPr/>
            <p:nvPr/>
          </p:nvSpPr>
          <p:spPr>
            <a:xfrm rot="7400528">
              <a:off x="2717505" y="5822721"/>
              <a:ext cx="783772" cy="783771"/>
            </a:xfrm>
            <a:prstGeom prst="arc">
              <a:avLst/>
            </a:prstGeom>
            <a:noFill/>
            <a:ln w="25400">
              <a:solidFill>
                <a:srgbClr val="0070C0"/>
              </a:solidFill>
              <a:headEnd type="triangle" w="lg" len="med"/>
              <a:tailEnd type="non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EADF9A28-0D26-9F95-E64F-517327D6F064}"/>
              </a:ext>
            </a:extLst>
          </p:cNvPr>
          <p:cNvGrpSpPr/>
          <p:nvPr/>
        </p:nvGrpSpPr>
        <p:grpSpPr>
          <a:xfrm>
            <a:off x="3100942" y="2547278"/>
            <a:ext cx="1171780" cy="3256533"/>
            <a:chOff x="3925465" y="3469982"/>
            <a:chExt cx="1171780" cy="3256533"/>
          </a:xfrm>
        </p:grpSpPr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F167453C-E4C2-6EFB-0433-3C4387C5A798}"/>
                </a:ext>
              </a:extLst>
            </p:cNvPr>
            <p:cNvGrpSpPr/>
            <p:nvPr/>
          </p:nvGrpSpPr>
          <p:grpSpPr>
            <a:xfrm>
              <a:off x="3925465" y="3469982"/>
              <a:ext cx="1171780" cy="2903483"/>
              <a:chOff x="3121446" y="798086"/>
              <a:chExt cx="2127506" cy="4897634"/>
            </a:xfrm>
          </p:grpSpPr>
          <p:grpSp>
            <p:nvGrpSpPr>
              <p:cNvPr id="59" name="Group 58">
                <a:extLst>
                  <a:ext uri="{FF2B5EF4-FFF2-40B4-BE49-F238E27FC236}">
                    <a16:creationId xmlns:a16="http://schemas.microsoft.com/office/drawing/2014/main" id="{2CCC5B3F-B7C1-4D45-258C-8DB0B448C63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21446" y="798086"/>
                <a:ext cx="2127506" cy="4897634"/>
                <a:chOff x="979" y="3484"/>
                <a:chExt cx="2531" cy="5749"/>
              </a:xfrm>
            </p:grpSpPr>
            <p:sp>
              <p:nvSpPr>
                <p:cNvPr id="61" name="Oval 60">
                  <a:extLst>
                    <a:ext uri="{FF2B5EF4-FFF2-40B4-BE49-F238E27FC236}">
                      <a16:creationId xmlns:a16="http://schemas.microsoft.com/office/drawing/2014/main" id="{25FA88C5-4731-E296-FCD8-0045476A5E3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852261">
                  <a:off x="1665" y="4171"/>
                  <a:ext cx="859" cy="2790"/>
                </a:xfrm>
                <a:prstGeom prst="ellipse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62" name="Oval 61">
                  <a:extLst>
                    <a:ext uri="{FF2B5EF4-FFF2-40B4-BE49-F238E27FC236}">
                      <a16:creationId xmlns:a16="http://schemas.microsoft.com/office/drawing/2014/main" id="{B487FD52-3F51-F20B-9087-6B63269EF4C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8459039">
                  <a:off x="1611" y="6219"/>
                  <a:ext cx="549" cy="1813"/>
                </a:xfrm>
                <a:prstGeom prst="ellipse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63" name="Oval 62">
                  <a:extLst>
                    <a:ext uri="{FF2B5EF4-FFF2-40B4-BE49-F238E27FC236}">
                      <a16:creationId xmlns:a16="http://schemas.microsoft.com/office/drawing/2014/main" id="{66EA46CB-A3A1-2681-8FCB-86C2E50DDDD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2053654">
                  <a:off x="1856" y="7422"/>
                  <a:ext cx="396" cy="1811"/>
                </a:xfrm>
                <a:prstGeom prst="ellipse">
                  <a:avLst/>
                </a:prstGeom>
                <a:solidFill>
                  <a:srgbClr val="FF0000">
                    <a:alpha val="99000"/>
                  </a:srgbClr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64" name="Oval 63">
                  <a:extLst>
                    <a:ext uri="{FF2B5EF4-FFF2-40B4-BE49-F238E27FC236}">
                      <a16:creationId xmlns:a16="http://schemas.microsoft.com/office/drawing/2014/main" id="{4B462F2B-0506-3FB2-E1E4-3781297C907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977303">
                  <a:off x="2198" y="4556"/>
                  <a:ext cx="314" cy="1427"/>
                </a:xfrm>
                <a:prstGeom prst="ellipse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65" name="Oval 64">
                  <a:extLst>
                    <a:ext uri="{FF2B5EF4-FFF2-40B4-BE49-F238E27FC236}">
                      <a16:creationId xmlns:a16="http://schemas.microsoft.com/office/drawing/2014/main" id="{BE31933F-7A0C-3F2D-BC56-30AC6CFC006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-213792">
                  <a:off x="1591" y="8912"/>
                  <a:ext cx="806" cy="206"/>
                </a:xfrm>
                <a:prstGeom prst="ellipse">
                  <a:avLst/>
                </a:prstGeom>
                <a:solidFill>
                  <a:srgbClr val="FF0000">
                    <a:alpha val="99000"/>
                  </a:srgbClr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66" name="Oval 65">
                  <a:extLst>
                    <a:ext uri="{FF2B5EF4-FFF2-40B4-BE49-F238E27FC236}">
                      <a16:creationId xmlns:a16="http://schemas.microsoft.com/office/drawing/2014/main" id="{2A6D8259-C195-A604-8DEB-702F823254A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827567">
                  <a:off x="2985" y="6278"/>
                  <a:ext cx="525" cy="200"/>
                </a:xfrm>
                <a:prstGeom prst="ellipse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67" name="Oval 66">
                  <a:extLst>
                    <a:ext uri="{FF2B5EF4-FFF2-40B4-BE49-F238E27FC236}">
                      <a16:creationId xmlns:a16="http://schemas.microsoft.com/office/drawing/2014/main" id="{8A16D2EB-C2E1-27FF-8B4A-5347AB829C1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073071">
                  <a:off x="2635" y="3484"/>
                  <a:ext cx="615" cy="975"/>
                </a:xfrm>
                <a:prstGeom prst="ellipse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68" name="Oval 67">
                  <a:extLst>
                    <a:ext uri="{FF2B5EF4-FFF2-40B4-BE49-F238E27FC236}">
                      <a16:creationId xmlns:a16="http://schemas.microsoft.com/office/drawing/2014/main" id="{74285E49-06AA-C86E-9383-362F18B865B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6840179">
                  <a:off x="2490" y="5434"/>
                  <a:ext cx="290" cy="1208"/>
                </a:xfrm>
                <a:prstGeom prst="ellipse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endParaRPr lang="en-US" dirty="0"/>
                </a:p>
              </p:txBody>
            </p:sp>
          </p:grpSp>
          <p:sp>
            <p:nvSpPr>
              <p:cNvPr id="60" name="Up Arrow 10">
                <a:extLst>
                  <a:ext uri="{FF2B5EF4-FFF2-40B4-BE49-F238E27FC236}">
                    <a16:creationId xmlns:a16="http://schemas.microsoft.com/office/drawing/2014/main" id="{DC35FF76-C89F-9624-230C-11CE5F844C84}"/>
                  </a:ext>
                </a:extLst>
              </p:cNvPr>
              <p:cNvSpPr/>
              <p:nvPr/>
            </p:nvSpPr>
            <p:spPr>
              <a:xfrm>
                <a:off x="3935244" y="3559008"/>
                <a:ext cx="128291" cy="2071204"/>
              </a:xfrm>
              <a:prstGeom prst="upArrow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69" name="Arc 68">
              <a:extLst>
                <a:ext uri="{FF2B5EF4-FFF2-40B4-BE49-F238E27FC236}">
                  <a16:creationId xmlns:a16="http://schemas.microsoft.com/office/drawing/2014/main" id="{2C81DB53-3E0E-F78D-CEB5-A2A4EA186C89}"/>
                </a:ext>
              </a:extLst>
            </p:cNvPr>
            <p:cNvSpPr/>
            <p:nvPr/>
          </p:nvSpPr>
          <p:spPr>
            <a:xfrm rot="7715153">
              <a:off x="3988548" y="5705082"/>
              <a:ext cx="783772" cy="783771"/>
            </a:xfrm>
            <a:prstGeom prst="arc">
              <a:avLst/>
            </a:prstGeom>
            <a:ln w="25400">
              <a:solidFill>
                <a:srgbClr val="FF0000"/>
              </a:solidFill>
              <a:headEnd type="triangle" w="lg" len="med"/>
              <a:tailEnd type="non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0" name="Arc 69">
              <a:extLst>
                <a:ext uri="{FF2B5EF4-FFF2-40B4-BE49-F238E27FC236}">
                  <a16:creationId xmlns:a16="http://schemas.microsoft.com/office/drawing/2014/main" id="{3FF8EDB4-9ECA-76A4-B8B8-F51FDA0BE24D}"/>
                </a:ext>
              </a:extLst>
            </p:cNvPr>
            <p:cNvSpPr/>
            <p:nvPr/>
          </p:nvSpPr>
          <p:spPr>
            <a:xfrm rot="7400528">
              <a:off x="4004627" y="5942743"/>
              <a:ext cx="783772" cy="783771"/>
            </a:xfrm>
            <a:prstGeom prst="arc">
              <a:avLst/>
            </a:prstGeom>
            <a:noFill/>
            <a:ln w="25400">
              <a:solidFill>
                <a:srgbClr val="0070C0"/>
              </a:solidFill>
              <a:headEnd type="triangle" w="lg" len="med"/>
              <a:tailEnd type="non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97D52347-674C-E5B7-88AC-DE4FCA6D2C53}"/>
              </a:ext>
            </a:extLst>
          </p:cNvPr>
          <p:cNvGrpSpPr/>
          <p:nvPr/>
        </p:nvGrpSpPr>
        <p:grpSpPr>
          <a:xfrm>
            <a:off x="8040783" y="2597932"/>
            <a:ext cx="1171780" cy="3267729"/>
            <a:chOff x="2627803" y="3338764"/>
            <a:chExt cx="1171780" cy="3267729"/>
          </a:xfrm>
        </p:grpSpPr>
        <p:grpSp>
          <p:nvGrpSpPr>
            <p:cNvPr id="103" name="Group 102">
              <a:extLst>
                <a:ext uri="{FF2B5EF4-FFF2-40B4-BE49-F238E27FC236}">
                  <a16:creationId xmlns:a16="http://schemas.microsoft.com/office/drawing/2014/main" id="{3718523D-7EED-834C-69EA-099D6DAFEA23}"/>
                </a:ext>
              </a:extLst>
            </p:cNvPr>
            <p:cNvGrpSpPr/>
            <p:nvPr/>
          </p:nvGrpSpPr>
          <p:grpSpPr>
            <a:xfrm>
              <a:off x="2627803" y="3338764"/>
              <a:ext cx="1171780" cy="2903483"/>
              <a:chOff x="3121446" y="798086"/>
              <a:chExt cx="2127506" cy="4897634"/>
            </a:xfrm>
          </p:grpSpPr>
          <p:grpSp>
            <p:nvGrpSpPr>
              <p:cNvPr id="106" name="Group 105">
                <a:extLst>
                  <a:ext uri="{FF2B5EF4-FFF2-40B4-BE49-F238E27FC236}">
                    <a16:creationId xmlns:a16="http://schemas.microsoft.com/office/drawing/2014/main" id="{575AAB72-16DC-B50B-3B65-8779745EBF9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21446" y="798086"/>
                <a:ext cx="2127506" cy="4897634"/>
                <a:chOff x="979" y="3484"/>
                <a:chExt cx="2531" cy="5749"/>
              </a:xfrm>
            </p:grpSpPr>
            <p:sp>
              <p:nvSpPr>
                <p:cNvPr id="108" name="Oval 107">
                  <a:extLst>
                    <a:ext uri="{FF2B5EF4-FFF2-40B4-BE49-F238E27FC236}">
                      <a16:creationId xmlns:a16="http://schemas.microsoft.com/office/drawing/2014/main" id="{C3865B72-D7D8-E243-B8E3-3F6C0AE8DB9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852261">
                  <a:off x="1665" y="4171"/>
                  <a:ext cx="859" cy="2790"/>
                </a:xfrm>
                <a:prstGeom prst="ellipse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09" name="Oval 108">
                  <a:extLst>
                    <a:ext uri="{FF2B5EF4-FFF2-40B4-BE49-F238E27FC236}">
                      <a16:creationId xmlns:a16="http://schemas.microsoft.com/office/drawing/2014/main" id="{D234BEF5-1FC2-6802-EC62-6A63D5475F0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8459039">
                  <a:off x="1611" y="6219"/>
                  <a:ext cx="549" cy="1813"/>
                </a:xfrm>
                <a:prstGeom prst="ellipse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10" name="Oval 109">
                  <a:extLst>
                    <a:ext uri="{FF2B5EF4-FFF2-40B4-BE49-F238E27FC236}">
                      <a16:creationId xmlns:a16="http://schemas.microsoft.com/office/drawing/2014/main" id="{0712D66F-F638-696B-0E4D-A46D0B1DD0B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2053654">
                  <a:off x="1856" y="7422"/>
                  <a:ext cx="396" cy="1811"/>
                </a:xfrm>
                <a:prstGeom prst="ellipse">
                  <a:avLst/>
                </a:prstGeom>
                <a:solidFill>
                  <a:srgbClr val="FF0000">
                    <a:alpha val="99000"/>
                  </a:srgbClr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11" name="Oval 110">
                  <a:extLst>
                    <a:ext uri="{FF2B5EF4-FFF2-40B4-BE49-F238E27FC236}">
                      <a16:creationId xmlns:a16="http://schemas.microsoft.com/office/drawing/2014/main" id="{9DB7080A-5542-A7EE-6F7D-9C606F84F2F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977303">
                  <a:off x="2198" y="4556"/>
                  <a:ext cx="314" cy="1427"/>
                </a:xfrm>
                <a:prstGeom prst="ellipse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12" name="Oval 111">
                  <a:extLst>
                    <a:ext uri="{FF2B5EF4-FFF2-40B4-BE49-F238E27FC236}">
                      <a16:creationId xmlns:a16="http://schemas.microsoft.com/office/drawing/2014/main" id="{063D247E-713A-8B3A-A0F5-22D97150C6F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-213792">
                  <a:off x="1591" y="8912"/>
                  <a:ext cx="806" cy="206"/>
                </a:xfrm>
                <a:prstGeom prst="ellipse">
                  <a:avLst/>
                </a:prstGeom>
                <a:solidFill>
                  <a:srgbClr val="FF0000">
                    <a:alpha val="99000"/>
                  </a:srgbClr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13" name="Oval 112">
                  <a:extLst>
                    <a:ext uri="{FF2B5EF4-FFF2-40B4-BE49-F238E27FC236}">
                      <a16:creationId xmlns:a16="http://schemas.microsoft.com/office/drawing/2014/main" id="{2CF3E4A9-F4C9-C59D-ECD3-0E3DEC53D50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827567">
                  <a:off x="2985" y="6278"/>
                  <a:ext cx="525" cy="200"/>
                </a:xfrm>
                <a:prstGeom prst="ellipse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14" name="Oval 113">
                  <a:extLst>
                    <a:ext uri="{FF2B5EF4-FFF2-40B4-BE49-F238E27FC236}">
                      <a16:creationId xmlns:a16="http://schemas.microsoft.com/office/drawing/2014/main" id="{437F1C56-9110-8D38-BF2F-E579014B7FD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073071">
                  <a:off x="2635" y="3484"/>
                  <a:ext cx="615" cy="975"/>
                </a:xfrm>
                <a:prstGeom prst="ellipse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15" name="Oval 114">
                  <a:extLst>
                    <a:ext uri="{FF2B5EF4-FFF2-40B4-BE49-F238E27FC236}">
                      <a16:creationId xmlns:a16="http://schemas.microsoft.com/office/drawing/2014/main" id="{1728B6FA-DFA0-DECA-5F58-3CFB93C353A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6840179">
                  <a:off x="2490" y="5434"/>
                  <a:ext cx="290" cy="1208"/>
                </a:xfrm>
                <a:prstGeom prst="ellipse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endParaRPr lang="en-US" dirty="0"/>
                </a:p>
              </p:txBody>
            </p:sp>
          </p:grpSp>
          <p:sp>
            <p:nvSpPr>
              <p:cNvPr id="107" name="Up Arrow 10">
                <a:extLst>
                  <a:ext uri="{FF2B5EF4-FFF2-40B4-BE49-F238E27FC236}">
                    <a16:creationId xmlns:a16="http://schemas.microsoft.com/office/drawing/2014/main" id="{2C2FD0BC-65E8-25C2-D47F-9C6764487936}"/>
                  </a:ext>
                </a:extLst>
              </p:cNvPr>
              <p:cNvSpPr/>
              <p:nvPr/>
            </p:nvSpPr>
            <p:spPr>
              <a:xfrm>
                <a:off x="3935244" y="3559008"/>
                <a:ext cx="128291" cy="2071204"/>
              </a:xfrm>
              <a:prstGeom prst="upArrow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04" name="Arc 103">
              <a:extLst>
                <a:ext uri="{FF2B5EF4-FFF2-40B4-BE49-F238E27FC236}">
                  <a16:creationId xmlns:a16="http://schemas.microsoft.com/office/drawing/2014/main" id="{0F7378D5-DE81-15DE-5F12-AC9AE65A3AAF}"/>
                </a:ext>
              </a:extLst>
            </p:cNvPr>
            <p:cNvSpPr/>
            <p:nvPr/>
          </p:nvSpPr>
          <p:spPr>
            <a:xfrm rot="8182216">
              <a:off x="2752360" y="5625273"/>
              <a:ext cx="783772" cy="783771"/>
            </a:xfrm>
            <a:prstGeom prst="arc">
              <a:avLst/>
            </a:prstGeom>
            <a:ln w="25400">
              <a:solidFill>
                <a:srgbClr val="FF0000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5" name="Arc 104">
              <a:extLst>
                <a:ext uri="{FF2B5EF4-FFF2-40B4-BE49-F238E27FC236}">
                  <a16:creationId xmlns:a16="http://schemas.microsoft.com/office/drawing/2014/main" id="{30D7ED24-EE9A-D43C-2A5E-0C954E042AD6}"/>
                </a:ext>
              </a:extLst>
            </p:cNvPr>
            <p:cNvSpPr/>
            <p:nvPr/>
          </p:nvSpPr>
          <p:spPr>
            <a:xfrm rot="7400528">
              <a:off x="2717505" y="5822721"/>
              <a:ext cx="783772" cy="783771"/>
            </a:xfrm>
            <a:prstGeom prst="arc">
              <a:avLst/>
            </a:prstGeom>
            <a:noFill/>
            <a:ln w="25400">
              <a:solidFill>
                <a:srgbClr val="0070C0"/>
              </a:solidFill>
              <a:headEnd type="triangle" w="lg" len="med"/>
              <a:tailEnd type="non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89C4E154-4F89-4BCD-EAD0-A76AF82B5D97}"/>
              </a:ext>
            </a:extLst>
          </p:cNvPr>
          <p:cNvGrpSpPr/>
          <p:nvPr/>
        </p:nvGrpSpPr>
        <p:grpSpPr>
          <a:xfrm>
            <a:off x="9456081" y="2608204"/>
            <a:ext cx="1171780" cy="3256533"/>
            <a:chOff x="3925465" y="3469982"/>
            <a:chExt cx="1171780" cy="3256533"/>
          </a:xfrm>
        </p:grpSpPr>
        <p:grpSp>
          <p:nvGrpSpPr>
            <p:cNvPr id="117" name="Group 116">
              <a:extLst>
                <a:ext uri="{FF2B5EF4-FFF2-40B4-BE49-F238E27FC236}">
                  <a16:creationId xmlns:a16="http://schemas.microsoft.com/office/drawing/2014/main" id="{D83CC217-CAA4-3414-2D7B-EA376A1E7866}"/>
                </a:ext>
              </a:extLst>
            </p:cNvPr>
            <p:cNvGrpSpPr/>
            <p:nvPr/>
          </p:nvGrpSpPr>
          <p:grpSpPr>
            <a:xfrm>
              <a:off x="3925465" y="3469982"/>
              <a:ext cx="1171780" cy="2903483"/>
              <a:chOff x="3121446" y="798086"/>
              <a:chExt cx="2127506" cy="4897634"/>
            </a:xfrm>
          </p:grpSpPr>
          <p:grpSp>
            <p:nvGrpSpPr>
              <p:cNvPr id="120" name="Group 119">
                <a:extLst>
                  <a:ext uri="{FF2B5EF4-FFF2-40B4-BE49-F238E27FC236}">
                    <a16:creationId xmlns:a16="http://schemas.microsoft.com/office/drawing/2014/main" id="{565A0D6A-24ED-F43A-4C09-D654F30D6F8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21446" y="798086"/>
                <a:ext cx="2127506" cy="4897634"/>
                <a:chOff x="979" y="3484"/>
                <a:chExt cx="2531" cy="5749"/>
              </a:xfrm>
            </p:grpSpPr>
            <p:sp>
              <p:nvSpPr>
                <p:cNvPr id="122" name="Oval 121">
                  <a:extLst>
                    <a:ext uri="{FF2B5EF4-FFF2-40B4-BE49-F238E27FC236}">
                      <a16:creationId xmlns:a16="http://schemas.microsoft.com/office/drawing/2014/main" id="{2073EB1A-5C8C-235D-FFBB-DAE5223D499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852261">
                  <a:off x="1665" y="4171"/>
                  <a:ext cx="859" cy="2790"/>
                </a:xfrm>
                <a:prstGeom prst="ellipse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23" name="Oval 122">
                  <a:extLst>
                    <a:ext uri="{FF2B5EF4-FFF2-40B4-BE49-F238E27FC236}">
                      <a16:creationId xmlns:a16="http://schemas.microsoft.com/office/drawing/2014/main" id="{8994816F-9354-C02A-FBC5-7A2C9746E09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8459039">
                  <a:off x="1611" y="6219"/>
                  <a:ext cx="549" cy="1813"/>
                </a:xfrm>
                <a:prstGeom prst="ellipse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24" name="Oval 123">
                  <a:extLst>
                    <a:ext uri="{FF2B5EF4-FFF2-40B4-BE49-F238E27FC236}">
                      <a16:creationId xmlns:a16="http://schemas.microsoft.com/office/drawing/2014/main" id="{2C81BEE2-1EA2-F9D5-813D-CF578AE2DA2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2053654">
                  <a:off x="1856" y="7422"/>
                  <a:ext cx="396" cy="1811"/>
                </a:xfrm>
                <a:prstGeom prst="ellipse">
                  <a:avLst/>
                </a:prstGeom>
                <a:solidFill>
                  <a:srgbClr val="FF0000">
                    <a:alpha val="99000"/>
                  </a:srgbClr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25" name="Oval 124">
                  <a:extLst>
                    <a:ext uri="{FF2B5EF4-FFF2-40B4-BE49-F238E27FC236}">
                      <a16:creationId xmlns:a16="http://schemas.microsoft.com/office/drawing/2014/main" id="{9E8FC1C2-8404-579A-31EE-16DA4B4D91E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977303">
                  <a:off x="2198" y="4556"/>
                  <a:ext cx="314" cy="1427"/>
                </a:xfrm>
                <a:prstGeom prst="ellipse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26" name="Oval 125">
                  <a:extLst>
                    <a:ext uri="{FF2B5EF4-FFF2-40B4-BE49-F238E27FC236}">
                      <a16:creationId xmlns:a16="http://schemas.microsoft.com/office/drawing/2014/main" id="{76A60E18-9A20-6CA7-1126-52896AE7604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-213792">
                  <a:off x="1591" y="8912"/>
                  <a:ext cx="806" cy="206"/>
                </a:xfrm>
                <a:prstGeom prst="ellipse">
                  <a:avLst/>
                </a:prstGeom>
                <a:solidFill>
                  <a:srgbClr val="FF0000">
                    <a:alpha val="99000"/>
                  </a:srgbClr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27" name="Oval 126">
                  <a:extLst>
                    <a:ext uri="{FF2B5EF4-FFF2-40B4-BE49-F238E27FC236}">
                      <a16:creationId xmlns:a16="http://schemas.microsoft.com/office/drawing/2014/main" id="{C2BFFF7E-8AAE-6924-ADE5-3F569790A10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827567">
                  <a:off x="2985" y="6278"/>
                  <a:ext cx="525" cy="200"/>
                </a:xfrm>
                <a:prstGeom prst="ellipse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28" name="Oval 127">
                  <a:extLst>
                    <a:ext uri="{FF2B5EF4-FFF2-40B4-BE49-F238E27FC236}">
                      <a16:creationId xmlns:a16="http://schemas.microsoft.com/office/drawing/2014/main" id="{F7EDDAA9-8C53-ABCD-658F-BC052195B53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073071">
                  <a:off x="2635" y="3484"/>
                  <a:ext cx="615" cy="975"/>
                </a:xfrm>
                <a:prstGeom prst="ellipse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29" name="Oval 128">
                  <a:extLst>
                    <a:ext uri="{FF2B5EF4-FFF2-40B4-BE49-F238E27FC236}">
                      <a16:creationId xmlns:a16="http://schemas.microsoft.com/office/drawing/2014/main" id="{8FC15A92-6397-E295-3ACB-CAB6199F11E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6840179">
                  <a:off x="2490" y="5434"/>
                  <a:ext cx="290" cy="1208"/>
                </a:xfrm>
                <a:prstGeom prst="ellipse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endParaRPr lang="en-US" dirty="0"/>
                </a:p>
              </p:txBody>
            </p:sp>
          </p:grpSp>
          <p:sp>
            <p:nvSpPr>
              <p:cNvPr id="121" name="Up Arrow 10">
                <a:extLst>
                  <a:ext uri="{FF2B5EF4-FFF2-40B4-BE49-F238E27FC236}">
                    <a16:creationId xmlns:a16="http://schemas.microsoft.com/office/drawing/2014/main" id="{469777E4-3AA3-00F0-5E86-B9D8FF289BC7}"/>
                  </a:ext>
                </a:extLst>
              </p:cNvPr>
              <p:cNvSpPr/>
              <p:nvPr/>
            </p:nvSpPr>
            <p:spPr>
              <a:xfrm>
                <a:off x="3935244" y="3559008"/>
                <a:ext cx="128291" cy="2071204"/>
              </a:xfrm>
              <a:prstGeom prst="upArrow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18" name="Arc 117">
              <a:extLst>
                <a:ext uri="{FF2B5EF4-FFF2-40B4-BE49-F238E27FC236}">
                  <a16:creationId xmlns:a16="http://schemas.microsoft.com/office/drawing/2014/main" id="{18C67262-75B6-DE98-B1EF-ACCFD6E1A0FD}"/>
                </a:ext>
              </a:extLst>
            </p:cNvPr>
            <p:cNvSpPr/>
            <p:nvPr/>
          </p:nvSpPr>
          <p:spPr>
            <a:xfrm rot="7715153">
              <a:off x="3988548" y="5705082"/>
              <a:ext cx="783772" cy="783771"/>
            </a:xfrm>
            <a:prstGeom prst="arc">
              <a:avLst/>
            </a:prstGeom>
            <a:ln w="25400">
              <a:solidFill>
                <a:srgbClr val="FF0000"/>
              </a:solidFill>
              <a:headEnd type="triangle" w="lg" len="med"/>
              <a:tailEnd type="non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9" name="Arc 118">
              <a:extLst>
                <a:ext uri="{FF2B5EF4-FFF2-40B4-BE49-F238E27FC236}">
                  <a16:creationId xmlns:a16="http://schemas.microsoft.com/office/drawing/2014/main" id="{3226D095-2ED9-491F-E64F-754E0015D5F8}"/>
                </a:ext>
              </a:extLst>
            </p:cNvPr>
            <p:cNvSpPr/>
            <p:nvPr/>
          </p:nvSpPr>
          <p:spPr>
            <a:xfrm rot="7400528">
              <a:off x="4004627" y="5942743"/>
              <a:ext cx="783772" cy="783771"/>
            </a:xfrm>
            <a:prstGeom prst="arc">
              <a:avLst/>
            </a:prstGeom>
            <a:noFill/>
            <a:ln w="25400">
              <a:solidFill>
                <a:srgbClr val="0070C0"/>
              </a:solidFill>
              <a:headEnd type="triangle" w="lg" len="med"/>
              <a:tailEnd type="non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44" name="Left Bracket 143">
            <a:extLst>
              <a:ext uri="{FF2B5EF4-FFF2-40B4-BE49-F238E27FC236}">
                <a16:creationId xmlns:a16="http://schemas.microsoft.com/office/drawing/2014/main" id="{441B9E81-FB6F-7A13-DE64-0B718B1C4095}"/>
              </a:ext>
            </a:extLst>
          </p:cNvPr>
          <p:cNvSpPr/>
          <p:nvPr/>
        </p:nvSpPr>
        <p:spPr>
          <a:xfrm rot="5400000">
            <a:off x="3062523" y="-541691"/>
            <a:ext cx="376943" cy="5627749"/>
          </a:xfrm>
          <a:prstGeom prst="leftBracket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5" name="Left Bracket 144">
            <a:extLst>
              <a:ext uri="{FF2B5EF4-FFF2-40B4-BE49-F238E27FC236}">
                <a16:creationId xmlns:a16="http://schemas.microsoft.com/office/drawing/2014/main" id="{1F2E3186-1784-6A2C-2A6E-9E2C575F7B7F}"/>
              </a:ext>
            </a:extLst>
          </p:cNvPr>
          <p:cNvSpPr/>
          <p:nvPr/>
        </p:nvSpPr>
        <p:spPr>
          <a:xfrm rot="5400000">
            <a:off x="9195510" y="-257457"/>
            <a:ext cx="387817" cy="5216044"/>
          </a:xfrm>
          <a:prstGeom prst="leftBracket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46533A7D-486A-2AD6-DD2C-CE258DA9449F}"/>
              </a:ext>
            </a:extLst>
          </p:cNvPr>
          <p:cNvSpPr txBox="1"/>
          <p:nvPr/>
        </p:nvSpPr>
        <p:spPr>
          <a:xfrm>
            <a:off x="1864155" y="1548685"/>
            <a:ext cx="16185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Take-off</a:t>
            </a: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D2AB08DB-EB50-516B-C0A0-F5B9123DEB30}"/>
              </a:ext>
            </a:extLst>
          </p:cNvPr>
          <p:cNvSpPr txBox="1"/>
          <p:nvPr/>
        </p:nvSpPr>
        <p:spPr>
          <a:xfrm>
            <a:off x="7601912" y="1579478"/>
            <a:ext cx="16185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Landing</a:t>
            </a:r>
          </a:p>
        </p:txBody>
      </p:sp>
      <p:cxnSp>
        <p:nvCxnSpPr>
          <p:cNvPr id="149" name="Straight Connector 148">
            <a:extLst>
              <a:ext uri="{FF2B5EF4-FFF2-40B4-BE49-F238E27FC236}">
                <a16:creationId xmlns:a16="http://schemas.microsoft.com/office/drawing/2014/main" id="{B483B749-1757-447F-C9EE-DA6743C92F50}"/>
              </a:ext>
            </a:extLst>
          </p:cNvPr>
          <p:cNvCxnSpPr/>
          <p:nvPr/>
        </p:nvCxnSpPr>
        <p:spPr>
          <a:xfrm>
            <a:off x="3049551" y="2220091"/>
            <a:ext cx="0" cy="3693298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0" name="TextBox 149">
            <a:extLst>
              <a:ext uri="{FF2B5EF4-FFF2-40B4-BE49-F238E27FC236}">
                <a16:creationId xmlns:a16="http://schemas.microsoft.com/office/drawing/2014/main" id="{5308378C-E13B-774C-AA85-6DCD3484028A}"/>
              </a:ext>
            </a:extLst>
          </p:cNvPr>
          <p:cNvSpPr txBox="1"/>
          <p:nvPr/>
        </p:nvSpPr>
        <p:spPr>
          <a:xfrm>
            <a:off x="2561600" y="2074296"/>
            <a:ext cx="11737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Turnaround</a:t>
            </a:r>
          </a:p>
        </p:txBody>
      </p:sp>
      <p:cxnSp>
        <p:nvCxnSpPr>
          <p:cNvPr id="151" name="Straight Connector 150">
            <a:extLst>
              <a:ext uri="{FF2B5EF4-FFF2-40B4-BE49-F238E27FC236}">
                <a16:creationId xmlns:a16="http://schemas.microsoft.com/office/drawing/2014/main" id="{32C35A64-8136-41E9-4005-36F51764F321}"/>
              </a:ext>
            </a:extLst>
          </p:cNvPr>
          <p:cNvCxnSpPr/>
          <p:nvPr/>
        </p:nvCxnSpPr>
        <p:spPr>
          <a:xfrm>
            <a:off x="9364255" y="2172363"/>
            <a:ext cx="0" cy="3693298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2" name="TextBox 151">
            <a:extLst>
              <a:ext uri="{FF2B5EF4-FFF2-40B4-BE49-F238E27FC236}">
                <a16:creationId xmlns:a16="http://schemas.microsoft.com/office/drawing/2014/main" id="{0A65A59B-789A-26A7-99C5-F824C0364ABD}"/>
              </a:ext>
            </a:extLst>
          </p:cNvPr>
          <p:cNvSpPr txBox="1"/>
          <p:nvPr/>
        </p:nvSpPr>
        <p:spPr>
          <a:xfrm>
            <a:off x="8894344" y="2122674"/>
            <a:ext cx="11247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Turnaround</a:t>
            </a: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326D1776-5B88-DE01-9F17-015FDBD54B1A}"/>
              </a:ext>
            </a:extLst>
          </p:cNvPr>
          <p:cNvSpPr txBox="1"/>
          <p:nvPr/>
        </p:nvSpPr>
        <p:spPr>
          <a:xfrm>
            <a:off x="643043" y="1062964"/>
            <a:ext cx="97886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If not, </a:t>
            </a:r>
            <a:r>
              <a:rPr lang="en-US" sz="2400" b="1" u="sng" dirty="0">
                <a:solidFill>
                  <a:srgbClr val="C00000"/>
                </a:solidFill>
              </a:rPr>
              <a:t>indicate</a:t>
            </a:r>
            <a:r>
              <a:rPr lang="en-US" sz="2400" dirty="0">
                <a:solidFill>
                  <a:srgbClr val="C00000"/>
                </a:solidFill>
              </a:rPr>
              <a:t> which muscle needs to work – </a:t>
            </a:r>
            <a:r>
              <a:rPr lang="en-US" sz="2400" dirty="0">
                <a:solidFill>
                  <a:srgbClr val="FF0000"/>
                </a:solidFill>
              </a:rPr>
              <a:t>quadriceps </a:t>
            </a:r>
            <a:r>
              <a:rPr lang="en-US" sz="2400" dirty="0">
                <a:solidFill>
                  <a:srgbClr val="C00000"/>
                </a:solidFill>
              </a:rPr>
              <a:t>or </a:t>
            </a:r>
            <a:r>
              <a:rPr lang="en-US" sz="2400" dirty="0">
                <a:solidFill>
                  <a:srgbClr val="FF18DD"/>
                </a:solidFill>
              </a:rPr>
              <a:t>hamstring</a:t>
            </a: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2CBD7234-9A3A-5453-C31F-A1B207D6371D}"/>
              </a:ext>
            </a:extLst>
          </p:cNvPr>
          <p:cNvSpPr txBox="1"/>
          <p:nvPr/>
        </p:nvSpPr>
        <p:spPr>
          <a:xfrm>
            <a:off x="137190" y="5866484"/>
            <a:ext cx="107305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2060"/>
                </a:solidFill>
              </a:rPr>
              <a:t>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quad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18DD"/>
                </a:solidFill>
              </a:rPr>
              <a:t>ham</a:t>
            </a: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6F345378-BA48-B2EF-349A-83FFDB3B7232}"/>
              </a:ext>
            </a:extLst>
          </p:cNvPr>
          <p:cNvSpPr txBox="1"/>
          <p:nvPr/>
        </p:nvSpPr>
        <p:spPr>
          <a:xfrm>
            <a:off x="1746212" y="5866484"/>
            <a:ext cx="107305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2060"/>
                </a:solidFill>
              </a:rPr>
              <a:t>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quad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ham</a:t>
            </a: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9BE34AA9-4C64-3065-793B-39522AC3D5D4}"/>
              </a:ext>
            </a:extLst>
          </p:cNvPr>
          <p:cNvSpPr txBox="1"/>
          <p:nvPr/>
        </p:nvSpPr>
        <p:spPr>
          <a:xfrm>
            <a:off x="3274446" y="5913389"/>
            <a:ext cx="107305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2060"/>
                </a:solidFill>
              </a:rPr>
              <a:t>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quad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ham</a:t>
            </a: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C5A82CBC-B574-0EB3-F96D-4259A05FD4B7}"/>
              </a:ext>
            </a:extLst>
          </p:cNvPr>
          <p:cNvSpPr txBox="1"/>
          <p:nvPr/>
        </p:nvSpPr>
        <p:spPr>
          <a:xfrm>
            <a:off x="4736781" y="5830379"/>
            <a:ext cx="107305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2060"/>
                </a:solidFill>
              </a:rPr>
              <a:t>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quad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ham</a:t>
            </a: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7DD09AD7-4C9B-E6B2-436E-62DD844E9ABB}"/>
              </a:ext>
            </a:extLst>
          </p:cNvPr>
          <p:cNvSpPr txBox="1"/>
          <p:nvPr/>
        </p:nvSpPr>
        <p:spPr>
          <a:xfrm>
            <a:off x="6835855" y="5900196"/>
            <a:ext cx="107305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2060"/>
                </a:solidFill>
              </a:rPr>
              <a:t>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quad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ham</a:t>
            </a: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2A9C3DC2-F891-9F2E-718F-0643B34A192B}"/>
              </a:ext>
            </a:extLst>
          </p:cNvPr>
          <p:cNvSpPr txBox="1"/>
          <p:nvPr/>
        </p:nvSpPr>
        <p:spPr>
          <a:xfrm>
            <a:off x="8160441" y="5890393"/>
            <a:ext cx="107305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2060"/>
                </a:solidFill>
              </a:rPr>
              <a:t>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quad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ham</a:t>
            </a: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18B194A7-2CDE-5C41-BDA4-18593E436635}"/>
              </a:ext>
            </a:extLst>
          </p:cNvPr>
          <p:cNvSpPr txBox="1"/>
          <p:nvPr/>
        </p:nvSpPr>
        <p:spPr>
          <a:xfrm>
            <a:off x="9602605" y="5839978"/>
            <a:ext cx="107305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2060"/>
                </a:solidFill>
              </a:rPr>
              <a:t>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quad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ham</a:t>
            </a: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59BCADC5-FC47-7091-33CF-5AB55D064C8C}"/>
              </a:ext>
            </a:extLst>
          </p:cNvPr>
          <p:cNvSpPr txBox="1"/>
          <p:nvPr/>
        </p:nvSpPr>
        <p:spPr>
          <a:xfrm>
            <a:off x="10923214" y="5855111"/>
            <a:ext cx="107305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2060"/>
                </a:solidFill>
              </a:rPr>
              <a:t>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quad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ham</a:t>
            </a: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5F489599-DCAF-25C0-E508-BFFBD40E7771}"/>
              </a:ext>
            </a:extLst>
          </p:cNvPr>
          <p:cNvSpPr txBox="1"/>
          <p:nvPr/>
        </p:nvSpPr>
        <p:spPr>
          <a:xfrm>
            <a:off x="10019087" y="1433162"/>
            <a:ext cx="21588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Positions will vary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48E3164-AA06-2B41-8F16-364708D52F7F}"/>
              </a:ext>
            </a:extLst>
          </p:cNvPr>
          <p:cNvSpPr txBox="1"/>
          <p:nvPr/>
        </p:nvSpPr>
        <p:spPr>
          <a:xfrm>
            <a:off x="127651" y="5218968"/>
            <a:ext cx="3094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ω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E2511E3-1FA2-B64B-E9D0-35C219CBFE3F}"/>
              </a:ext>
            </a:extLst>
          </p:cNvPr>
          <p:cNvSpPr txBox="1"/>
          <p:nvPr/>
        </p:nvSpPr>
        <p:spPr>
          <a:xfrm>
            <a:off x="145617" y="5501358"/>
            <a:ext cx="5830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𝜶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112DE52-C536-1F3F-0F3E-24EDD192B0AF}"/>
              </a:ext>
            </a:extLst>
          </p:cNvPr>
          <p:cNvSpPr txBox="1"/>
          <p:nvPr/>
        </p:nvSpPr>
        <p:spPr>
          <a:xfrm>
            <a:off x="6545166" y="5321399"/>
            <a:ext cx="3094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ω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9E1FEAE-ED99-2E0B-B9CC-E888853FC087}"/>
              </a:ext>
            </a:extLst>
          </p:cNvPr>
          <p:cNvSpPr txBox="1"/>
          <p:nvPr/>
        </p:nvSpPr>
        <p:spPr>
          <a:xfrm>
            <a:off x="6427580" y="5583793"/>
            <a:ext cx="5830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𝜶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6C51A69-C75E-586D-EAFD-BBC80E236867}"/>
              </a:ext>
            </a:extLst>
          </p:cNvPr>
          <p:cNvSpPr txBox="1"/>
          <p:nvPr/>
        </p:nvSpPr>
        <p:spPr>
          <a:xfrm>
            <a:off x="392739" y="4541773"/>
            <a:ext cx="4357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2060"/>
                </a:solidFill>
              </a:rPr>
              <a:t>n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B292A21-A45D-7A64-75FA-F63888D5B751}"/>
              </a:ext>
            </a:extLst>
          </p:cNvPr>
          <p:cNvGrpSpPr/>
          <p:nvPr/>
        </p:nvGrpSpPr>
        <p:grpSpPr>
          <a:xfrm>
            <a:off x="4651617" y="2392292"/>
            <a:ext cx="1159985" cy="3402744"/>
            <a:chOff x="861438" y="3134383"/>
            <a:chExt cx="1159985" cy="3402744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8C01FBFB-D8B4-2FF0-F421-F720F733B9BE}"/>
                </a:ext>
              </a:extLst>
            </p:cNvPr>
            <p:cNvGrpSpPr/>
            <p:nvPr/>
          </p:nvGrpSpPr>
          <p:grpSpPr>
            <a:xfrm>
              <a:off x="1147333" y="3134383"/>
              <a:ext cx="874090" cy="2988835"/>
              <a:chOff x="3503069" y="647298"/>
              <a:chExt cx="1587013" cy="5041607"/>
            </a:xfrm>
          </p:grpSpPr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CF224DBE-5998-ACF0-5F27-AD5809FDEDC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03069" y="647298"/>
                <a:ext cx="1587013" cy="5041607"/>
                <a:chOff x="1433" y="3307"/>
                <a:chExt cx="1888" cy="5918"/>
              </a:xfrm>
            </p:grpSpPr>
            <p:sp>
              <p:nvSpPr>
                <p:cNvPr id="24" name="Oval 23">
                  <a:extLst>
                    <a:ext uri="{FF2B5EF4-FFF2-40B4-BE49-F238E27FC236}">
                      <a16:creationId xmlns:a16="http://schemas.microsoft.com/office/drawing/2014/main" id="{3A38900E-9138-B024-7C01-F65968274FD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224658">
                  <a:off x="1433" y="4022"/>
                  <a:ext cx="859" cy="2790"/>
                </a:xfrm>
                <a:prstGeom prst="ellipse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5" name="Oval 24">
                  <a:extLst>
                    <a:ext uri="{FF2B5EF4-FFF2-40B4-BE49-F238E27FC236}">
                      <a16:creationId xmlns:a16="http://schemas.microsoft.com/office/drawing/2014/main" id="{1B689C00-F895-3533-9F87-CCCA7DF63C6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9916702">
                  <a:off x="1441" y="6112"/>
                  <a:ext cx="599" cy="1662"/>
                </a:xfrm>
                <a:prstGeom prst="ellipse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6" name="Oval 25">
                  <a:extLst>
                    <a:ext uri="{FF2B5EF4-FFF2-40B4-BE49-F238E27FC236}">
                      <a16:creationId xmlns:a16="http://schemas.microsoft.com/office/drawing/2014/main" id="{981B7778-AA3E-384B-5937-00D09C9D116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040930">
                  <a:off x="1732" y="7414"/>
                  <a:ext cx="396" cy="1811"/>
                </a:xfrm>
                <a:prstGeom prst="ellipse">
                  <a:avLst/>
                </a:prstGeom>
                <a:solidFill>
                  <a:srgbClr val="FF0000">
                    <a:alpha val="99000"/>
                  </a:srgbClr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7" name="Oval 26">
                  <a:extLst>
                    <a:ext uri="{FF2B5EF4-FFF2-40B4-BE49-F238E27FC236}">
                      <a16:creationId xmlns:a16="http://schemas.microsoft.com/office/drawing/2014/main" id="{C786646B-180B-B17D-3C69-B6D168FB0AF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977303">
                  <a:off x="1939" y="4430"/>
                  <a:ext cx="314" cy="1427"/>
                </a:xfrm>
                <a:prstGeom prst="ellipse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8" name="Oval 27">
                  <a:extLst>
                    <a:ext uri="{FF2B5EF4-FFF2-40B4-BE49-F238E27FC236}">
                      <a16:creationId xmlns:a16="http://schemas.microsoft.com/office/drawing/2014/main" id="{C32358CD-AA72-11A4-E3EB-0DC863D6D35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21386208">
                  <a:off x="1572" y="8911"/>
                  <a:ext cx="826" cy="244"/>
                </a:xfrm>
                <a:prstGeom prst="ellipse">
                  <a:avLst/>
                </a:prstGeom>
                <a:solidFill>
                  <a:srgbClr val="FF0000">
                    <a:alpha val="99000"/>
                  </a:srgbClr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9" name="Oval 28">
                  <a:extLst>
                    <a:ext uri="{FF2B5EF4-FFF2-40B4-BE49-F238E27FC236}">
                      <a16:creationId xmlns:a16="http://schemas.microsoft.com/office/drawing/2014/main" id="{E3E9B829-B607-7229-3343-3D474ECD71C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827567">
                  <a:off x="2796" y="6137"/>
                  <a:ext cx="525" cy="264"/>
                </a:xfrm>
                <a:prstGeom prst="ellipse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0" name="Oval 29">
                  <a:extLst>
                    <a:ext uri="{FF2B5EF4-FFF2-40B4-BE49-F238E27FC236}">
                      <a16:creationId xmlns:a16="http://schemas.microsoft.com/office/drawing/2014/main" id="{14FDBB72-E474-68E1-A624-51E7C9EFAD1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073071">
                  <a:off x="2214" y="3307"/>
                  <a:ext cx="615" cy="975"/>
                </a:xfrm>
                <a:prstGeom prst="ellipse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1" name="Oval 30">
                  <a:extLst>
                    <a:ext uri="{FF2B5EF4-FFF2-40B4-BE49-F238E27FC236}">
                      <a16:creationId xmlns:a16="http://schemas.microsoft.com/office/drawing/2014/main" id="{14756D38-AFA7-5BA5-2C68-E45A90DF0F2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6840179">
                  <a:off x="2198" y="5354"/>
                  <a:ext cx="290" cy="1208"/>
                </a:xfrm>
                <a:prstGeom prst="ellipse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endParaRPr lang="en-US" dirty="0"/>
                </a:p>
              </p:txBody>
            </p:sp>
          </p:grpSp>
          <p:sp>
            <p:nvSpPr>
              <p:cNvPr id="23" name="Up Arrow 22">
                <a:extLst>
                  <a:ext uri="{FF2B5EF4-FFF2-40B4-BE49-F238E27FC236}">
                    <a16:creationId xmlns:a16="http://schemas.microsoft.com/office/drawing/2014/main" id="{126D4D8F-E6BF-79C3-92AE-3866186EC3A3}"/>
                  </a:ext>
                </a:extLst>
              </p:cNvPr>
              <p:cNvSpPr/>
              <p:nvPr/>
            </p:nvSpPr>
            <p:spPr>
              <a:xfrm>
                <a:off x="3799648" y="3578398"/>
                <a:ext cx="128292" cy="2071204"/>
              </a:xfrm>
              <a:prstGeom prst="upArrow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0" name="Arc 19">
              <a:extLst>
                <a:ext uri="{FF2B5EF4-FFF2-40B4-BE49-F238E27FC236}">
                  <a16:creationId xmlns:a16="http://schemas.microsoft.com/office/drawing/2014/main" id="{BD3C07B6-ADA5-20EE-924E-1D066F02BE85}"/>
                </a:ext>
              </a:extLst>
            </p:cNvPr>
            <p:cNvSpPr/>
            <p:nvPr/>
          </p:nvSpPr>
          <p:spPr>
            <a:xfrm rot="8182216">
              <a:off x="941895" y="5533429"/>
              <a:ext cx="783772" cy="783771"/>
            </a:xfrm>
            <a:prstGeom prst="arc">
              <a:avLst/>
            </a:prstGeom>
            <a:ln w="25400">
              <a:solidFill>
                <a:srgbClr val="FF0000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Arc 20">
              <a:extLst>
                <a:ext uri="{FF2B5EF4-FFF2-40B4-BE49-F238E27FC236}">
                  <a16:creationId xmlns:a16="http://schemas.microsoft.com/office/drawing/2014/main" id="{55BC49D5-E50B-02BE-E54B-3591A83D637D}"/>
                </a:ext>
              </a:extLst>
            </p:cNvPr>
            <p:cNvSpPr/>
            <p:nvPr/>
          </p:nvSpPr>
          <p:spPr>
            <a:xfrm rot="7677215">
              <a:off x="891453" y="5723340"/>
              <a:ext cx="783772" cy="843802"/>
            </a:xfrm>
            <a:prstGeom prst="arc">
              <a:avLst/>
            </a:prstGeom>
            <a:noFill/>
            <a:ln w="25400">
              <a:solidFill>
                <a:srgbClr val="0070C0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F41DA459-25A0-EEF0-DA66-2957D722ED1D}"/>
              </a:ext>
            </a:extLst>
          </p:cNvPr>
          <p:cNvGrpSpPr/>
          <p:nvPr/>
        </p:nvGrpSpPr>
        <p:grpSpPr>
          <a:xfrm>
            <a:off x="357189" y="2563623"/>
            <a:ext cx="1159985" cy="3402744"/>
            <a:chOff x="861438" y="3134383"/>
            <a:chExt cx="1159985" cy="3402744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9B23FA15-783D-9851-7C66-B4BC12E8AD2C}"/>
                </a:ext>
              </a:extLst>
            </p:cNvPr>
            <p:cNvGrpSpPr/>
            <p:nvPr/>
          </p:nvGrpSpPr>
          <p:grpSpPr>
            <a:xfrm>
              <a:off x="1147333" y="3134383"/>
              <a:ext cx="874090" cy="2988835"/>
              <a:chOff x="3503069" y="647298"/>
              <a:chExt cx="1587013" cy="5041607"/>
            </a:xfrm>
          </p:grpSpPr>
          <p:grpSp>
            <p:nvGrpSpPr>
              <p:cNvPr id="37" name="Group 36">
                <a:extLst>
                  <a:ext uri="{FF2B5EF4-FFF2-40B4-BE49-F238E27FC236}">
                    <a16:creationId xmlns:a16="http://schemas.microsoft.com/office/drawing/2014/main" id="{F3FC0831-1B62-F3E1-4D39-85BC2BD6A8C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03069" y="647298"/>
                <a:ext cx="1587013" cy="5041607"/>
                <a:chOff x="1433" y="3307"/>
                <a:chExt cx="1888" cy="5918"/>
              </a:xfrm>
            </p:grpSpPr>
            <p:sp>
              <p:nvSpPr>
                <p:cNvPr id="40" name="Oval 39">
                  <a:extLst>
                    <a:ext uri="{FF2B5EF4-FFF2-40B4-BE49-F238E27FC236}">
                      <a16:creationId xmlns:a16="http://schemas.microsoft.com/office/drawing/2014/main" id="{467084C2-8EE6-C385-EE02-0BFA73359A6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224658">
                  <a:off x="1433" y="4022"/>
                  <a:ext cx="859" cy="2790"/>
                </a:xfrm>
                <a:prstGeom prst="ellipse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41" name="Oval 40">
                  <a:extLst>
                    <a:ext uri="{FF2B5EF4-FFF2-40B4-BE49-F238E27FC236}">
                      <a16:creationId xmlns:a16="http://schemas.microsoft.com/office/drawing/2014/main" id="{776418AD-7B77-57B9-14A1-B53B5FF3BCD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9916702">
                  <a:off x="1441" y="6112"/>
                  <a:ext cx="599" cy="1662"/>
                </a:xfrm>
                <a:prstGeom prst="ellipse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42" name="Oval 41">
                  <a:extLst>
                    <a:ext uri="{FF2B5EF4-FFF2-40B4-BE49-F238E27FC236}">
                      <a16:creationId xmlns:a16="http://schemas.microsoft.com/office/drawing/2014/main" id="{17C7E15F-0D52-95B6-0AF1-53171029661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040930">
                  <a:off x="1732" y="7414"/>
                  <a:ext cx="396" cy="1811"/>
                </a:xfrm>
                <a:prstGeom prst="ellipse">
                  <a:avLst/>
                </a:prstGeom>
                <a:solidFill>
                  <a:srgbClr val="FF0000">
                    <a:alpha val="99000"/>
                  </a:srgbClr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56" name="Oval 55">
                  <a:extLst>
                    <a:ext uri="{FF2B5EF4-FFF2-40B4-BE49-F238E27FC236}">
                      <a16:creationId xmlns:a16="http://schemas.microsoft.com/office/drawing/2014/main" id="{FE60BC29-325B-3D36-2AF9-2093C990770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977303">
                  <a:off x="1939" y="4430"/>
                  <a:ext cx="314" cy="1427"/>
                </a:xfrm>
                <a:prstGeom prst="ellipse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48" name="Oval 147">
                  <a:extLst>
                    <a:ext uri="{FF2B5EF4-FFF2-40B4-BE49-F238E27FC236}">
                      <a16:creationId xmlns:a16="http://schemas.microsoft.com/office/drawing/2014/main" id="{5B70ADE1-8E18-41B5-61C0-11DCC6AA43F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21386208">
                  <a:off x="1572" y="8911"/>
                  <a:ext cx="826" cy="244"/>
                </a:xfrm>
                <a:prstGeom prst="ellipse">
                  <a:avLst/>
                </a:prstGeom>
                <a:solidFill>
                  <a:srgbClr val="FF0000">
                    <a:alpha val="99000"/>
                  </a:srgbClr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62" name="Oval 161">
                  <a:extLst>
                    <a:ext uri="{FF2B5EF4-FFF2-40B4-BE49-F238E27FC236}">
                      <a16:creationId xmlns:a16="http://schemas.microsoft.com/office/drawing/2014/main" id="{29ED9641-A1CC-1E0F-F890-BDDB0E30C2E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827567">
                  <a:off x="2796" y="6137"/>
                  <a:ext cx="525" cy="264"/>
                </a:xfrm>
                <a:prstGeom prst="ellipse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64" name="Oval 163">
                  <a:extLst>
                    <a:ext uri="{FF2B5EF4-FFF2-40B4-BE49-F238E27FC236}">
                      <a16:creationId xmlns:a16="http://schemas.microsoft.com/office/drawing/2014/main" id="{1E324F7F-936E-5B6A-F9E2-83169546C06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073071">
                  <a:off x="2214" y="3307"/>
                  <a:ext cx="615" cy="975"/>
                </a:xfrm>
                <a:prstGeom prst="ellipse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66" name="Oval 165">
                  <a:extLst>
                    <a:ext uri="{FF2B5EF4-FFF2-40B4-BE49-F238E27FC236}">
                      <a16:creationId xmlns:a16="http://schemas.microsoft.com/office/drawing/2014/main" id="{0AA4B3CC-8341-3E29-603A-C1BCEB2637A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6840179">
                  <a:off x="2198" y="5354"/>
                  <a:ext cx="290" cy="1208"/>
                </a:xfrm>
                <a:prstGeom prst="ellipse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endParaRPr lang="en-US" dirty="0"/>
                </a:p>
              </p:txBody>
            </p:sp>
          </p:grpSp>
          <p:sp>
            <p:nvSpPr>
              <p:cNvPr id="38" name="Up Arrow 37">
                <a:extLst>
                  <a:ext uri="{FF2B5EF4-FFF2-40B4-BE49-F238E27FC236}">
                    <a16:creationId xmlns:a16="http://schemas.microsoft.com/office/drawing/2014/main" id="{F2761E51-13C2-1BB8-B656-EAE3843BE6B5}"/>
                  </a:ext>
                </a:extLst>
              </p:cNvPr>
              <p:cNvSpPr/>
              <p:nvPr/>
            </p:nvSpPr>
            <p:spPr>
              <a:xfrm>
                <a:off x="3799648" y="3578398"/>
                <a:ext cx="128292" cy="2071204"/>
              </a:xfrm>
              <a:prstGeom prst="upArrow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34" name="Arc 33">
              <a:extLst>
                <a:ext uri="{FF2B5EF4-FFF2-40B4-BE49-F238E27FC236}">
                  <a16:creationId xmlns:a16="http://schemas.microsoft.com/office/drawing/2014/main" id="{4F5BEF81-72FE-DFCE-15A0-779A82999CA0}"/>
                </a:ext>
              </a:extLst>
            </p:cNvPr>
            <p:cNvSpPr/>
            <p:nvPr/>
          </p:nvSpPr>
          <p:spPr>
            <a:xfrm rot="8182216">
              <a:off x="941895" y="5533429"/>
              <a:ext cx="783772" cy="783771"/>
            </a:xfrm>
            <a:prstGeom prst="arc">
              <a:avLst/>
            </a:prstGeom>
            <a:ln w="25400">
              <a:solidFill>
                <a:srgbClr val="FF0000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Arc 35">
              <a:extLst>
                <a:ext uri="{FF2B5EF4-FFF2-40B4-BE49-F238E27FC236}">
                  <a16:creationId xmlns:a16="http://schemas.microsoft.com/office/drawing/2014/main" id="{9E936996-488B-755E-6F29-11DA346D7E34}"/>
                </a:ext>
              </a:extLst>
            </p:cNvPr>
            <p:cNvSpPr/>
            <p:nvPr/>
          </p:nvSpPr>
          <p:spPr>
            <a:xfrm rot="7677215">
              <a:off x="891453" y="5723340"/>
              <a:ext cx="783772" cy="843802"/>
            </a:xfrm>
            <a:prstGeom prst="arc">
              <a:avLst/>
            </a:prstGeom>
            <a:noFill/>
            <a:ln w="25400">
              <a:solidFill>
                <a:srgbClr val="0070C0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67" name="Group 166">
            <a:extLst>
              <a:ext uri="{FF2B5EF4-FFF2-40B4-BE49-F238E27FC236}">
                <a16:creationId xmlns:a16="http://schemas.microsoft.com/office/drawing/2014/main" id="{637681CF-F7F4-FA47-51F0-44B19B25593F}"/>
              </a:ext>
            </a:extLst>
          </p:cNvPr>
          <p:cNvGrpSpPr/>
          <p:nvPr/>
        </p:nvGrpSpPr>
        <p:grpSpPr>
          <a:xfrm>
            <a:off x="10860520" y="2482674"/>
            <a:ext cx="1159985" cy="3402744"/>
            <a:chOff x="861438" y="3134383"/>
            <a:chExt cx="1159985" cy="3402744"/>
          </a:xfrm>
        </p:grpSpPr>
        <p:grpSp>
          <p:nvGrpSpPr>
            <p:cNvPr id="168" name="Group 167">
              <a:extLst>
                <a:ext uri="{FF2B5EF4-FFF2-40B4-BE49-F238E27FC236}">
                  <a16:creationId xmlns:a16="http://schemas.microsoft.com/office/drawing/2014/main" id="{CD4D07EC-3944-0761-05B6-7FBF87CE4439}"/>
                </a:ext>
              </a:extLst>
            </p:cNvPr>
            <p:cNvGrpSpPr/>
            <p:nvPr/>
          </p:nvGrpSpPr>
          <p:grpSpPr>
            <a:xfrm>
              <a:off x="1147333" y="3134383"/>
              <a:ext cx="874090" cy="2988835"/>
              <a:chOff x="3503069" y="647298"/>
              <a:chExt cx="1587013" cy="5041607"/>
            </a:xfrm>
          </p:grpSpPr>
          <p:grpSp>
            <p:nvGrpSpPr>
              <p:cNvPr id="171" name="Group 170">
                <a:extLst>
                  <a:ext uri="{FF2B5EF4-FFF2-40B4-BE49-F238E27FC236}">
                    <a16:creationId xmlns:a16="http://schemas.microsoft.com/office/drawing/2014/main" id="{29D0A268-0571-3751-462D-0DF69F0810D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03069" y="647298"/>
                <a:ext cx="1587013" cy="5041607"/>
                <a:chOff x="1433" y="3307"/>
                <a:chExt cx="1888" cy="5918"/>
              </a:xfrm>
            </p:grpSpPr>
            <p:sp>
              <p:nvSpPr>
                <p:cNvPr id="173" name="Oval 172">
                  <a:extLst>
                    <a:ext uri="{FF2B5EF4-FFF2-40B4-BE49-F238E27FC236}">
                      <a16:creationId xmlns:a16="http://schemas.microsoft.com/office/drawing/2014/main" id="{3C5E5CD4-6D8C-03AD-8B52-EB526E0BAF3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224658">
                  <a:off x="1433" y="4022"/>
                  <a:ext cx="859" cy="2790"/>
                </a:xfrm>
                <a:prstGeom prst="ellipse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74" name="Oval 173">
                  <a:extLst>
                    <a:ext uri="{FF2B5EF4-FFF2-40B4-BE49-F238E27FC236}">
                      <a16:creationId xmlns:a16="http://schemas.microsoft.com/office/drawing/2014/main" id="{FC4F62C6-80F9-8F50-C283-0E37A29F114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9916702">
                  <a:off x="1441" y="6112"/>
                  <a:ext cx="599" cy="1662"/>
                </a:xfrm>
                <a:prstGeom prst="ellipse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75" name="Oval 174">
                  <a:extLst>
                    <a:ext uri="{FF2B5EF4-FFF2-40B4-BE49-F238E27FC236}">
                      <a16:creationId xmlns:a16="http://schemas.microsoft.com/office/drawing/2014/main" id="{53B36F31-AA4A-BF9D-1FE8-66AF61ED3E0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040930">
                  <a:off x="1732" y="7414"/>
                  <a:ext cx="396" cy="1811"/>
                </a:xfrm>
                <a:prstGeom prst="ellipse">
                  <a:avLst/>
                </a:prstGeom>
                <a:solidFill>
                  <a:srgbClr val="FF0000">
                    <a:alpha val="99000"/>
                  </a:srgbClr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76" name="Oval 175">
                  <a:extLst>
                    <a:ext uri="{FF2B5EF4-FFF2-40B4-BE49-F238E27FC236}">
                      <a16:creationId xmlns:a16="http://schemas.microsoft.com/office/drawing/2014/main" id="{84F6AA06-08C3-86B5-30EB-2408F3C72DA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977303">
                  <a:off x="1939" y="4430"/>
                  <a:ext cx="314" cy="1427"/>
                </a:xfrm>
                <a:prstGeom prst="ellipse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77" name="Oval 176">
                  <a:extLst>
                    <a:ext uri="{FF2B5EF4-FFF2-40B4-BE49-F238E27FC236}">
                      <a16:creationId xmlns:a16="http://schemas.microsoft.com/office/drawing/2014/main" id="{AA1FB5EA-D6C5-7CCC-A129-F80DE255DFF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21386208">
                  <a:off x="1572" y="8911"/>
                  <a:ext cx="826" cy="244"/>
                </a:xfrm>
                <a:prstGeom prst="ellipse">
                  <a:avLst/>
                </a:prstGeom>
                <a:solidFill>
                  <a:srgbClr val="FF0000">
                    <a:alpha val="99000"/>
                  </a:srgbClr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78" name="Oval 177">
                  <a:extLst>
                    <a:ext uri="{FF2B5EF4-FFF2-40B4-BE49-F238E27FC236}">
                      <a16:creationId xmlns:a16="http://schemas.microsoft.com/office/drawing/2014/main" id="{0B35977D-4F12-1B0E-620E-C4A12F9F8E4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827567">
                  <a:off x="2796" y="6137"/>
                  <a:ext cx="525" cy="264"/>
                </a:xfrm>
                <a:prstGeom prst="ellipse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79" name="Oval 178">
                  <a:extLst>
                    <a:ext uri="{FF2B5EF4-FFF2-40B4-BE49-F238E27FC236}">
                      <a16:creationId xmlns:a16="http://schemas.microsoft.com/office/drawing/2014/main" id="{D2318650-A28D-E5C6-2A7A-5E8E52A1485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073071">
                  <a:off x="2214" y="3307"/>
                  <a:ext cx="615" cy="975"/>
                </a:xfrm>
                <a:prstGeom prst="ellipse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80" name="Oval 179">
                  <a:extLst>
                    <a:ext uri="{FF2B5EF4-FFF2-40B4-BE49-F238E27FC236}">
                      <a16:creationId xmlns:a16="http://schemas.microsoft.com/office/drawing/2014/main" id="{D66AB54B-E0E9-D188-08FA-F534DC1233D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6840179">
                  <a:off x="2198" y="5354"/>
                  <a:ext cx="290" cy="1208"/>
                </a:xfrm>
                <a:prstGeom prst="ellipse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endParaRPr lang="en-US" dirty="0"/>
                </a:p>
              </p:txBody>
            </p:sp>
          </p:grpSp>
          <p:sp>
            <p:nvSpPr>
              <p:cNvPr id="172" name="Up Arrow 171">
                <a:extLst>
                  <a:ext uri="{FF2B5EF4-FFF2-40B4-BE49-F238E27FC236}">
                    <a16:creationId xmlns:a16="http://schemas.microsoft.com/office/drawing/2014/main" id="{191F21E8-D59D-86B5-4E38-5DE254E060A4}"/>
                  </a:ext>
                </a:extLst>
              </p:cNvPr>
              <p:cNvSpPr/>
              <p:nvPr/>
            </p:nvSpPr>
            <p:spPr>
              <a:xfrm>
                <a:off x="3799648" y="3578398"/>
                <a:ext cx="128292" cy="2071204"/>
              </a:xfrm>
              <a:prstGeom prst="upArrow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69" name="Arc 168">
              <a:extLst>
                <a:ext uri="{FF2B5EF4-FFF2-40B4-BE49-F238E27FC236}">
                  <a16:creationId xmlns:a16="http://schemas.microsoft.com/office/drawing/2014/main" id="{CB84B257-4E6F-44FF-B793-F2F7F7671958}"/>
                </a:ext>
              </a:extLst>
            </p:cNvPr>
            <p:cNvSpPr/>
            <p:nvPr/>
          </p:nvSpPr>
          <p:spPr>
            <a:xfrm rot="8182216">
              <a:off x="941895" y="5533429"/>
              <a:ext cx="783772" cy="783771"/>
            </a:xfrm>
            <a:prstGeom prst="arc">
              <a:avLst/>
            </a:prstGeom>
            <a:ln w="25400">
              <a:solidFill>
                <a:srgbClr val="FF0000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0" name="Arc 169">
              <a:extLst>
                <a:ext uri="{FF2B5EF4-FFF2-40B4-BE49-F238E27FC236}">
                  <a16:creationId xmlns:a16="http://schemas.microsoft.com/office/drawing/2014/main" id="{82DEAB5A-D05D-82DE-6840-2AEEB5259C96}"/>
                </a:ext>
              </a:extLst>
            </p:cNvPr>
            <p:cNvSpPr/>
            <p:nvPr/>
          </p:nvSpPr>
          <p:spPr>
            <a:xfrm rot="7677215">
              <a:off x="891453" y="5723340"/>
              <a:ext cx="783772" cy="843802"/>
            </a:xfrm>
            <a:prstGeom prst="arc">
              <a:avLst/>
            </a:prstGeom>
            <a:noFill/>
            <a:ln w="25400">
              <a:solidFill>
                <a:srgbClr val="0070C0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8933608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3B208C99-4631-21EB-F1AD-A4415883FD37}"/>
              </a:ext>
            </a:extLst>
          </p:cNvPr>
          <p:cNvSpPr txBox="1"/>
          <p:nvPr/>
        </p:nvSpPr>
        <p:spPr>
          <a:xfrm>
            <a:off x="2075520" y="893226"/>
            <a:ext cx="36011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  </a:t>
            </a:r>
            <a:r>
              <a:rPr lang="en-US" sz="2400" b="1" dirty="0">
                <a:sym typeface="Symbol" panose="05050102010706020507" pitchFamily="18" charset="2"/>
              </a:rPr>
              <a:t></a:t>
            </a:r>
            <a:r>
              <a:rPr lang="en-US" sz="2400" dirty="0">
                <a:sym typeface="Symbol" panose="05050102010706020507" pitchFamily="18" charset="2"/>
              </a:rPr>
              <a:t>    </a:t>
            </a:r>
            <a:r>
              <a:rPr lang="en-US" sz="2400" dirty="0">
                <a:solidFill>
                  <a:srgbClr val="FF0000"/>
                </a:solidFill>
              </a:rPr>
              <a:t>𝝉</a:t>
            </a:r>
            <a:r>
              <a:rPr lang="en-US" sz="2400" baseline="-25000" dirty="0">
                <a:solidFill>
                  <a:srgbClr val="FF0000"/>
                </a:solidFill>
              </a:rPr>
              <a:t>M</a:t>
            </a:r>
            <a:r>
              <a:rPr lang="en-US" sz="2400" baseline="-25000" dirty="0"/>
              <a:t>   </a:t>
            </a:r>
            <a:r>
              <a:rPr lang="en-US" sz="2400" dirty="0"/>
              <a:t>  </a:t>
            </a:r>
            <a:r>
              <a:rPr lang="en-US" sz="2400" b="1" dirty="0">
                <a:sym typeface="Symbol" panose="05050102010706020507" pitchFamily="18" charset="2"/>
              </a:rPr>
              <a:t></a:t>
            </a:r>
            <a:r>
              <a:rPr lang="en-US" sz="2400" b="1" dirty="0">
                <a:solidFill>
                  <a:srgbClr val="C00000"/>
                </a:solidFill>
              </a:rPr>
              <a:t> </a:t>
            </a:r>
            <a:r>
              <a:rPr lang="en-US" sz="2400" dirty="0"/>
              <a:t>𝝉</a:t>
            </a:r>
            <a:r>
              <a:rPr lang="en-US" sz="2400" baseline="-25000" dirty="0"/>
              <a:t>n</a:t>
            </a:r>
            <a:r>
              <a:rPr lang="en-US" sz="2400" dirty="0"/>
              <a:t>   =  </a:t>
            </a:r>
            <a:r>
              <a:rPr lang="en-US" sz="2400" b="1" dirty="0">
                <a:sym typeface="Symbol" panose="05050102010706020507" pitchFamily="18" charset="2"/>
              </a:rPr>
              <a:t></a:t>
            </a:r>
            <a:r>
              <a:rPr lang="en-US" sz="2400" dirty="0"/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lang="en-US" sz="2400" dirty="0"/>
              <a:t>𝜶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40A1BE61-F59F-E236-241C-40353B7D5E6E}"/>
              </a:ext>
            </a:extLst>
          </p:cNvPr>
          <p:cNvGrpSpPr/>
          <p:nvPr/>
        </p:nvGrpSpPr>
        <p:grpSpPr>
          <a:xfrm>
            <a:off x="543321" y="98809"/>
            <a:ext cx="1285826" cy="3418621"/>
            <a:chOff x="1340372" y="752310"/>
            <a:chExt cx="1285826" cy="3418621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9E96FCB3-0B13-627E-F493-A4F21D2862E8}"/>
                </a:ext>
              </a:extLst>
            </p:cNvPr>
            <p:cNvGrpSpPr/>
            <p:nvPr/>
          </p:nvGrpSpPr>
          <p:grpSpPr>
            <a:xfrm>
              <a:off x="1454418" y="752310"/>
              <a:ext cx="1171780" cy="3267729"/>
              <a:chOff x="2627803" y="3338764"/>
              <a:chExt cx="1171780" cy="3267729"/>
            </a:xfrm>
          </p:grpSpPr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8FEE071D-A032-8F1B-BE54-7ADCB06780D3}"/>
                  </a:ext>
                </a:extLst>
              </p:cNvPr>
              <p:cNvGrpSpPr/>
              <p:nvPr/>
            </p:nvGrpSpPr>
            <p:grpSpPr>
              <a:xfrm>
                <a:off x="2627803" y="3338764"/>
                <a:ext cx="1171780" cy="2903483"/>
                <a:chOff x="3121446" y="798086"/>
                <a:chExt cx="2127506" cy="4897634"/>
              </a:xfrm>
            </p:grpSpPr>
            <p:grpSp>
              <p:nvGrpSpPr>
                <p:cNvPr id="6" name="Group 5">
                  <a:extLst>
                    <a:ext uri="{FF2B5EF4-FFF2-40B4-BE49-F238E27FC236}">
                      <a16:creationId xmlns:a16="http://schemas.microsoft.com/office/drawing/2014/main" id="{51168C21-6767-8A4B-2BE2-174442E344E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121446" y="798086"/>
                  <a:ext cx="2127506" cy="4897634"/>
                  <a:chOff x="979" y="3484"/>
                  <a:chExt cx="2531" cy="5749"/>
                </a:xfrm>
              </p:grpSpPr>
              <p:sp>
                <p:nvSpPr>
                  <p:cNvPr id="8" name="Oval 7">
                    <a:extLst>
                      <a:ext uri="{FF2B5EF4-FFF2-40B4-BE49-F238E27FC236}">
                        <a16:creationId xmlns:a16="http://schemas.microsoft.com/office/drawing/2014/main" id="{E277042A-5177-5ABD-5AAE-65D8523BAF1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rot="1852261">
                    <a:off x="1665" y="4171"/>
                    <a:ext cx="859" cy="2790"/>
                  </a:xfrm>
                  <a:prstGeom prst="ellipse">
                    <a:avLst/>
                  </a:prstGeom>
                  <a:solidFill>
                    <a:srgbClr val="FFFFFF"/>
                  </a:solidFill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rot="0" vert="horz" wrap="square" lIns="91440" tIns="45720" rIns="91440" bIns="45720" anchor="t" anchorCtr="0" upright="1">
                    <a:noAutofit/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9" name="Oval 8">
                    <a:extLst>
                      <a:ext uri="{FF2B5EF4-FFF2-40B4-BE49-F238E27FC236}">
                        <a16:creationId xmlns:a16="http://schemas.microsoft.com/office/drawing/2014/main" id="{9B7C1321-EEA9-7B19-9483-7AC0BD8D829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rot="18459039">
                    <a:off x="1611" y="6219"/>
                    <a:ext cx="549" cy="1813"/>
                  </a:xfrm>
                  <a:prstGeom prst="ellipse">
                    <a:avLst/>
                  </a:prstGeom>
                  <a:solidFill>
                    <a:srgbClr val="FFFFFF"/>
                  </a:solidFill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rot="0" vert="horz" wrap="square" lIns="91440" tIns="45720" rIns="91440" bIns="45720" anchor="t" anchorCtr="0" upright="1">
                    <a:noAutofit/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10" name="Oval 9">
                    <a:extLst>
                      <a:ext uri="{FF2B5EF4-FFF2-40B4-BE49-F238E27FC236}">
                        <a16:creationId xmlns:a16="http://schemas.microsoft.com/office/drawing/2014/main" id="{6D4A492A-C918-5BA9-80A7-E92350A451F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rot="2053654">
                    <a:off x="1856" y="7422"/>
                    <a:ext cx="396" cy="1811"/>
                  </a:xfrm>
                  <a:prstGeom prst="ellipse">
                    <a:avLst/>
                  </a:prstGeom>
                  <a:solidFill>
                    <a:srgbClr val="FF0000">
                      <a:alpha val="99000"/>
                    </a:srgbClr>
                  </a:solidFill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rot="0" vert="horz" wrap="square" lIns="91440" tIns="45720" rIns="91440" bIns="45720" anchor="t" anchorCtr="0" upright="1">
                    <a:noAutofit/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11" name="Oval 10">
                    <a:extLst>
                      <a:ext uri="{FF2B5EF4-FFF2-40B4-BE49-F238E27FC236}">
                        <a16:creationId xmlns:a16="http://schemas.microsoft.com/office/drawing/2014/main" id="{D3F35105-8B28-483C-3DA5-AEDBBC61AB5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rot="977303">
                    <a:off x="2198" y="4556"/>
                    <a:ext cx="314" cy="1427"/>
                  </a:xfrm>
                  <a:prstGeom prst="ellipse">
                    <a:avLst/>
                  </a:prstGeom>
                  <a:solidFill>
                    <a:srgbClr val="FFFFFF"/>
                  </a:solidFill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rot="0" vert="horz" wrap="square" lIns="91440" tIns="45720" rIns="91440" bIns="45720" anchor="t" anchorCtr="0" upright="1">
                    <a:noAutofit/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12" name="Oval 11">
                    <a:extLst>
                      <a:ext uri="{FF2B5EF4-FFF2-40B4-BE49-F238E27FC236}">
                        <a16:creationId xmlns:a16="http://schemas.microsoft.com/office/drawing/2014/main" id="{900B2C3E-86E3-30DE-A12D-3930BD7C9EC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rot="-213792">
                    <a:off x="1591" y="8912"/>
                    <a:ext cx="806" cy="206"/>
                  </a:xfrm>
                  <a:prstGeom prst="ellipse">
                    <a:avLst/>
                  </a:prstGeom>
                  <a:solidFill>
                    <a:srgbClr val="FF0000">
                      <a:alpha val="99000"/>
                    </a:srgbClr>
                  </a:solidFill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rot="0" vert="horz" wrap="square" lIns="91440" tIns="45720" rIns="91440" bIns="45720" anchor="t" anchorCtr="0" upright="1">
                    <a:noAutofit/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13" name="Oval 12">
                    <a:extLst>
                      <a:ext uri="{FF2B5EF4-FFF2-40B4-BE49-F238E27FC236}">
                        <a16:creationId xmlns:a16="http://schemas.microsoft.com/office/drawing/2014/main" id="{B3C17A3F-9688-7F83-8AC4-6AABCD5EFED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rot="1827567">
                    <a:off x="2985" y="6278"/>
                    <a:ext cx="525" cy="200"/>
                  </a:xfrm>
                  <a:prstGeom prst="ellipse">
                    <a:avLst/>
                  </a:prstGeom>
                  <a:solidFill>
                    <a:srgbClr val="FFFFFF"/>
                  </a:solidFill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rot="0" vert="horz" wrap="square" lIns="91440" tIns="45720" rIns="91440" bIns="45720" anchor="t" anchorCtr="0" upright="1">
                    <a:noAutofit/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14" name="Oval 13">
                    <a:extLst>
                      <a:ext uri="{FF2B5EF4-FFF2-40B4-BE49-F238E27FC236}">
                        <a16:creationId xmlns:a16="http://schemas.microsoft.com/office/drawing/2014/main" id="{58729257-9D48-C5DD-7C5A-829A0849812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rot="1073071">
                    <a:off x="2635" y="3484"/>
                    <a:ext cx="615" cy="975"/>
                  </a:xfrm>
                  <a:prstGeom prst="ellipse">
                    <a:avLst/>
                  </a:prstGeom>
                  <a:solidFill>
                    <a:srgbClr val="FFFFFF"/>
                  </a:solidFill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rot="0" vert="horz" wrap="square" lIns="91440" tIns="45720" rIns="91440" bIns="45720" anchor="t" anchorCtr="0" upright="1">
                    <a:noAutofit/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15" name="Oval 14">
                    <a:extLst>
                      <a:ext uri="{FF2B5EF4-FFF2-40B4-BE49-F238E27FC236}">
                        <a16:creationId xmlns:a16="http://schemas.microsoft.com/office/drawing/2014/main" id="{16F7C11D-CB07-5699-E28D-8877C2D9047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rot="6840179">
                    <a:off x="2490" y="5434"/>
                    <a:ext cx="290" cy="1208"/>
                  </a:xfrm>
                  <a:prstGeom prst="ellipse">
                    <a:avLst/>
                  </a:prstGeom>
                  <a:solidFill>
                    <a:srgbClr val="FFFFFF"/>
                  </a:solidFill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rot="0" vert="horz" wrap="square" lIns="91440" tIns="45720" rIns="91440" bIns="45720" anchor="t" anchorCtr="0" upright="1">
                    <a:noAutofit/>
                  </a:bodyPr>
                  <a:lstStyle/>
                  <a:p>
                    <a:endParaRPr lang="en-US" dirty="0"/>
                  </a:p>
                </p:txBody>
              </p:sp>
            </p:grpSp>
            <p:sp>
              <p:nvSpPr>
                <p:cNvPr id="7" name="Up Arrow 10">
                  <a:extLst>
                    <a:ext uri="{FF2B5EF4-FFF2-40B4-BE49-F238E27FC236}">
                      <a16:creationId xmlns:a16="http://schemas.microsoft.com/office/drawing/2014/main" id="{A4D38D6A-EA20-72BD-D331-D35C0F361102}"/>
                    </a:ext>
                  </a:extLst>
                </p:cNvPr>
                <p:cNvSpPr/>
                <p:nvPr/>
              </p:nvSpPr>
              <p:spPr>
                <a:xfrm>
                  <a:off x="3935244" y="3559008"/>
                  <a:ext cx="128291" cy="2071204"/>
                </a:xfrm>
                <a:prstGeom prst="upArrow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sp>
            <p:nvSpPr>
              <p:cNvPr id="4" name="Arc 3">
                <a:extLst>
                  <a:ext uri="{FF2B5EF4-FFF2-40B4-BE49-F238E27FC236}">
                    <a16:creationId xmlns:a16="http://schemas.microsoft.com/office/drawing/2014/main" id="{7632ABE7-6AF9-5465-2607-09DCD2FCBDB7}"/>
                  </a:ext>
                </a:extLst>
              </p:cNvPr>
              <p:cNvSpPr/>
              <p:nvPr/>
            </p:nvSpPr>
            <p:spPr>
              <a:xfrm rot="8182216">
                <a:off x="2752360" y="5625273"/>
                <a:ext cx="783772" cy="783771"/>
              </a:xfrm>
              <a:prstGeom prst="arc">
                <a:avLst/>
              </a:prstGeom>
              <a:ln w="25400">
                <a:solidFill>
                  <a:srgbClr val="FF0000"/>
                </a:solidFill>
                <a:tailEnd type="triangl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" name="Arc 4">
                <a:extLst>
                  <a:ext uri="{FF2B5EF4-FFF2-40B4-BE49-F238E27FC236}">
                    <a16:creationId xmlns:a16="http://schemas.microsoft.com/office/drawing/2014/main" id="{AE5A299A-4DD8-3C58-70C5-65A842ED7930}"/>
                  </a:ext>
                </a:extLst>
              </p:cNvPr>
              <p:cNvSpPr/>
              <p:nvPr/>
            </p:nvSpPr>
            <p:spPr>
              <a:xfrm rot="7400528">
                <a:off x="2717505" y="5822721"/>
                <a:ext cx="783772" cy="783771"/>
              </a:xfrm>
              <a:prstGeom prst="arc">
                <a:avLst/>
              </a:prstGeom>
              <a:noFill/>
              <a:ln w="25400">
                <a:solidFill>
                  <a:srgbClr val="0070C0"/>
                </a:solidFill>
                <a:headEnd type="triangle" w="lg" len="med"/>
                <a:tailEnd type="non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D31BFF0-5201-1538-7758-7BC6EE616523}"/>
                </a:ext>
              </a:extLst>
            </p:cNvPr>
            <p:cNvSpPr txBox="1"/>
            <p:nvPr/>
          </p:nvSpPr>
          <p:spPr>
            <a:xfrm>
              <a:off x="1340372" y="3519209"/>
              <a:ext cx="30946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ω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DC99E7D4-C9B5-E6BC-1A90-F7B7BCE280B7}"/>
                </a:ext>
              </a:extLst>
            </p:cNvPr>
            <p:cNvSpPr txBox="1"/>
            <p:nvPr/>
          </p:nvSpPr>
          <p:spPr>
            <a:xfrm>
              <a:off x="1358338" y="3801599"/>
              <a:ext cx="58300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0070C0"/>
                  </a:solidFill>
                </a:rPr>
                <a:t>𝜶</a:t>
              </a: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E1BC7CCF-FD55-C82B-CE0A-D536E0F345CF}"/>
              </a:ext>
            </a:extLst>
          </p:cNvPr>
          <p:cNvGrpSpPr/>
          <p:nvPr/>
        </p:nvGrpSpPr>
        <p:grpSpPr>
          <a:xfrm>
            <a:off x="5977908" y="573500"/>
            <a:ext cx="1469333" cy="3461086"/>
            <a:chOff x="6764208" y="835966"/>
            <a:chExt cx="1469333" cy="3461086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A39C4F06-3D65-3274-4FBD-19807E75C7F2}"/>
                </a:ext>
              </a:extLst>
            </p:cNvPr>
            <p:cNvGrpSpPr/>
            <p:nvPr/>
          </p:nvGrpSpPr>
          <p:grpSpPr>
            <a:xfrm>
              <a:off x="6986058" y="835966"/>
              <a:ext cx="1247483" cy="3313352"/>
              <a:chOff x="861438" y="3223775"/>
              <a:chExt cx="1247483" cy="3313352"/>
            </a:xfrm>
          </p:grpSpPr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0361A5DE-D4FA-A63D-5D3E-FB4CB5AAAFB9}"/>
                  </a:ext>
                </a:extLst>
              </p:cNvPr>
              <p:cNvGrpSpPr/>
              <p:nvPr/>
            </p:nvGrpSpPr>
            <p:grpSpPr>
              <a:xfrm>
                <a:off x="937141" y="3223775"/>
                <a:ext cx="1171780" cy="2903483"/>
                <a:chOff x="3121446" y="798086"/>
                <a:chExt cx="2127506" cy="4897634"/>
              </a:xfrm>
            </p:grpSpPr>
            <p:grpSp>
              <p:nvGrpSpPr>
                <p:cNvPr id="23" name="Group 22">
                  <a:extLst>
                    <a:ext uri="{FF2B5EF4-FFF2-40B4-BE49-F238E27FC236}">
                      <a16:creationId xmlns:a16="http://schemas.microsoft.com/office/drawing/2014/main" id="{E91AE016-923C-AF79-25D8-405168ABD4B5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121446" y="798086"/>
                  <a:ext cx="2127506" cy="4897634"/>
                  <a:chOff x="979" y="3484"/>
                  <a:chExt cx="2531" cy="5749"/>
                </a:xfrm>
              </p:grpSpPr>
              <p:sp>
                <p:nvSpPr>
                  <p:cNvPr id="25" name="Oval 24">
                    <a:extLst>
                      <a:ext uri="{FF2B5EF4-FFF2-40B4-BE49-F238E27FC236}">
                        <a16:creationId xmlns:a16="http://schemas.microsoft.com/office/drawing/2014/main" id="{5F4C51FC-CBC4-EBDA-704D-9190BDECC35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rot="1852261">
                    <a:off x="1665" y="4171"/>
                    <a:ext cx="859" cy="2790"/>
                  </a:xfrm>
                  <a:prstGeom prst="ellipse">
                    <a:avLst/>
                  </a:prstGeom>
                  <a:solidFill>
                    <a:srgbClr val="FFFFFF"/>
                  </a:solidFill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rot="0" vert="horz" wrap="square" lIns="91440" tIns="45720" rIns="91440" bIns="45720" anchor="t" anchorCtr="0" upright="1">
                    <a:noAutofit/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26" name="Oval 25">
                    <a:extLst>
                      <a:ext uri="{FF2B5EF4-FFF2-40B4-BE49-F238E27FC236}">
                        <a16:creationId xmlns:a16="http://schemas.microsoft.com/office/drawing/2014/main" id="{BFBD4C24-9092-F6EA-B5C3-1DCC5425ADE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rot="18459039">
                    <a:off x="1611" y="6219"/>
                    <a:ext cx="549" cy="1813"/>
                  </a:xfrm>
                  <a:prstGeom prst="ellipse">
                    <a:avLst/>
                  </a:prstGeom>
                  <a:solidFill>
                    <a:srgbClr val="FFFFFF"/>
                  </a:solidFill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rot="0" vert="horz" wrap="square" lIns="91440" tIns="45720" rIns="91440" bIns="45720" anchor="t" anchorCtr="0" upright="1">
                    <a:noAutofit/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27" name="Oval 26">
                    <a:extLst>
                      <a:ext uri="{FF2B5EF4-FFF2-40B4-BE49-F238E27FC236}">
                        <a16:creationId xmlns:a16="http://schemas.microsoft.com/office/drawing/2014/main" id="{4A7D5D68-35CF-2E58-EE83-43708C1D89C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rot="2053654">
                    <a:off x="1856" y="7422"/>
                    <a:ext cx="396" cy="1811"/>
                  </a:xfrm>
                  <a:prstGeom prst="ellipse">
                    <a:avLst/>
                  </a:prstGeom>
                  <a:solidFill>
                    <a:srgbClr val="FF0000">
                      <a:alpha val="99000"/>
                    </a:srgbClr>
                  </a:solidFill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rot="0" vert="horz" wrap="square" lIns="91440" tIns="45720" rIns="91440" bIns="45720" anchor="t" anchorCtr="0" upright="1">
                    <a:noAutofit/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28" name="Oval 27">
                    <a:extLst>
                      <a:ext uri="{FF2B5EF4-FFF2-40B4-BE49-F238E27FC236}">
                        <a16:creationId xmlns:a16="http://schemas.microsoft.com/office/drawing/2014/main" id="{F4DEE268-A78E-8704-EB39-1522C8E0898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rot="977303">
                    <a:off x="2198" y="4556"/>
                    <a:ext cx="314" cy="1427"/>
                  </a:xfrm>
                  <a:prstGeom prst="ellipse">
                    <a:avLst/>
                  </a:prstGeom>
                  <a:solidFill>
                    <a:srgbClr val="FFFFFF"/>
                  </a:solidFill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rot="0" vert="horz" wrap="square" lIns="91440" tIns="45720" rIns="91440" bIns="45720" anchor="t" anchorCtr="0" upright="1">
                    <a:noAutofit/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29" name="Oval 28">
                    <a:extLst>
                      <a:ext uri="{FF2B5EF4-FFF2-40B4-BE49-F238E27FC236}">
                        <a16:creationId xmlns:a16="http://schemas.microsoft.com/office/drawing/2014/main" id="{FBADAD42-6589-D477-4B4A-86629EF0913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rot="-213792">
                    <a:off x="1591" y="8912"/>
                    <a:ext cx="806" cy="206"/>
                  </a:xfrm>
                  <a:prstGeom prst="ellipse">
                    <a:avLst/>
                  </a:prstGeom>
                  <a:solidFill>
                    <a:srgbClr val="FF0000">
                      <a:alpha val="99000"/>
                    </a:srgbClr>
                  </a:solidFill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rot="0" vert="horz" wrap="square" lIns="91440" tIns="45720" rIns="91440" bIns="45720" anchor="t" anchorCtr="0" upright="1">
                    <a:noAutofit/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30" name="Oval 29">
                    <a:extLst>
                      <a:ext uri="{FF2B5EF4-FFF2-40B4-BE49-F238E27FC236}">
                        <a16:creationId xmlns:a16="http://schemas.microsoft.com/office/drawing/2014/main" id="{540C1759-9F68-3404-D058-4A2613629DF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rot="1827567">
                    <a:off x="2985" y="6278"/>
                    <a:ext cx="525" cy="200"/>
                  </a:xfrm>
                  <a:prstGeom prst="ellipse">
                    <a:avLst/>
                  </a:prstGeom>
                  <a:solidFill>
                    <a:srgbClr val="FFFFFF"/>
                  </a:solidFill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rot="0" vert="horz" wrap="square" lIns="91440" tIns="45720" rIns="91440" bIns="45720" anchor="t" anchorCtr="0" upright="1">
                    <a:noAutofit/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31" name="Oval 30">
                    <a:extLst>
                      <a:ext uri="{FF2B5EF4-FFF2-40B4-BE49-F238E27FC236}">
                        <a16:creationId xmlns:a16="http://schemas.microsoft.com/office/drawing/2014/main" id="{D3ACA71B-557B-2DE0-2C9F-0FE51B2E41D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rot="1073071">
                    <a:off x="2635" y="3484"/>
                    <a:ext cx="615" cy="975"/>
                  </a:xfrm>
                  <a:prstGeom prst="ellipse">
                    <a:avLst/>
                  </a:prstGeom>
                  <a:solidFill>
                    <a:srgbClr val="FFFFFF"/>
                  </a:solidFill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rot="0" vert="horz" wrap="square" lIns="91440" tIns="45720" rIns="91440" bIns="45720" anchor="t" anchorCtr="0" upright="1">
                    <a:noAutofit/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32" name="Oval 31">
                    <a:extLst>
                      <a:ext uri="{FF2B5EF4-FFF2-40B4-BE49-F238E27FC236}">
                        <a16:creationId xmlns:a16="http://schemas.microsoft.com/office/drawing/2014/main" id="{5E688DAE-8EEB-3948-C348-EB1EB8C4A1B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rot="6840179">
                    <a:off x="2490" y="5434"/>
                    <a:ext cx="290" cy="1208"/>
                  </a:xfrm>
                  <a:prstGeom prst="ellipse">
                    <a:avLst/>
                  </a:prstGeom>
                  <a:solidFill>
                    <a:srgbClr val="FFFFFF"/>
                  </a:solidFill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rot="0" vert="horz" wrap="square" lIns="91440" tIns="45720" rIns="91440" bIns="45720" anchor="t" anchorCtr="0" upright="1">
                    <a:noAutofit/>
                  </a:bodyPr>
                  <a:lstStyle/>
                  <a:p>
                    <a:endParaRPr lang="en-US" dirty="0"/>
                  </a:p>
                </p:txBody>
              </p:sp>
            </p:grpSp>
            <p:sp>
              <p:nvSpPr>
                <p:cNvPr id="24" name="Up Arrow 10">
                  <a:extLst>
                    <a:ext uri="{FF2B5EF4-FFF2-40B4-BE49-F238E27FC236}">
                      <a16:creationId xmlns:a16="http://schemas.microsoft.com/office/drawing/2014/main" id="{8BD4E37B-76FB-C857-FAB3-ECEBF347BA3E}"/>
                    </a:ext>
                  </a:extLst>
                </p:cNvPr>
                <p:cNvSpPr/>
                <p:nvPr/>
              </p:nvSpPr>
              <p:spPr>
                <a:xfrm>
                  <a:off x="3935244" y="3559008"/>
                  <a:ext cx="128291" cy="2071204"/>
                </a:xfrm>
                <a:prstGeom prst="upArrow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sp>
            <p:nvSpPr>
              <p:cNvPr id="21" name="Arc 20">
                <a:extLst>
                  <a:ext uri="{FF2B5EF4-FFF2-40B4-BE49-F238E27FC236}">
                    <a16:creationId xmlns:a16="http://schemas.microsoft.com/office/drawing/2014/main" id="{229000B9-DB58-264F-CBD0-78F7D1BAFAC0}"/>
                  </a:ext>
                </a:extLst>
              </p:cNvPr>
              <p:cNvSpPr/>
              <p:nvPr/>
            </p:nvSpPr>
            <p:spPr>
              <a:xfrm rot="8182216">
                <a:off x="941895" y="5533429"/>
                <a:ext cx="783772" cy="783771"/>
              </a:xfrm>
              <a:prstGeom prst="arc">
                <a:avLst/>
              </a:prstGeom>
              <a:ln w="25400">
                <a:solidFill>
                  <a:srgbClr val="FF0000"/>
                </a:solidFill>
                <a:tailEnd type="triangl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2" name="Arc 21">
                <a:extLst>
                  <a:ext uri="{FF2B5EF4-FFF2-40B4-BE49-F238E27FC236}">
                    <a16:creationId xmlns:a16="http://schemas.microsoft.com/office/drawing/2014/main" id="{80B6C9BC-0DDB-E4DE-9AF0-7CF20C5572E0}"/>
                  </a:ext>
                </a:extLst>
              </p:cNvPr>
              <p:cNvSpPr/>
              <p:nvPr/>
            </p:nvSpPr>
            <p:spPr>
              <a:xfrm rot="7677215">
                <a:off x="891453" y="5723340"/>
                <a:ext cx="783772" cy="843802"/>
              </a:xfrm>
              <a:prstGeom prst="arc">
                <a:avLst/>
              </a:prstGeom>
              <a:noFill/>
              <a:ln w="25400">
                <a:solidFill>
                  <a:srgbClr val="0070C0"/>
                </a:solidFill>
                <a:tailEnd type="triangl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89AB9B4B-9EFB-A1C6-E321-72CC388A57A2}"/>
                </a:ext>
              </a:extLst>
            </p:cNvPr>
            <p:cNvSpPr txBox="1"/>
            <p:nvPr/>
          </p:nvSpPr>
          <p:spPr>
            <a:xfrm>
              <a:off x="6764208" y="3645330"/>
              <a:ext cx="30946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ω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C44EA48E-EF1D-B45E-FD7D-6DF19A2CE791}"/>
                </a:ext>
              </a:extLst>
            </p:cNvPr>
            <p:cNvSpPr txBox="1"/>
            <p:nvPr/>
          </p:nvSpPr>
          <p:spPr>
            <a:xfrm>
              <a:off x="6782174" y="3927720"/>
              <a:ext cx="58300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0070C0"/>
                  </a:solidFill>
                </a:rPr>
                <a:t>𝜶</a:t>
              </a:r>
            </a:p>
          </p:txBody>
        </p: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CFC25A7B-A753-0A93-3ADD-0C895A3C46FF}"/>
              </a:ext>
            </a:extLst>
          </p:cNvPr>
          <p:cNvSpPr txBox="1"/>
          <p:nvPr/>
        </p:nvSpPr>
        <p:spPr>
          <a:xfrm>
            <a:off x="8005867" y="874292"/>
            <a:ext cx="32154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  </a:t>
            </a:r>
            <a:r>
              <a:rPr lang="en-US" sz="2400" b="1" dirty="0">
                <a:sym typeface="Symbol" panose="05050102010706020507" pitchFamily="18" charset="2"/>
              </a:rPr>
              <a:t></a:t>
            </a:r>
            <a:r>
              <a:rPr lang="en-US" sz="2400" dirty="0">
                <a:sym typeface="Symbol" panose="05050102010706020507" pitchFamily="18" charset="2"/>
              </a:rPr>
              <a:t>    </a:t>
            </a:r>
            <a:r>
              <a:rPr lang="en-US" sz="2400" dirty="0">
                <a:solidFill>
                  <a:srgbClr val="FF0000"/>
                </a:solidFill>
              </a:rPr>
              <a:t>𝝉</a:t>
            </a:r>
            <a:r>
              <a:rPr lang="en-US" sz="2400" baseline="-25000" dirty="0">
                <a:solidFill>
                  <a:srgbClr val="FF0000"/>
                </a:solidFill>
              </a:rPr>
              <a:t>M</a:t>
            </a:r>
            <a:r>
              <a:rPr lang="en-US" sz="2400" baseline="-25000" dirty="0"/>
              <a:t>   </a:t>
            </a:r>
            <a:r>
              <a:rPr lang="en-US" sz="2400" dirty="0"/>
              <a:t>  </a:t>
            </a:r>
            <a:r>
              <a:rPr lang="en-US" sz="2400" b="1" dirty="0">
                <a:sym typeface="Symbol" panose="05050102010706020507" pitchFamily="18" charset="2"/>
              </a:rPr>
              <a:t></a:t>
            </a:r>
            <a:r>
              <a:rPr lang="en-US" sz="2400" b="1" dirty="0">
                <a:solidFill>
                  <a:srgbClr val="C00000"/>
                </a:solidFill>
              </a:rPr>
              <a:t> </a:t>
            </a:r>
            <a:r>
              <a:rPr lang="en-US" sz="2400" dirty="0"/>
              <a:t>𝝉</a:t>
            </a:r>
            <a:r>
              <a:rPr lang="en-US" sz="2400" baseline="-25000" dirty="0"/>
              <a:t>n</a:t>
            </a:r>
            <a:r>
              <a:rPr lang="en-US" sz="2400" dirty="0"/>
              <a:t>   =  </a:t>
            </a:r>
            <a:r>
              <a:rPr lang="en-US" sz="2400" b="1" dirty="0">
                <a:sym typeface="Symbol" panose="05050102010706020507" pitchFamily="18" charset="2"/>
              </a:rPr>
              <a:t></a:t>
            </a:r>
            <a:r>
              <a:rPr lang="en-US" sz="2400" dirty="0"/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lang="en-US" sz="2400" dirty="0"/>
              <a:t>𝜶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08CB9FF-6411-703D-5EEE-921692AAAA1C}"/>
              </a:ext>
            </a:extLst>
          </p:cNvPr>
          <p:cNvSpPr txBox="1"/>
          <p:nvPr/>
        </p:nvSpPr>
        <p:spPr>
          <a:xfrm>
            <a:off x="1998799" y="4177334"/>
            <a:ext cx="36011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  </a:t>
            </a:r>
            <a:r>
              <a:rPr lang="en-US" sz="2400" b="1" dirty="0">
                <a:sym typeface="Symbol" panose="05050102010706020507" pitchFamily="18" charset="2"/>
              </a:rPr>
              <a:t></a:t>
            </a:r>
            <a:r>
              <a:rPr lang="en-US" sz="2400" dirty="0">
                <a:sym typeface="Symbol" panose="05050102010706020507" pitchFamily="18" charset="2"/>
              </a:rPr>
              <a:t>    </a:t>
            </a:r>
            <a:r>
              <a:rPr lang="en-US" sz="2400" dirty="0">
                <a:solidFill>
                  <a:srgbClr val="FF0000"/>
                </a:solidFill>
              </a:rPr>
              <a:t>𝝉</a:t>
            </a:r>
            <a:r>
              <a:rPr lang="en-US" sz="2400" baseline="-25000" dirty="0">
                <a:solidFill>
                  <a:srgbClr val="FF0000"/>
                </a:solidFill>
              </a:rPr>
              <a:t>M</a:t>
            </a:r>
            <a:r>
              <a:rPr lang="en-US" sz="2400" baseline="-25000" dirty="0"/>
              <a:t>   </a:t>
            </a:r>
            <a:r>
              <a:rPr lang="en-US" sz="2400" dirty="0"/>
              <a:t>  </a:t>
            </a:r>
            <a:r>
              <a:rPr lang="en-US" sz="2400" b="1" dirty="0">
                <a:sym typeface="Symbol" panose="05050102010706020507" pitchFamily="18" charset="2"/>
              </a:rPr>
              <a:t></a:t>
            </a:r>
            <a:r>
              <a:rPr lang="en-US" sz="2400" b="1" dirty="0">
                <a:solidFill>
                  <a:srgbClr val="C00000"/>
                </a:solidFill>
              </a:rPr>
              <a:t> </a:t>
            </a:r>
            <a:r>
              <a:rPr lang="en-US" sz="2400" dirty="0"/>
              <a:t>𝝉</a:t>
            </a:r>
            <a:r>
              <a:rPr lang="en-US" sz="2400" baseline="-25000" dirty="0"/>
              <a:t>n</a:t>
            </a:r>
            <a:r>
              <a:rPr lang="en-US" sz="2400" dirty="0"/>
              <a:t>   =  </a:t>
            </a:r>
            <a:r>
              <a:rPr lang="en-US" sz="2400" b="1" dirty="0">
                <a:sym typeface="Symbol" panose="05050102010706020507" pitchFamily="18" charset="2"/>
              </a:rPr>
              <a:t></a:t>
            </a:r>
            <a:r>
              <a:rPr lang="en-US" sz="2400" dirty="0"/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lang="en-US" sz="2400" dirty="0"/>
              <a:t>𝜶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2A74BC18-E73C-1A73-253D-DF2A0ABF396D}"/>
              </a:ext>
            </a:extLst>
          </p:cNvPr>
          <p:cNvGrpSpPr/>
          <p:nvPr/>
        </p:nvGrpSpPr>
        <p:grpSpPr>
          <a:xfrm>
            <a:off x="703750" y="3277359"/>
            <a:ext cx="1285826" cy="3418621"/>
            <a:chOff x="1340372" y="752310"/>
            <a:chExt cx="1285826" cy="3418621"/>
          </a:xfrm>
        </p:grpSpPr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6AC33587-7856-91A2-8607-ECDA3A19BEBC}"/>
                </a:ext>
              </a:extLst>
            </p:cNvPr>
            <p:cNvGrpSpPr/>
            <p:nvPr/>
          </p:nvGrpSpPr>
          <p:grpSpPr>
            <a:xfrm>
              <a:off x="1454418" y="752310"/>
              <a:ext cx="1171780" cy="3267729"/>
              <a:chOff x="2627803" y="3338764"/>
              <a:chExt cx="1171780" cy="3267729"/>
            </a:xfrm>
          </p:grpSpPr>
          <p:grpSp>
            <p:nvGrpSpPr>
              <p:cNvPr id="43" name="Group 42">
                <a:extLst>
                  <a:ext uri="{FF2B5EF4-FFF2-40B4-BE49-F238E27FC236}">
                    <a16:creationId xmlns:a16="http://schemas.microsoft.com/office/drawing/2014/main" id="{100302E4-875F-F906-70DE-2499BFDE1357}"/>
                  </a:ext>
                </a:extLst>
              </p:cNvPr>
              <p:cNvGrpSpPr/>
              <p:nvPr/>
            </p:nvGrpSpPr>
            <p:grpSpPr>
              <a:xfrm>
                <a:off x="2627803" y="3338764"/>
                <a:ext cx="1171780" cy="2903483"/>
                <a:chOff x="3121446" y="798086"/>
                <a:chExt cx="2127506" cy="4897634"/>
              </a:xfrm>
            </p:grpSpPr>
            <p:grpSp>
              <p:nvGrpSpPr>
                <p:cNvPr id="46" name="Group 45">
                  <a:extLst>
                    <a:ext uri="{FF2B5EF4-FFF2-40B4-BE49-F238E27FC236}">
                      <a16:creationId xmlns:a16="http://schemas.microsoft.com/office/drawing/2014/main" id="{3C882D32-C209-7485-6FBB-EC0E40DBBED3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121446" y="798086"/>
                  <a:ext cx="2127506" cy="4897634"/>
                  <a:chOff x="979" y="3484"/>
                  <a:chExt cx="2531" cy="5749"/>
                </a:xfrm>
              </p:grpSpPr>
              <p:sp>
                <p:nvSpPr>
                  <p:cNvPr id="48" name="Oval 47">
                    <a:extLst>
                      <a:ext uri="{FF2B5EF4-FFF2-40B4-BE49-F238E27FC236}">
                        <a16:creationId xmlns:a16="http://schemas.microsoft.com/office/drawing/2014/main" id="{B7EA5C72-106F-5C3F-F360-C3A70AFC071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rot="1852261">
                    <a:off x="1665" y="4171"/>
                    <a:ext cx="859" cy="2790"/>
                  </a:xfrm>
                  <a:prstGeom prst="ellipse">
                    <a:avLst/>
                  </a:prstGeom>
                  <a:solidFill>
                    <a:srgbClr val="FFFFFF"/>
                  </a:solidFill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rot="0" vert="horz" wrap="square" lIns="91440" tIns="45720" rIns="91440" bIns="45720" anchor="t" anchorCtr="0" upright="1">
                    <a:noAutofit/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49" name="Oval 48">
                    <a:extLst>
                      <a:ext uri="{FF2B5EF4-FFF2-40B4-BE49-F238E27FC236}">
                        <a16:creationId xmlns:a16="http://schemas.microsoft.com/office/drawing/2014/main" id="{8DE654C9-411B-C7C6-9587-C9B4719CF5E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rot="18459039">
                    <a:off x="1611" y="6219"/>
                    <a:ext cx="549" cy="1813"/>
                  </a:xfrm>
                  <a:prstGeom prst="ellipse">
                    <a:avLst/>
                  </a:prstGeom>
                  <a:solidFill>
                    <a:srgbClr val="FFFFFF"/>
                  </a:solidFill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rot="0" vert="horz" wrap="square" lIns="91440" tIns="45720" rIns="91440" bIns="45720" anchor="t" anchorCtr="0" upright="1">
                    <a:noAutofit/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50" name="Oval 49">
                    <a:extLst>
                      <a:ext uri="{FF2B5EF4-FFF2-40B4-BE49-F238E27FC236}">
                        <a16:creationId xmlns:a16="http://schemas.microsoft.com/office/drawing/2014/main" id="{129B439D-BA36-C915-4DB9-361B57EEFBD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rot="2053654">
                    <a:off x="1856" y="7422"/>
                    <a:ext cx="396" cy="1811"/>
                  </a:xfrm>
                  <a:prstGeom prst="ellipse">
                    <a:avLst/>
                  </a:prstGeom>
                  <a:solidFill>
                    <a:srgbClr val="FF0000">
                      <a:alpha val="99000"/>
                    </a:srgbClr>
                  </a:solidFill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rot="0" vert="horz" wrap="square" lIns="91440" tIns="45720" rIns="91440" bIns="45720" anchor="t" anchorCtr="0" upright="1">
                    <a:noAutofit/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51" name="Oval 50">
                    <a:extLst>
                      <a:ext uri="{FF2B5EF4-FFF2-40B4-BE49-F238E27FC236}">
                        <a16:creationId xmlns:a16="http://schemas.microsoft.com/office/drawing/2014/main" id="{FE57F8DD-6BD4-3DDA-3258-80A15581E17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rot="977303">
                    <a:off x="2198" y="4556"/>
                    <a:ext cx="314" cy="1427"/>
                  </a:xfrm>
                  <a:prstGeom prst="ellipse">
                    <a:avLst/>
                  </a:prstGeom>
                  <a:solidFill>
                    <a:srgbClr val="FFFFFF"/>
                  </a:solidFill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rot="0" vert="horz" wrap="square" lIns="91440" tIns="45720" rIns="91440" bIns="45720" anchor="t" anchorCtr="0" upright="1">
                    <a:noAutofit/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52" name="Oval 51">
                    <a:extLst>
                      <a:ext uri="{FF2B5EF4-FFF2-40B4-BE49-F238E27FC236}">
                        <a16:creationId xmlns:a16="http://schemas.microsoft.com/office/drawing/2014/main" id="{F15EEF53-F1DD-861A-7FD3-E0EBCBEF8AA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rot="-213792">
                    <a:off x="1591" y="8912"/>
                    <a:ext cx="806" cy="206"/>
                  </a:xfrm>
                  <a:prstGeom prst="ellipse">
                    <a:avLst/>
                  </a:prstGeom>
                  <a:solidFill>
                    <a:srgbClr val="FF0000">
                      <a:alpha val="99000"/>
                    </a:srgbClr>
                  </a:solidFill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rot="0" vert="horz" wrap="square" lIns="91440" tIns="45720" rIns="91440" bIns="45720" anchor="t" anchorCtr="0" upright="1">
                    <a:noAutofit/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53" name="Oval 52">
                    <a:extLst>
                      <a:ext uri="{FF2B5EF4-FFF2-40B4-BE49-F238E27FC236}">
                        <a16:creationId xmlns:a16="http://schemas.microsoft.com/office/drawing/2014/main" id="{20EA54C7-8071-A0CD-8B31-0DD27A294E0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rot="1827567">
                    <a:off x="2985" y="6278"/>
                    <a:ext cx="525" cy="200"/>
                  </a:xfrm>
                  <a:prstGeom prst="ellipse">
                    <a:avLst/>
                  </a:prstGeom>
                  <a:solidFill>
                    <a:srgbClr val="FFFFFF"/>
                  </a:solidFill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rot="0" vert="horz" wrap="square" lIns="91440" tIns="45720" rIns="91440" bIns="45720" anchor="t" anchorCtr="0" upright="1">
                    <a:noAutofit/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54" name="Oval 53">
                    <a:extLst>
                      <a:ext uri="{FF2B5EF4-FFF2-40B4-BE49-F238E27FC236}">
                        <a16:creationId xmlns:a16="http://schemas.microsoft.com/office/drawing/2014/main" id="{9144ECC5-9CB3-9A00-8D0C-77E4A3C0222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rot="1073071">
                    <a:off x="2635" y="3484"/>
                    <a:ext cx="615" cy="975"/>
                  </a:xfrm>
                  <a:prstGeom prst="ellipse">
                    <a:avLst/>
                  </a:prstGeom>
                  <a:solidFill>
                    <a:srgbClr val="FFFFFF"/>
                  </a:solidFill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rot="0" vert="horz" wrap="square" lIns="91440" tIns="45720" rIns="91440" bIns="45720" anchor="t" anchorCtr="0" upright="1">
                    <a:noAutofit/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55" name="Oval 54">
                    <a:extLst>
                      <a:ext uri="{FF2B5EF4-FFF2-40B4-BE49-F238E27FC236}">
                        <a16:creationId xmlns:a16="http://schemas.microsoft.com/office/drawing/2014/main" id="{FF528255-CCF9-E013-2B51-6F6DAF4B4F8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rot="6840179">
                    <a:off x="2490" y="5434"/>
                    <a:ext cx="290" cy="1208"/>
                  </a:xfrm>
                  <a:prstGeom prst="ellipse">
                    <a:avLst/>
                  </a:prstGeom>
                  <a:solidFill>
                    <a:srgbClr val="FFFFFF"/>
                  </a:solidFill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rot="0" vert="horz" wrap="square" lIns="91440" tIns="45720" rIns="91440" bIns="45720" anchor="t" anchorCtr="0" upright="1">
                    <a:noAutofit/>
                  </a:bodyPr>
                  <a:lstStyle/>
                  <a:p>
                    <a:endParaRPr lang="en-US" dirty="0"/>
                  </a:p>
                </p:txBody>
              </p:sp>
            </p:grpSp>
            <p:sp>
              <p:nvSpPr>
                <p:cNvPr id="47" name="Up Arrow 10">
                  <a:extLst>
                    <a:ext uri="{FF2B5EF4-FFF2-40B4-BE49-F238E27FC236}">
                      <a16:creationId xmlns:a16="http://schemas.microsoft.com/office/drawing/2014/main" id="{7E303269-B09B-B571-389D-CD18EC601D19}"/>
                    </a:ext>
                  </a:extLst>
                </p:cNvPr>
                <p:cNvSpPr/>
                <p:nvPr/>
              </p:nvSpPr>
              <p:spPr>
                <a:xfrm>
                  <a:off x="3935244" y="3559008"/>
                  <a:ext cx="128291" cy="2071204"/>
                </a:xfrm>
                <a:prstGeom prst="upArrow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sp>
            <p:nvSpPr>
              <p:cNvPr id="44" name="Arc 43">
                <a:extLst>
                  <a:ext uri="{FF2B5EF4-FFF2-40B4-BE49-F238E27FC236}">
                    <a16:creationId xmlns:a16="http://schemas.microsoft.com/office/drawing/2014/main" id="{C8432EEA-DC48-A9DE-F669-D7936A0BF158}"/>
                  </a:ext>
                </a:extLst>
              </p:cNvPr>
              <p:cNvSpPr/>
              <p:nvPr/>
            </p:nvSpPr>
            <p:spPr>
              <a:xfrm rot="8182216">
                <a:off x="2779492" y="5737890"/>
                <a:ext cx="801718" cy="660293"/>
              </a:xfrm>
              <a:prstGeom prst="arc">
                <a:avLst/>
              </a:prstGeom>
              <a:ln w="25400">
                <a:solidFill>
                  <a:srgbClr val="FF0000"/>
                </a:solidFill>
                <a:headEnd type="triangle"/>
                <a:tailEnd type="non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5" name="Arc 44">
                <a:extLst>
                  <a:ext uri="{FF2B5EF4-FFF2-40B4-BE49-F238E27FC236}">
                    <a16:creationId xmlns:a16="http://schemas.microsoft.com/office/drawing/2014/main" id="{25FDCA8D-F300-C686-D150-624712D9EC48}"/>
                  </a:ext>
                </a:extLst>
              </p:cNvPr>
              <p:cNvSpPr/>
              <p:nvPr/>
            </p:nvSpPr>
            <p:spPr>
              <a:xfrm rot="7400528">
                <a:off x="2717505" y="5822721"/>
                <a:ext cx="783772" cy="783771"/>
              </a:xfrm>
              <a:prstGeom prst="arc">
                <a:avLst/>
              </a:prstGeom>
              <a:noFill/>
              <a:ln w="25400">
                <a:solidFill>
                  <a:srgbClr val="0070C0"/>
                </a:solidFill>
                <a:headEnd type="triangle" w="lg" len="med"/>
                <a:tailEnd type="non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B2550359-D0F9-D106-70EB-E4ABB1BF0AB9}"/>
                </a:ext>
              </a:extLst>
            </p:cNvPr>
            <p:cNvSpPr txBox="1"/>
            <p:nvPr/>
          </p:nvSpPr>
          <p:spPr>
            <a:xfrm>
              <a:off x="1340372" y="3519209"/>
              <a:ext cx="30946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ω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E50E454E-AA0F-0B4C-4754-A171008B897F}"/>
                </a:ext>
              </a:extLst>
            </p:cNvPr>
            <p:cNvSpPr txBox="1"/>
            <p:nvPr/>
          </p:nvSpPr>
          <p:spPr>
            <a:xfrm>
              <a:off x="1358338" y="3801599"/>
              <a:ext cx="58300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0070C0"/>
                  </a:solidFill>
                </a:rPr>
                <a:t>𝜶</a:t>
              </a:r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9E5A1C6B-C28A-D3AE-475D-9DA1616A30DC}"/>
              </a:ext>
            </a:extLst>
          </p:cNvPr>
          <p:cNvGrpSpPr/>
          <p:nvPr/>
        </p:nvGrpSpPr>
        <p:grpSpPr>
          <a:xfrm>
            <a:off x="6389951" y="3183701"/>
            <a:ext cx="1469333" cy="3461086"/>
            <a:chOff x="6764208" y="835966"/>
            <a:chExt cx="1469333" cy="3461086"/>
          </a:xfrm>
        </p:grpSpPr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5AF0C5BC-9FC7-EA82-10EE-64E6A896D60B}"/>
                </a:ext>
              </a:extLst>
            </p:cNvPr>
            <p:cNvGrpSpPr/>
            <p:nvPr/>
          </p:nvGrpSpPr>
          <p:grpSpPr>
            <a:xfrm>
              <a:off x="6986058" y="835966"/>
              <a:ext cx="1247483" cy="3313352"/>
              <a:chOff x="861438" y="3223775"/>
              <a:chExt cx="1247483" cy="3313352"/>
            </a:xfrm>
          </p:grpSpPr>
          <p:grpSp>
            <p:nvGrpSpPr>
              <p:cNvPr id="60" name="Group 59">
                <a:extLst>
                  <a:ext uri="{FF2B5EF4-FFF2-40B4-BE49-F238E27FC236}">
                    <a16:creationId xmlns:a16="http://schemas.microsoft.com/office/drawing/2014/main" id="{942A3DEB-3018-835F-C710-98D99A83E1C7}"/>
                  </a:ext>
                </a:extLst>
              </p:cNvPr>
              <p:cNvGrpSpPr/>
              <p:nvPr/>
            </p:nvGrpSpPr>
            <p:grpSpPr>
              <a:xfrm>
                <a:off x="937141" y="3223775"/>
                <a:ext cx="1171780" cy="2903483"/>
                <a:chOff x="3121446" y="798086"/>
                <a:chExt cx="2127506" cy="4897634"/>
              </a:xfrm>
            </p:grpSpPr>
            <p:grpSp>
              <p:nvGrpSpPr>
                <p:cNvPr id="63" name="Group 62">
                  <a:extLst>
                    <a:ext uri="{FF2B5EF4-FFF2-40B4-BE49-F238E27FC236}">
                      <a16:creationId xmlns:a16="http://schemas.microsoft.com/office/drawing/2014/main" id="{FE2CEAC0-CDE5-6386-C9AC-257A7042805D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121446" y="798086"/>
                  <a:ext cx="2127506" cy="4897634"/>
                  <a:chOff x="979" y="3484"/>
                  <a:chExt cx="2531" cy="5749"/>
                </a:xfrm>
              </p:grpSpPr>
              <p:sp>
                <p:nvSpPr>
                  <p:cNvPr id="65" name="Oval 64">
                    <a:extLst>
                      <a:ext uri="{FF2B5EF4-FFF2-40B4-BE49-F238E27FC236}">
                        <a16:creationId xmlns:a16="http://schemas.microsoft.com/office/drawing/2014/main" id="{F8D42230-476E-0BB0-F7AC-EFBD2AF74B3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rot="1852261">
                    <a:off x="1665" y="4171"/>
                    <a:ext cx="859" cy="2790"/>
                  </a:xfrm>
                  <a:prstGeom prst="ellipse">
                    <a:avLst/>
                  </a:prstGeom>
                  <a:solidFill>
                    <a:srgbClr val="FFFFFF"/>
                  </a:solidFill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rot="0" vert="horz" wrap="square" lIns="91440" tIns="45720" rIns="91440" bIns="45720" anchor="t" anchorCtr="0" upright="1">
                    <a:noAutofit/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66" name="Oval 65">
                    <a:extLst>
                      <a:ext uri="{FF2B5EF4-FFF2-40B4-BE49-F238E27FC236}">
                        <a16:creationId xmlns:a16="http://schemas.microsoft.com/office/drawing/2014/main" id="{624DD0CF-A1C3-AC4E-54C0-F5C7FA5CCBB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rot="18459039">
                    <a:off x="1611" y="6219"/>
                    <a:ext cx="549" cy="1813"/>
                  </a:xfrm>
                  <a:prstGeom prst="ellipse">
                    <a:avLst/>
                  </a:prstGeom>
                  <a:solidFill>
                    <a:srgbClr val="FFFFFF"/>
                  </a:solidFill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rot="0" vert="horz" wrap="square" lIns="91440" tIns="45720" rIns="91440" bIns="45720" anchor="t" anchorCtr="0" upright="1">
                    <a:noAutofit/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67" name="Oval 66">
                    <a:extLst>
                      <a:ext uri="{FF2B5EF4-FFF2-40B4-BE49-F238E27FC236}">
                        <a16:creationId xmlns:a16="http://schemas.microsoft.com/office/drawing/2014/main" id="{7BC89D45-548A-0688-2450-52C476C7C7C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rot="2053654">
                    <a:off x="1856" y="7422"/>
                    <a:ext cx="396" cy="1811"/>
                  </a:xfrm>
                  <a:prstGeom prst="ellipse">
                    <a:avLst/>
                  </a:prstGeom>
                  <a:solidFill>
                    <a:srgbClr val="FF0000">
                      <a:alpha val="99000"/>
                    </a:srgbClr>
                  </a:solidFill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rot="0" vert="horz" wrap="square" lIns="91440" tIns="45720" rIns="91440" bIns="45720" anchor="t" anchorCtr="0" upright="1">
                    <a:noAutofit/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68" name="Oval 67">
                    <a:extLst>
                      <a:ext uri="{FF2B5EF4-FFF2-40B4-BE49-F238E27FC236}">
                        <a16:creationId xmlns:a16="http://schemas.microsoft.com/office/drawing/2014/main" id="{474D108A-0448-C93B-ECC1-1D2A40038C0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rot="977303">
                    <a:off x="2198" y="4556"/>
                    <a:ext cx="314" cy="1427"/>
                  </a:xfrm>
                  <a:prstGeom prst="ellipse">
                    <a:avLst/>
                  </a:prstGeom>
                  <a:solidFill>
                    <a:srgbClr val="FFFFFF"/>
                  </a:solidFill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rot="0" vert="horz" wrap="square" lIns="91440" tIns="45720" rIns="91440" bIns="45720" anchor="t" anchorCtr="0" upright="1">
                    <a:noAutofit/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69" name="Oval 68">
                    <a:extLst>
                      <a:ext uri="{FF2B5EF4-FFF2-40B4-BE49-F238E27FC236}">
                        <a16:creationId xmlns:a16="http://schemas.microsoft.com/office/drawing/2014/main" id="{5294CBDB-E392-A42F-49C8-EAA6FE73B03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rot="-213792">
                    <a:off x="1591" y="8912"/>
                    <a:ext cx="806" cy="206"/>
                  </a:xfrm>
                  <a:prstGeom prst="ellipse">
                    <a:avLst/>
                  </a:prstGeom>
                  <a:solidFill>
                    <a:srgbClr val="FF0000">
                      <a:alpha val="99000"/>
                    </a:srgbClr>
                  </a:solidFill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rot="0" vert="horz" wrap="square" lIns="91440" tIns="45720" rIns="91440" bIns="45720" anchor="t" anchorCtr="0" upright="1">
                    <a:noAutofit/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70" name="Oval 69">
                    <a:extLst>
                      <a:ext uri="{FF2B5EF4-FFF2-40B4-BE49-F238E27FC236}">
                        <a16:creationId xmlns:a16="http://schemas.microsoft.com/office/drawing/2014/main" id="{A4A8C1BB-8075-41D7-609D-A50644C1B3B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rot="1827567">
                    <a:off x="2985" y="6278"/>
                    <a:ext cx="525" cy="200"/>
                  </a:xfrm>
                  <a:prstGeom prst="ellipse">
                    <a:avLst/>
                  </a:prstGeom>
                  <a:solidFill>
                    <a:srgbClr val="FFFFFF"/>
                  </a:solidFill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rot="0" vert="horz" wrap="square" lIns="91440" tIns="45720" rIns="91440" bIns="45720" anchor="t" anchorCtr="0" upright="1">
                    <a:noAutofit/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71" name="Oval 70">
                    <a:extLst>
                      <a:ext uri="{FF2B5EF4-FFF2-40B4-BE49-F238E27FC236}">
                        <a16:creationId xmlns:a16="http://schemas.microsoft.com/office/drawing/2014/main" id="{656E5475-D0EB-99C0-898D-F28F47B3B7C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rot="1073071">
                    <a:off x="2635" y="3484"/>
                    <a:ext cx="615" cy="975"/>
                  </a:xfrm>
                  <a:prstGeom prst="ellipse">
                    <a:avLst/>
                  </a:prstGeom>
                  <a:solidFill>
                    <a:srgbClr val="FFFFFF"/>
                  </a:solidFill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rot="0" vert="horz" wrap="square" lIns="91440" tIns="45720" rIns="91440" bIns="45720" anchor="t" anchorCtr="0" upright="1">
                    <a:noAutofit/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72" name="Oval 71">
                    <a:extLst>
                      <a:ext uri="{FF2B5EF4-FFF2-40B4-BE49-F238E27FC236}">
                        <a16:creationId xmlns:a16="http://schemas.microsoft.com/office/drawing/2014/main" id="{6F00F96C-E414-01D9-AB18-0E863E8519D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rot="6840179">
                    <a:off x="2490" y="5434"/>
                    <a:ext cx="290" cy="1208"/>
                  </a:xfrm>
                  <a:prstGeom prst="ellipse">
                    <a:avLst/>
                  </a:prstGeom>
                  <a:solidFill>
                    <a:srgbClr val="FFFFFF"/>
                  </a:solidFill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rot="0" vert="horz" wrap="square" lIns="91440" tIns="45720" rIns="91440" bIns="45720" anchor="t" anchorCtr="0" upright="1">
                    <a:noAutofit/>
                  </a:bodyPr>
                  <a:lstStyle/>
                  <a:p>
                    <a:endParaRPr lang="en-US" dirty="0"/>
                  </a:p>
                </p:txBody>
              </p:sp>
            </p:grpSp>
            <p:sp>
              <p:nvSpPr>
                <p:cNvPr id="64" name="Up Arrow 10">
                  <a:extLst>
                    <a:ext uri="{FF2B5EF4-FFF2-40B4-BE49-F238E27FC236}">
                      <a16:creationId xmlns:a16="http://schemas.microsoft.com/office/drawing/2014/main" id="{DACBD4AF-C5B8-2370-FC81-83C3CA99AC73}"/>
                    </a:ext>
                  </a:extLst>
                </p:cNvPr>
                <p:cNvSpPr/>
                <p:nvPr/>
              </p:nvSpPr>
              <p:spPr>
                <a:xfrm>
                  <a:off x="3935244" y="3559008"/>
                  <a:ext cx="128291" cy="2071204"/>
                </a:xfrm>
                <a:prstGeom prst="upArrow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sp>
            <p:nvSpPr>
              <p:cNvPr id="61" name="Arc 60">
                <a:extLst>
                  <a:ext uri="{FF2B5EF4-FFF2-40B4-BE49-F238E27FC236}">
                    <a16:creationId xmlns:a16="http://schemas.microsoft.com/office/drawing/2014/main" id="{210D9330-B2FD-3794-08E2-CDAE925CA857}"/>
                  </a:ext>
                </a:extLst>
              </p:cNvPr>
              <p:cNvSpPr/>
              <p:nvPr/>
            </p:nvSpPr>
            <p:spPr>
              <a:xfrm rot="8182216">
                <a:off x="941895" y="5533429"/>
                <a:ext cx="783772" cy="783771"/>
              </a:xfrm>
              <a:prstGeom prst="arc">
                <a:avLst/>
              </a:prstGeom>
              <a:ln w="25400">
                <a:solidFill>
                  <a:srgbClr val="FF0000"/>
                </a:solidFill>
                <a:headEnd type="triangle"/>
                <a:tailEnd type="non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62" name="Arc 61">
                <a:extLst>
                  <a:ext uri="{FF2B5EF4-FFF2-40B4-BE49-F238E27FC236}">
                    <a16:creationId xmlns:a16="http://schemas.microsoft.com/office/drawing/2014/main" id="{9E9C0B3F-AD1E-45A7-AAA4-123CAC9E7C36}"/>
                  </a:ext>
                </a:extLst>
              </p:cNvPr>
              <p:cNvSpPr/>
              <p:nvPr/>
            </p:nvSpPr>
            <p:spPr>
              <a:xfrm rot="7677215">
                <a:off x="891453" y="5723340"/>
                <a:ext cx="783772" cy="843802"/>
              </a:xfrm>
              <a:prstGeom prst="arc">
                <a:avLst/>
              </a:prstGeom>
              <a:noFill/>
              <a:ln w="25400">
                <a:solidFill>
                  <a:srgbClr val="0070C0"/>
                </a:solidFill>
                <a:tailEnd type="triangl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8E6C7562-81C9-6261-1A27-E7DE2DF133E7}"/>
                </a:ext>
              </a:extLst>
            </p:cNvPr>
            <p:cNvSpPr txBox="1"/>
            <p:nvPr/>
          </p:nvSpPr>
          <p:spPr>
            <a:xfrm>
              <a:off x="6764208" y="3645330"/>
              <a:ext cx="30946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ω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882656F5-E200-B6F6-6CB7-8281B29669B3}"/>
                </a:ext>
              </a:extLst>
            </p:cNvPr>
            <p:cNvSpPr txBox="1"/>
            <p:nvPr/>
          </p:nvSpPr>
          <p:spPr>
            <a:xfrm>
              <a:off x="6782174" y="3927720"/>
              <a:ext cx="58300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0070C0"/>
                  </a:solidFill>
                </a:rPr>
                <a:t>𝜶</a:t>
              </a:r>
            </a:p>
          </p:txBody>
        </p:sp>
      </p:grpSp>
      <p:sp>
        <p:nvSpPr>
          <p:cNvPr id="73" name="TextBox 72">
            <a:extLst>
              <a:ext uri="{FF2B5EF4-FFF2-40B4-BE49-F238E27FC236}">
                <a16:creationId xmlns:a16="http://schemas.microsoft.com/office/drawing/2014/main" id="{881D6A45-AA01-E7F6-620F-C1E538B12DD8}"/>
              </a:ext>
            </a:extLst>
          </p:cNvPr>
          <p:cNvSpPr txBox="1"/>
          <p:nvPr/>
        </p:nvSpPr>
        <p:spPr>
          <a:xfrm>
            <a:off x="8367429" y="4401144"/>
            <a:ext cx="32154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  </a:t>
            </a:r>
            <a:r>
              <a:rPr lang="en-US" sz="2400" b="1" dirty="0">
                <a:sym typeface="Symbol" panose="05050102010706020507" pitchFamily="18" charset="2"/>
              </a:rPr>
              <a:t></a:t>
            </a:r>
            <a:r>
              <a:rPr lang="en-US" sz="2400" dirty="0">
                <a:sym typeface="Symbol" panose="05050102010706020507" pitchFamily="18" charset="2"/>
              </a:rPr>
              <a:t>    </a:t>
            </a:r>
            <a:r>
              <a:rPr lang="en-US" sz="2400" dirty="0">
                <a:solidFill>
                  <a:srgbClr val="FF0000"/>
                </a:solidFill>
              </a:rPr>
              <a:t>𝝉</a:t>
            </a:r>
            <a:r>
              <a:rPr lang="en-US" sz="2400" baseline="-25000" dirty="0">
                <a:solidFill>
                  <a:srgbClr val="FF0000"/>
                </a:solidFill>
              </a:rPr>
              <a:t>M</a:t>
            </a:r>
            <a:r>
              <a:rPr lang="en-US" sz="2400" baseline="-25000" dirty="0"/>
              <a:t>   </a:t>
            </a:r>
            <a:r>
              <a:rPr lang="en-US" sz="2400" dirty="0"/>
              <a:t>  </a:t>
            </a:r>
            <a:r>
              <a:rPr lang="en-US" sz="2400" b="1" dirty="0">
                <a:sym typeface="Symbol" panose="05050102010706020507" pitchFamily="18" charset="2"/>
              </a:rPr>
              <a:t></a:t>
            </a:r>
            <a:r>
              <a:rPr lang="en-US" sz="2400" b="1" dirty="0">
                <a:solidFill>
                  <a:srgbClr val="C00000"/>
                </a:solidFill>
              </a:rPr>
              <a:t> </a:t>
            </a:r>
            <a:r>
              <a:rPr lang="en-US" sz="2400" dirty="0"/>
              <a:t>𝝉</a:t>
            </a:r>
            <a:r>
              <a:rPr lang="en-US" sz="2400" baseline="-25000" dirty="0"/>
              <a:t>n</a:t>
            </a:r>
            <a:r>
              <a:rPr lang="en-US" sz="2400" dirty="0"/>
              <a:t>   =  </a:t>
            </a:r>
            <a:r>
              <a:rPr lang="en-US" sz="2400" b="1" dirty="0">
                <a:sym typeface="Symbol" panose="05050102010706020507" pitchFamily="18" charset="2"/>
              </a:rPr>
              <a:t></a:t>
            </a:r>
            <a:r>
              <a:rPr lang="en-US" sz="2400" dirty="0"/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lang="en-US" sz="2400" dirty="0"/>
              <a:t>𝜶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6191093-01CA-F9B6-BE55-20C2234B596A}"/>
              </a:ext>
            </a:extLst>
          </p:cNvPr>
          <p:cNvSpPr txBox="1"/>
          <p:nvPr/>
        </p:nvSpPr>
        <p:spPr>
          <a:xfrm>
            <a:off x="2097675" y="122652"/>
            <a:ext cx="91927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Alternative:  which force has the same rotation torque direction as the angular acceleration?</a:t>
            </a:r>
          </a:p>
          <a:p>
            <a:r>
              <a:rPr lang="en-US" dirty="0">
                <a:solidFill>
                  <a:srgbClr val="C00000"/>
                </a:solidFill>
              </a:rPr>
              <a:t>Indicate signs</a:t>
            </a:r>
            <a:endParaRPr lang="en-US" dirty="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B92FFC28-187D-7614-D9A8-E046DD180CDE}"/>
              </a:ext>
            </a:extLst>
          </p:cNvPr>
          <p:cNvSpPr txBox="1"/>
          <p:nvPr/>
        </p:nvSpPr>
        <p:spPr>
          <a:xfrm>
            <a:off x="995797" y="3064208"/>
            <a:ext cx="2860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+</a:t>
            </a:r>
          </a:p>
        </p:txBody>
      </p:sp>
      <p:grpSp>
        <p:nvGrpSpPr>
          <p:cNvPr id="80" name="Group 79">
            <a:extLst>
              <a:ext uri="{FF2B5EF4-FFF2-40B4-BE49-F238E27FC236}">
                <a16:creationId xmlns:a16="http://schemas.microsoft.com/office/drawing/2014/main" id="{C0664B03-41A0-6ABC-5FB5-A5E90E34C923}"/>
              </a:ext>
            </a:extLst>
          </p:cNvPr>
          <p:cNvGrpSpPr/>
          <p:nvPr/>
        </p:nvGrpSpPr>
        <p:grpSpPr>
          <a:xfrm>
            <a:off x="543458" y="107395"/>
            <a:ext cx="1285826" cy="3418621"/>
            <a:chOff x="1340372" y="752310"/>
            <a:chExt cx="1285826" cy="3418621"/>
          </a:xfrm>
        </p:grpSpPr>
        <p:grpSp>
          <p:nvGrpSpPr>
            <p:cNvPr id="81" name="Group 80">
              <a:extLst>
                <a:ext uri="{FF2B5EF4-FFF2-40B4-BE49-F238E27FC236}">
                  <a16:creationId xmlns:a16="http://schemas.microsoft.com/office/drawing/2014/main" id="{062CE4EF-4013-3F62-AFA7-F4D9CDF1A3E6}"/>
                </a:ext>
              </a:extLst>
            </p:cNvPr>
            <p:cNvGrpSpPr/>
            <p:nvPr/>
          </p:nvGrpSpPr>
          <p:grpSpPr>
            <a:xfrm>
              <a:off x="1454418" y="752310"/>
              <a:ext cx="1171780" cy="3267729"/>
              <a:chOff x="2627803" y="3338764"/>
              <a:chExt cx="1171780" cy="3267729"/>
            </a:xfrm>
          </p:grpSpPr>
          <p:grpSp>
            <p:nvGrpSpPr>
              <p:cNvPr id="84" name="Group 83">
                <a:extLst>
                  <a:ext uri="{FF2B5EF4-FFF2-40B4-BE49-F238E27FC236}">
                    <a16:creationId xmlns:a16="http://schemas.microsoft.com/office/drawing/2014/main" id="{0F548675-A6D6-B34B-D351-E59A2240CB2D}"/>
                  </a:ext>
                </a:extLst>
              </p:cNvPr>
              <p:cNvGrpSpPr/>
              <p:nvPr/>
            </p:nvGrpSpPr>
            <p:grpSpPr>
              <a:xfrm>
                <a:off x="2627803" y="3338764"/>
                <a:ext cx="1171780" cy="2903483"/>
                <a:chOff x="3121446" y="798086"/>
                <a:chExt cx="2127506" cy="4897634"/>
              </a:xfrm>
            </p:grpSpPr>
            <p:grpSp>
              <p:nvGrpSpPr>
                <p:cNvPr id="87" name="Group 86">
                  <a:extLst>
                    <a:ext uri="{FF2B5EF4-FFF2-40B4-BE49-F238E27FC236}">
                      <a16:creationId xmlns:a16="http://schemas.microsoft.com/office/drawing/2014/main" id="{59A94D0E-2AAB-01AF-4FD0-B5D802F8DB2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121446" y="798086"/>
                  <a:ext cx="2127506" cy="4897634"/>
                  <a:chOff x="979" y="3484"/>
                  <a:chExt cx="2531" cy="5749"/>
                </a:xfrm>
              </p:grpSpPr>
              <p:sp>
                <p:nvSpPr>
                  <p:cNvPr id="89" name="Oval 88">
                    <a:extLst>
                      <a:ext uri="{FF2B5EF4-FFF2-40B4-BE49-F238E27FC236}">
                        <a16:creationId xmlns:a16="http://schemas.microsoft.com/office/drawing/2014/main" id="{8C59A319-5A43-57BF-B6C4-95C137E6E72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rot="1852261">
                    <a:off x="1665" y="4171"/>
                    <a:ext cx="859" cy="2790"/>
                  </a:xfrm>
                  <a:prstGeom prst="ellipse">
                    <a:avLst/>
                  </a:prstGeom>
                  <a:solidFill>
                    <a:srgbClr val="FFFFFF"/>
                  </a:solidFill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rot="0" vert="horz" wrap="square" lIns="91440" tIns="45720" rIns="91440" bIns="45720" anchor="t" anchorCtr="0" upright="1">
                    <a:noAutofit/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90" name="Oval 89">
                    <a:extLst>
                      <a:ext uri="{FF2B5EF4-FFF2-40B4-BE49-F238E27FC236}">
                        <a16:creationId xmlns:a16="http://schemas.microsoft.com/office/drawing/2014/main" id="{CC00D0DB-068E-D882-DE45-CF9E159051D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rot="18459039">
                    <a:off x="1611" y="6219"/>
                    <a:ext cx="549" cy="1813"/>
                  </a:xfrm>
                  <a:prstGeom prst="ellipse">
                    <a:avLst/>
                  </a:prstGeom>
                  <a:solidFill>
                    <a:srgbClr val="FFFFFF"/>
                  </a:solidFill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rot="0" vert="horz" wrap="square" lIns="91440" tIns="45720" rIns="91440" bIns="45720" anchor="t" anchorCtr="0" upright="1">
                    <a:noAutofit/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91" name="Oval 90">
                    <a:extLst>
                      <a:ext uri="{FF2B5EF4-FFF2-40B4-BE49-F238E27FC236}">
                        <a16:creationId xmlns:a16="http://schemas.microsoft.com/office/drawing/2014/main" id="{8AB7B437-F631-2F81-04B0-2008ADE9E5A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rot="2053654">
                    <a:off x="1856" y="7422"/>
                    <a:ext cx="396" cy="1811"/>
                  </a:xfrm>
                  <a:prstGeom prst="ellipse">
                    <a:avLst/>
                  </a:prstGeom>
                  <a:solidFill>
                    <a:srgbClr val="FF0000">
                      <a:alpha val="99000"/>
                    </a:srgbClr>
                  </a:solidFill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rot="0" vert="horz" wrap="square" lIns="91440" tIns="45720" rIns="91440" bIns="45720" anchor="t" anchorCtr="0" upright="1">
                    <a:noAutofit/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92" name="Oval 91">
                    <a:extLst>
                      <a:ext uri="{FF2B5EF4-FFF2-40B4-BE49-F238E27FC236}">
                        <a16:creationId xmlns:a16="http://schemas.microsoft.com/office/drawing/2014/main" id="{6F0A4422-6612-7233-CB8F-6E4D300BA7E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rot="977303">
                    <a:off x="2198" y="4556"/>
                    <a:ext cx="314" cy="1427"/>
                  </a:xfrm>
                  <a:prstGeom prst="ellipse">
                    <a:avLst/>
                  </a:prstGeom>
                  <a:solidFill>
                    <a:srgbClr val="FFFFFF"/>
                  </a:solidFill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rot="0" vert="horz" wrap="square" lIns="91440" tIns="45720" rIns="91440" bIns="45720" anchor="t" anchorCtr="0" upright="1">
                    <a:noAutofit/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93" name="Oval 92">
                    <a:extLst>
                      <a:ext uri="{FF2B5EF4-FFF2-40B4-BE49-F238E27FC236}">
                        <a16:creationId xmlns:a16="http://schemas.microsoft.com/office/drawing/2014/main" id="{28157F01-86C0-A6A8-8614-CC60FB0F425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rot="-213792">
                    <a:off x="1591" y="8912"/>
                    <a:ext cx="806" cy="206"/>
                  </a:xfrm>
                  <a:prstGeom prst="ellipse">
                    <a:avLst/>
                  </a:prstGeom>
                  <a:solidFill>
                    <a:srgbClr val="FF0000">
                      <a:alpha val="99000"/>
                    </a:srgbClr>
                  </a:solidFill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rot="0" vert="horz" wrap="square" lIns="91440" tIns="45720" rIns="91440" bIns="45720" anchor="t" anchorCtr="0" upright="1">
                    <a:noAutofit/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94" name="Oval 93">
                    <a:extLst>
                      <a:ext uri="{FF2B5EF4-FFF2-40B4-BE49-F238E27FC236}">
                        <a16:creationId xmlns:a16="http://schemas.microsoft.com/office/drawing/2014/main" id="{8D6A9119-4A14-1417-3C4F-A5B3D0876B7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rot="1827567">
                    <a:off x="2985" y="6278"/>
                    <a:ext cx="525" cy="200"/>
                  </a:xfrm>
                  <a:prstGeom prst="ellipse">
                    <a:avLst/>
                  </a:prstGeom>
                  <a:solidFill>
                    <a:srgbClr val="FFFFFF"/>
                  </a:solidFill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rot="0" vert="horz" wrap="square" lIns="91440" tIns="45720" rIns="91440" bIns="45720" anchor="t" anchorCtr="0" upright="1">
                    <a:noAutofit/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95" name="Oval 94">
                    <a:extLst>
                      <a:ext uri="{FF2B5EF4-FFF2-40B4-BE49-F238E27FC236}">
                        <a16:creationId xmlns:a16="http://schemas.microsoft.com/office/drawing/2014/main" id="{325E00DA-CA24-E709-7E0C-7EDD0D792BC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rot="1073071">
                    <a:off x="2635" y="3484"/>
                    <a:ext cx="615" cy="975"/>
                  </a:xfrm>
                  <a:prstGeom prst="ellipse">
                    <a:avLst/>
                  </a:prstGeom>
                  <a:solidFill>
                    <a:srgbClr val="FFFFFF"/>
                  </a:solidFill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rot="0" vert="horz" wrap="square" lIns="91440" tIns="45720" rIns="91440" bIns="45720" anchor="t" anchorCtr="0" upright="1">
                    <a:noAutofit/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96" name="Oval 95">
                    <a:extLst>
                      <a:ext uri="{FF2B5EF4-FFF2-40B4-BE49-F238E27FC236}">
                        <a16:creationId xmlns:a16="http://schemas.microsoft.com/office/drawing/2014/main" id="{520B6DB3-52EF-6241-D1E3-33C76574873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rot="6840179">
                    <a:off x="2490" y="5434"/>
                    <a:ext cx="290" cy="1208"/>
                  </a:xfrm>
                  <a:prstGeom prst="ellipse">
                    <a:avLst/>
                  </a:prstGeom>
                  <a:solidFill>
                    <a:srgbClr val="FFFFFF"/>
                  </a:solidFill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rot="0" vert="horz" wrap="square" lIns="91440" tIns="45720" rIns="91440" bIns="45720" anchor="t" anchorCtr="0" upright="1">
                    <a:noAutofit/>
                  </a:bodyPr>
                  <a:lstStyle/>
                  <a:p>
                    <a:endParaRPr lang="en-US" dirty="0"/>
                  </a:p>
                </p:txBody>
              </p:sp>
            </p:grpSp>
            <p:sp>
              <p:nvSpPr>
                <p:cNvPr id="88" name="Up Arrow 10">
                  <a:extLst>
                    <a:ext uri="{FF2B5EF4-FFF2-40B4-BE49-F238E27FC236}">
                      <a16:creationId xmlns:a16="http://schemas.microsoft.com/office/drawing/2014/main" id="{BCB67368-6CA9-744B-AA21-2BAA4A54DBBC}"/>
                    </a:ext>
                  </a:extLst>
                </p:cNvPr>
                <p:cNvSpPr/>
                <p:nvPr/>
              </p:nvSpPr>
              <p:spPr>
                <a:xfrm>
                  <a:off x="3935244" y="3559008"/>
                  <a:ext cx="128291" cy="2071204"/>
                </a:xfrm>
                <a:prstGeom prst="upArrow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sp>
            <p:nvSpPr>
              <p:cNvPr id="85" name="Arc 84">
                <a:extLst>
                  <a:ext uri="{FF2B5EF4-FFF2-40B4-BE49-F238E27FC236}">
                    <a16:creationId xmlns:a16="http://schemas.microsoft.com/office/drawing/2014/main" id="{943DF804-7041-B875-856C-1706C1E7B4B9}"/>
                  </a:ext>
                </a:extLst>
              </p:cNvPr>
              <p:cNvSpPr/>
              <p:nvPr/>
            </p:nvSpPr>
            <p:spPr>
              <a:xfrm rot="8182216">
                <a:off x="2752360" y="5625273"/>
                <a:ext cx="783772" cy="783771"/>
              </a:xfrm>
              <a:prstGeom prst="arc">
                <a:avLst/>
              </a:prstGeom>
              <a:ln w="25400">
                <a:solidFill>
                  <a:srgbClr val="FF0000"/>
                </a:solidFill>
                <a:tailEnd type="triangl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6" name="Arc 85">
                <a:extLst>
                  <a:ext uri="{FF2B5EF4-FFF2-40B4-BE49-F238E27FC236}">
                    <a16:creationId xmlns:a16="http://schemas.microsoft.com/office/drawing/2014/main" id="{9E46A997-84B2-DE8D-0538-A05934B1DD21}"/>
                  </a:ext>
                </a:extLst>
              </p:cNvPr>
              <p:cNvSpPr/>
              <p:nvPr/>
            </p:nvSpPr>
            <p:spPr>
              <a:xfrm rot="7400528">
                <a:off x="2717505" y="5822721"/>
                <a:ext cx="783772" cy="783771"/>
              </a:xfrm>
              <a:prstGeom prst="arc">
                <a:avLst/>
              </a:prstGeom>
              <a:noFill/>
              <a:ln w="25400">
                <a:solidFill>
                  <a:srgbClr val="0070C0"/>
                </a:solidFill>
                <a:headEnd type="triangle" w="lg" len="med"/>
                <a:tailEnd type="non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83DBBDAA-408B-D006-5498-1BC97C0AFD4F}"/>
                </a:ext>
              </a:extLst>
            </p:cNvPr>
            <p:cNvSpPr txBox="1"/>
            <p:nvPr/>
          </p:nvSpPr>
          <p:spPr>
            <a:xfrm>
              <a:off x="1340372" y="3519209"/>
              <a:ext cx="30946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ω</a:t>
              </a: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2CB5FC80-F799-5FE0-CB2A-5B41BD31F042}"/>
                </a:ext>
              </a:extLst>
            </p:cNvPr>
            <p:cNvSpPr txBox="1"/>
            <p:nvPr/>
          </p:nvSpPr>
          <p:spPr>
            <a:xfrm>
              <a:off x="1358338" y="3801599"/>
              <a:ext cx="58300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0070C0"/>
                  </a:solidFill>
                </a:rPr>
                <a:t>𝜶</a:t>
              </a:r>
            </a:p>
          </p:txBody>
        </p:sp>
      </p:grpSp>
      <p:sp>
        <p:nvSpPr>
          <p:cNvPr id="97" name="TextBox 96">
            <a:extLst>
              <a:ext uri="{FF2B5EF4-FFF2-40B4-BE49-F238E27FC236}">
                <a16:creationId xmlns:a16="http://schemas.microsoft.com/office/drawing/2014/main" id="{F3E634A6-D59E-B255-1A9D-4D4BEEE14222}"/>
              </a:ext>
            </a:extLst>
          </p:cNvPr>
          <p:cNvSpPr txBox="1"/>
          <p:nvPr/>
        </p:nvSpPr>
        <p:spPr>
          <a:xfrm>
            <a:off x="1158340" y="6238189"/>
            <a:ext cx="2860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+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AC7DDA78-6C3F-A5BA-C498-43324EF67C9A}"/>
              </a:ext>
            </a:extLst>
          </p:cNvPr>
          <p:cNvSpPr txBox="1"/>
          <p:nvPr/>
        </p:nvSpPr>
        <p:spPr>
          <a:xfrm>
            <a:off x="1004699" y="2832147"/>
            <a:ext cx="2860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-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F03E8F4D-3378-CB6E-0C9E-5DFB1BD59B02}"/>
              </a:ext>
            </a:extLst>
          </p:cNvPr>
          <p:cNvSpPr txBox="1"/>
          <p:nvPr/>
        </p:nvSpPr>
        <p:spPr>
          <a:xfrm>
            <a:off x="1147706" y="6038438"/>
            <a:ext cx="2860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+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BA63AED6-A635-F57C-C535-8978CE15AD00}"/>
              </a:ext>
            </a:extLst>
          </p:cNvPr>
          <p:cNvSpPr txBox="1"/>
          <p:nvPr/>
        </p:nvSpPr>
        <p:spPr>
          <a:xfrm>
            <a:off x="6541565" y="3336353"/>
            <a:ext cx="2860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-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CD992D6D-80AE-3381-6C9A-BEED45271E01}"/>
              </a:ext>
            </a:extLst>
          </p:cNvPr>
          <p:cNvSpPr txBox="1"/>
          <p:nvPr/>
        </p:nvSpPr>
        <p:spPr>
          <a:xfrm>
            <a:off x="6938699" y="5941876"/>
            <a:ext cx="2860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+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41FB9A0F-B6D1-EA9A-CC2E-18489D3CC497}"/>
              </a:ext>
            </a:extLst>
          </p:cNvPr>
          <p:cNvSpPr txBox="1"/>
          <p:nvPr/>
        </p:nvSpPr>
        <p:spPr>
          <a:xfrm>
            <a:off x="6541565" y="3563397"/>
            <a:ext cx="2860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-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A03DA30D-0ABE-F6B6-F919-0593E5569EAF}"/>
              </a:ext>
            </a:extLst>
          </p:cNvPr>
          <p:cNvSpPr txBox="1"/>
          <p:nvPr/>
        </p:nvSpPr>
        <p:spPr>
          <a:xfrm>
            <a:off x="6992718" y="6175546"/>
            <a:ext cx="2860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-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9FA673EB-AD9C-8D70-26EA-A13C13124370}"/>
              </a:ext>
            </a:extLst>
          </p:cNvPr>
          <p:cNvSpPr txBox="1"/>
          <p:nvPr/>
        </p:nvSpPr>
        <p:spPr>
          <a:xfrm>
            <a:off x="2194560" y="1665171"/>
            <a:ext cx="34820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Which force torque has to work?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155CD9C5-72CF-90A1-C804-35E2208A8727}"/>
              </a:ext>
            </a:extLst>
          </p:cNvPr>
          <p:cNvSpPr txBox="1"/>
          <p:nvPr/>
        </p:nvSpPr>
        <p:spPr>
          <a:xfrm>
            <a:off x="3083611" y="2059907"/>
            <a:ext cx="107305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2060"/>
                </a:solidFill>
              </a:rPr>
              <a:t>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quad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ham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F688274D-8207-EB83-89F9-ED6033E61FB6}"/>
              </a:ext>
            </a:extLst>
          </p:cNvPr>
          <p:cNvSpPr txBox="1"/>
          <p:nvPr/>
        </p:nvSpPr>
        <p:spPr>
          <a:xfrm>
            <a:off x="8113604" y="1665171"/>
            <a:ext cx="34820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Which force torque has to work?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E21F3C02-1EE1-3D96-796B-1C66A4E48FB1}"/>
              </a:ext>
            </a:extLst>
          </p:cNvPr>
          <p:cNvSpPr txBox="1"/>
          <p:nvPr/>
        </p:nvSpPr>
        <p:spPr>
          <a:xfrm>
            <a:off x="9002655" y="2059907"/>
            <a:ext cx="107305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2060"/>
                </a:solidFill>
              </a:rPr>
              <a:t>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quad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ham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C178676F-F704-880F-B3A8-2292832A1D59}"/>
              </a:ext>
            </a:extLst>
          </p:cNvPr>
          <p:cNvSpPr txBox="1"/>
          <p:nvPr/>
        </p:nvSpPr>
        <p:spPr>
          <a:xfrm>
            <a:off x="2407063" y="4961856"/>
            <a:ext cx="34820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Which force torque has to work?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A6742F70-D7DF-A885-B79C-7AAF2E0B4DDB}"/>
              </a:ext>
            </a:extLst>
          </p:cNvPr>
          <p:cNvSpPr txBox="1"/>
          <p:nvPr/>
        </p:nvSpPr>
        <p:spPr>
          <a:xfrm>
            <a:off x="3296114" y="5356592"/>
            <a:ext cx="107305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2060"/>
                </a:solidFill>
              </a:rPr>
              <a:t>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quad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ham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EF4829F0-0540-7D5E-4E66-CA45F5F12C4D}"/>
              </a:ext>
            </a:extLst>
          </p:cNvPr>
          <p:cNvSpPr txBox="1"/>
          <p:nvPr/>
        </p:nvSpPr>
        <p:spPr>
          <a:xfrm>
            <a:off x="8279143" y="5044331"/>
            <a:ext cx="34820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Which force torque has to work?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B9AAF45F-707E-7793-96EB-880E92F6326F}"/>
              </a:ext>
            </a:extLst>
          </p:cNvPr>
          <p:cNvSpPr txBox="1"/>
          <p:nvPr/>
        </p:nvSpPr>
        <p:spPr>
          <a:xfrm>
            <a:off x="9168194" y="5439067"/>
            <a:ext cx="107305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2060"/>
                </a:solidFill>
              </a:rPr>
              <a:t>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quad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ham</a:t>
            </a:r>
          </a:p>
        </p:txBody>
      </p:sp>
    </p:spTree>
    <p:extLst>
      <p:ext uri="{BB962C8B-B14F-4D97-AF65-F5344CB8AC3E}">
        <p14:creationId xmlns:p14="http://schemas.microsoft.com/office/powerpoint/2010/main" val="38390558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AA172C-7CCC-4C84-648F-D7A95A1FE9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TextBox 192">
            <a:extLst>
              <a:ext uri="{FF2B5EF4-FFF2-40B4-BE49-F238E27FC236}">
                <a16:creationId xmlns:a16="http://schemas.microsoft.com/office/drawing/2014/main" id="{8D333FFC-4B2E-396B-603F-74C327261373}"/>
              </a:ext>
            </a:extLst>
          </p:cNvPr>
          <p:cNvSpPr txBox="1"/>
          <p:nvPr/>
        </p:nvSpPr>
        <p:spPr>
          <a:xfrm>
            <a:off x="4455078" y="290696"/>
            <a:ext cx="2211786" cy="6563802"/>
          </a:xfrm>
          <a:prstGeom prst="rect">
            <a:avLst/>
          </a:prstGeom>
          <a:pattFill prst="wdDnDiag">
            <a:fgClr>
              <a:schemeClr val="accent1"/>
            </a:fgClr>
            <a:bgClr>
              <a:schemeClr val="bg1"/>
            </a:bgClr>
          </a:patt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AF84BA7D-E6C3-D535-5074-328A4AFD4D13}"/>
              </a:ext>
            </a:extLst>
          </p:cNvPr>
          <p:cNvGrpSpPr/>
          <p:nvPr/>
        </p:nvGrpSpPr>
        <p:grpSpPr>
          <a:xfrm>
            <a:off x="1818804" y="1711119"/>
            <a:ext cx="7374165" cy="5083727"/>
            <a:chOff x="1834171" y="1637290"/>
            <a:chExt cx="7374165" cy="5083727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E466D5AF-D4E7-E2DD-9E1D-E8445907B76F}"/>
                </a:ext>
              </a:extLst>
            </p:cNvPr>
            <p:cNvGrpSpPr/>
            <p:nvPr/>
          </p:nvGrpSpPr>
          <p:grpSpPr>
            <a:xfrm>
              <a:off x="1945714" y="1637290"/>
              <a:ext cx="7262622" cy="1653540"/>
              <a:chOff x="0" y="0"/>
              <a:chExt cx="7262622" cy="1653540"/>
            </a:xfrm>
          </p:grpSpPr>
          <p:sp>
            <p:nvSpPr>
              <p:cNvPr id="24" name="Text Box 67">
                <a:extLst>
                  <a:ext uri="{FF2B5EF4-FFF2-40B4-BE49-F238E27FC236}">
                    <a16:creationId xmlns:a16="http://schemas.microsoft.com/office/drawing/2014/main" id="{A8F764C2-6380-B58C-BAAE-C2338C832A8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105650" y="1049020"/>
                <a:ext cx="141605" cy="2603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wpc="http://schemas.microsoft.com/office/word/2010/wordprocessingCanvas" xmlns:cx="http://schemas.microsoft.com/office/drawing/2014/chartex" xmlns:cx1="http://schemas.microsoft.com/office/drawing/2015/9/8/chartex" xmlns:mc="http://schemas.openxmlformats.org/markup-compatibility/2006" xmlns:m="http://schemas.openxmlformats.org/officeDocument/2006/math" xmlns:wp14="http://schemas.microsoft.com/office/word/2010/wordprocessingDrawing" xmlns:wp="http://schemas.openxmlformats.org/drawingml/2006/wordprocessingDrawing" xmlns:w14="http://schemas.microsoft.com/office/word/2010/wordml" xmlns:w15="http://schemas.microsoft.com/office/word/2012/wordml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 xmlns:mo="http://schemas.microsoft.com/office/mac/office/2008/main" xmlns:mv="urn:schemas-microsoft-com:mac:vml" xmlns:o="urn:schemas-microsoft-com:office:office" xmlns:v="urn:schemas-microsoft-com:vml" xmlns:w10="urn:schemas-microsoft-com:office:word" xmlns:w="http://schemas.openxmlformats.org/wordprocessingml/2006/main" xmlns:a14="http://schemas.microsoft.com/office/drawing/2010/main" xmlns:lc="http://schemas.openxmlformats.org/drawingml/2006/lockedCanvas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wpc="http://schemas.microsoft.com/office/word/2010/wordprocessingCanvas" xmlns:cx="http://schemas.microsoft.com/office/drawing/2014/chartex" xmlns:cx1="http://schemas.microsoft.com/office/drawing/2015/9/8/chartex" xmlns:mc="http://schemas.openxmlformats.org/markup-compatibility/2006" xmlns:m="http://schemas.openxmlformats.org/officeDocument/2006/math" xmlns:wp14="http://schemas.microsoft.com/office/word/2010/wordprocessingDrawing" xmlns:wp="http://schemas.openxmlformats.org/drawingml/2006/wordprocessingDrawing" xmlns:w14="http://schemas.microsoft.com/office/word/2010/wordml" xmlns:w15="http://schemas.microsoft.com/office/word/2012/wordml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 xmlns:mo="http://schemas.microsoft.com/office/mac/office/2008/main" xmlns:mv="urn:schemas-microsoft-com:mac:vml" xmlns:o="urn:schemas-microsoft-com:office:office" xmlns:v="urn:schemas-microsoft-com:vml" xmlns:w10="urn:schemas-microsoft-com:office:word" xmlns:w="http://schemas.openxmlformats.org/wordprocessingml/2006/main" xmlns:a14="http://schemas.microsoft.com/office/drawing/2010/main" xmlns:lc="http://schemas.openxmlformats.org/drawingml/2006/lockedCanvas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pPr marL="0" marR="0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</a:pPr>
                <a:r>
                  <a:rPr lang="en-US" sz="1100" dirty="0">
                    <a:effectLst/>
                    <a:latin typeface="Calibri" panose="020F0502020204030204" pitchFamily="34" charset="0"/>
                    <a:ea typeface="MS Mincho" panose="02020609040205080304" pitchFamily="49" charset="-128"/>
                    <a:cs typeface="Times New Roman" panose="02020603050405020304" pitchFamily="18" charset="0"/>
                  </a:rPr>
                  <a:t>t</a:t>
                </a:r>
              </a:p>
            </p:txBody>
          </p:sp>
          <p:cxnSp>
            <p:nvCxnSpPr>
              <p:cNvPr id="25" name="AutoShape 71">
                <a:extLst>
                  <a:ext uri="{FF2B5EF4-FFF2-40B4-BE49-F238E27FC236}">
                    <a16:creationId xmlns:a16="http://schemas.microsoft.com/office/drawing/2014/main" id="{797687EF-7A79-3E5A-EC62-B4084B143D66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355727" y="1291830"/>
                <a:ext cx="6906895" cy="1270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wpc="http://schemas.microsoft.com/office/word/2010/wordprocessingCanvas" xmlns:cx="http://schemas.microsoft.com/office/drawing/2014/chartex" xmlns:cx1="http://schemas.microsoft.com/office/drawing/2015/9/8/chartex" xmlns:mc="http://schemas.openxmlformats.org/markup-compatibility/2006" xmlns:m="http://schemas.openxmlformats.org/officeDocument/2006/math" xmlns:wp14="http://schemas.microsoft.com/office/word/2010/wordprocessingDrawing" xmlns:wp="http://schemas.openxmlformats.org/drawingml/2006/wordprocessingDrawing" xmlns:w14="http://schemas.microsoft.com/office/word/2010/wordml" xmlns:w15="http://schemas.microsoft.com/office/word/2012/wordml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 xmlns:mo="http://schemas.microsoft.com/office/mac/office/2008/main" xmlns:mv="urn:schemas-microsoft-com:mac:vml" xmlns:o="urn:schemas-microsoft-com:office:office" xmlns:v="urn:schemas-microsoft-com:vml" xmlns:w10="urn:schemas-microsoft-com:office:word" xmlns:w="http://schemas.openxmlformats.org/wordprocessingml/2006/main" xmlns:a14="http://schemas.microsoft.com/office/drawing/2010/main" xmlns:lc="http://schemas.openxmlformats.org/drawingml/2006/lockedCanvas">
                    <a:noFill/>
                  </a14:hiddenFill>
                </a:ext>
              </a:extLst>
            </p:spPr>
          </p:cxnSp>
          <p:cxnSp>
            <p:nvCxnSpPr>
              <p:cNvPr id="26" name="AutoShape 73">
                <a:extLst>
                  <a:ext uri="{FF2B5EF4-FFF2-40B4-BE49-F238E27FC236}">
                    <a16:creationId xmlns:a16="http://schemas.microsoft.com/office/drawing/2014/main" id="{F9CCE33B-D19C-B1D2-49F6-21F4EC5DFEA9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>
                <a:off x="342900" y="0"/>
                <a:ext cx="38735" cy="165354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wpc="http://schemas.microsoft.com/office/word/2010/wordprocessingCanvas" xmlns:cx="http://schemas.microsoft.com/office/drawing/2014/chartex" xmlns:cx1="http://schemas.microsoft.com/office/drawing/2015/9/8/chartex" xmlns:mc="http://schemas.openxmlformats.org/markup-compatibility/2006" xmlns:m="http://schemas.openxmlformats.org/officeDocument/2006/math" xmlns:wp14="http://schemas.microsoft.com/office/word/2010/wordprocessingDrawing" xmlns:wp="http://schemas.openxmlformats.org/drawingml/2006/wordprocessingDrawing" xmlns:w14="http://schemas.microsoft.com/office/word/2010/wordml" xmlns:w15="http://schemas.microsoft.com/office/word/2012/wordml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 xmlns:mo="http://schemas.microsoft.com/office/mac/office/2008/main" xmlns:mv="urn:schemas-microsoft-com:mac:vml" xmlns:o="urn:schemas-microsoft-com:office:office" xmlns:v="urn:schemas-microsoft-com:vml" xmlns:w10="urn:schemas-microsoft-com:office:word" xmlns:w="http://schemas.openxmlformats.org/wordprocessingml/2006/main" xmlns:a14="http://schemas.microsoft.com/office/drawing/2010/main" xmlns:lc="http://schemas.openxmlformats.org/drawingml/2006/lockedCanvas">
                    <a:noFill/>
                  </a14:hiddenFill>
                </a:ext>
              </a:extLst>
            </p:spPr>
          </p:cxnSp>
          <p:sp>
            <p:nvSpPr>
              <p:cNvPr id="27" name="Text Box 76">
                <a:extLst>
                  <a:ext uri="{FF2B5EF4-FFF2-40B4-BE49-F238E27FC236}">
                    <a16:creationId xmlns:a16="http://schemas.microsoft.com/office/drawing/2014/main" id="{8F596579-2EC3-1B6E-3B16-1B3E532A285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0" y="883920"/>
                <a:ext cx="375920" cy="4203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wpc="http://schemas.microsoft.com/office/word/2010/wordprocessingCanvas" xmlns:cx="http://schemas.microsoft.com/office/drawing/2014/chartex" xmlns:cx1="http://schemas.microsoft.com/office/drawing/2015/9/8/chartex" xmlns:mc="http://schemas.openxmlformats.org/markup-compatibility/2006" xmlns:m="http://schemas.openxmlformats.org/officeDocument/2006/math" xmlns:wp14="http://schemas.microsoft.com/office/word/2010/wordprocessingDrawing" xmlns:wp="http://schemas.openxmlformats.org/drawingml/2006/wordprocessingDrawing" xmlns:w14="http://schemas.microsoft.com/office/word/2010/wordml" xmlns:w15="http://schemas.microsoft.com/office/word/2012/wordml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 xmlns:mo="http://schemas.microsoft.com/office/mac/office/2008/main" xmlns:mv="urn:schemas-microsoft-com:mac:vml" xmlns:o="urn:schemas-microsoft-com:office:office" xmlns:v="urn:schemas-microsoft-com:vml" xmlns:w10="urn:schemas-microsoft-com:office:word" xmlns:w="http://schemas.openxmlformats.org/wordprocessingml/2006/main" xmlns:a14="http://schemas.microsoft.com/office/drawing/2010/main" xmlns:lc="http://schemas.openxmlformats.org/drawingml/2006/lockedCanvas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wpc="http://schemas.microsoft.com/office/word/2010/wordprocessingCanvas" xmlns:cx="http://schemas.microsoft.com/office/drawing/2014/chartex" xmlns:cx1="http://schemas.microsoft.com/office/drawing/2015/9/8/chartex" xmlns:mc="http://schemas.openxmlformats.org/markup-compatibility/2006" xmlns:m="http://schemas.openxmlformats.org/officeDocument/2006/math" xmlns:wp14="http://schemas.microsoft.com/office/word/2010/wordprocessingDrawing" xmlns:wp="http://schemas.openxmlformats.org/drawingml/2006/wordprocessingDrawing" xmlns:w14="http://schemas.microsoft.com/office/word/2010/wordml" xmlns:w15="http://schemas.microsoft.com/office/word/2012/wordml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 xmlns:mo="http://schemas.microsoft.com/office/mac/office/2008/main" xmlns:mv="urn:schemas-microsoft-com:mac:vml" xmlns:o="urn:schemas-microsoft-com:office:office" xmlns:v="urn:schemas-microsoft-com:vml" xmlns:w10="urn:schemas-microsoft-com:office:word" xmlns:w="http://schemas.openxmlformats.org/wordprocessingml/2006/main" xmlns:a14="http://schemas.microsoft.com/office/drawing/2010/main" xmlns:lc="http://schemas.openxmlformats.org/drawingml/2006/lockedCanvas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pPr marL="0" marR="0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</a:pPr>
                <a:r>
                  <a:rPr lang="en-US" sz="1400" dirty="0">
                    <a:effectLst/>
                    <a:latin typeface="Calibri" panose="020F0502020204030204" pitchFamily="34" charset="0"/>
                    <a:ea typeface="MS Mincho" panose="02020609040205080304" pitchFamily="49" charset="-128"/>
                    <a:cs typeface="Times New Roman" panose="02020603050405020304" pitchFamily="18" charset="0"/>
                    <a:sym typeface="Symbol" panose="05050102010706020507" pitchFamily="18" charset="2"/>
                  </a:rPr>
                  <a:t></a:t>
                </a:r>
                <a:endParaRPr lang="en-US" sz="1100" dirty="0">
                  <a:effectLst/>
                  <a:latin typeface="Calibri" panose="020F0502020204030204" pitchFamily="34" charset="0"/>
                  <a:ea typeface="MS Mincho" panose="02020609040205080304" pitchFamily="49" charset="-128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A1BEC0A8-B13E-2E0B-5DE9-9CFF4B71086F}"/>
                </a:ext>
              </a:extLst>
            </p:cNvPr>
            <p:cNvGrpSpPr/>
            <p:nvPr/>
          </p:nvGrpSpPr>
          <p:grpSpPr>
            <a:xfrm>
              <a:off x="1899714" y="3341306"/>
              <a:ext cx="7247255" cy="1653540"/>
              <a:chOff x="0" y="0"/>
              <a:chExt cx="7247255" cy="1653540"/>
            </a:xfrm>
          </p:grpSpPr>
          <p:sp>
            <p:nvSpPr>
              <p:cNvPr id="31" name="Text Box 67">
                <a:extLst>
                  <a:ext uri="{FF2B5EF4-FFF2-40B4-BE49-F238E27FC236}">
                    <a16:creationId xmlns:a16="http://schemas.microsoft.com/office/drawing/2014/main" id="{AAD65181-6A55-265D-2025-690C1361382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105650" y="1049020"/>
                <a:ext cx="141605" cy="2603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wpc="http://schemas.microsoft.com/office/word/2010/wordprocessingCanvas" xmlns:cx="http://schemas.microsoft.com/office/drawing/2014/chartex" xmlns:cx1="http://schemas.microsoft.com/office/drawing/2015/9/8/chartex" xmlns:mc="http://schemas.openxmlformats.org/markup-compatibility/2006" xmlns:m="http://schemas.openxmlformats.org/officeDocument/2006/math" xmlns:wp14="http://schemas.microsoft.com/office/word/2010/wordprocessingDrawing" xmlns:wp="http://schemas.openxmlformats.org/drawingml/2006/wordprocessingDrawing" xmlns:w14="http://schemas.microsoft.com/office/word/2010/wordml" xmlns:w15="http://schemas.microsoft.com/office/word/2012/wordml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 xmlns:mo="http://schemas.microsoft.com/office/mac/office/2008/main" xmlns:mv="urn:schemas-microsoft-com:mac:vml" xmlns:o="urn:schemas-microsoft-com:office:office" xmlns:v="urn:schemas-microsoft-com:vml" xmlns:w10="urn:schemas-microsoft-com:office:word" xmlns:w="http://schemas.openxmlformats.org/wordprocessingml/2006/main" xmlns:a14="http://schemas.microsoft.com/office/drawing/2010/main" xmlns:lc="http://schemas.openxmlformats.org/drawingml/2006/lockedCanvas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wpc="http://schemas.microsoft.com/office/word/2010/wordprocessingCanvas" xmlns:cx="http://schemas.microsoft.com/office/drawing/2014/chartex" xmlns:cx1="http://schemas.microsoft.com/office/drawing/2015/9/8/chartex" xmlns:mc="http://schemas.openxmlformats.org/markup-compatibility/2006" xmlns:m="http://schemas.openxmlformats.org/officeDocument/2006/math" xmlns:wp14="http://schemas.microsoft.com/office/word/2010/wordprocessingDrawing" xmlns:wp="http://schemas.openxmlformats.org/drawingml/2006/wordprocessingDrawing" xmlns:w14="http://schemas.microsoft.com/office/word/2010/wordml" xmlns:w15="http://schemas.microsoft.com/office/word/2012/wordml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 xmlns:mo="http://schemas.microsoft.com/office/mac/office/2008/main" xmlns:mv="urn:schemas-microsoft-com:mac:vml" xmlns:o="urn:schemas-microsoft-com:office:office" xmlns:v="urn:schemas-microsoft-com:vml" xmlns:w10="urn:schemas-microsoft-com:office:word" xmlns:w="http://schemas.openxmlformats.org/wordprocessingml/2006/main" xmlns:a14="http://schemas.microsoft.com/office/drawing/2010/main" xmlns:lc="http://schemas.openxmlformats.org/drawingml/2006/lockedCanvas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pPr marL="0" marR="0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</a:pPr>
                <a:r>
                  <a:rPr lang="en-US" sz="1100" dirty="0">
                    <a:effectLst/>
                    <a:latin typeface="Calibri" panose="020F0502020204030204" pitchFamily="34" charset="0"/>
                    <a:ea typeface="MS Mincho" panose="02020609040205080304" pitchFamily="49" charset="-128"/>
                    <a:cs typeface="Times New Roman" panose="02020603050405020304" pitchFamily="18" charset="0"/>
                  </a:rPr>
                  <a:t>t</a:t>
                </a:r>
              </a:p>
            </p:txBody>
          </p:sp>
          <p:cxnSp>
            <p:nvCxnSpPr>
              <p:cNvPr id="32" name="AutoShape 71">
                <a:extLst>
                  <a:ext uri="{FF2B5EF4-FFF2-40B4-BE49-F238E27FC236}">
                    <a16:creationId xmlns:a16="http://schemas.microsoft.com/office/drawing/2014/main" id="{0875B184-D3D6-49C6-C1AE-B4D12F2A8B88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304165" y="931545"/>
                <a:ext cx="6906895" cy="1270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wpc="http://schemas.microsoft.com/office/word/2010/wordprocessingCanvas" xmlns:cx="http://schemas.microsoft.com/office/drawing/2014/chartex" xmlns:cx1="http://schemas.microsoft.com/office/drawing/2015/9/8/chartex" xmlns:mc="http://schemas.openxmlformats.org/markup-compatibility/2006" xmlns:m="http://schemas.openxmlformats.org/officeDocument/2006/math" xmlns:wp14="http://schemas.microsoft.com/office/word/2010/wordprocessingDrawing" xmlns:wp="http://schemas.openxmlformats.org/drawingml/2006/wordprocessingDrawing" xmlns:w14="http://schemas.microsoft.com/office/word/2010/wordml" xmlns:w15="http://schemas.microsoft.com/office/word/2012/wordml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 xmlns:mo="http://schemas.microsoft.com/office/mac/office/2008/main" xmlns:mv="urn:schemas-microsoft-com:mac:vml" xmlns:o="urn:schemas-microsoft-com:office:office" xmlns:v="urn:schemas-microsoft-com:vml" xmlns:w10="urn:schemas-microsoft-com:office:word" xmlns:w="http://schemas.openxmlformats.org/wordprocessingml/2006/main" xmlns:a14="http://schemas.microsoft.com/office/drawing/2010/main" xmlns:lc="http://schemas.openxmlformats.org/drawingml/2006/lockedCanvas">
                    <a:noFill/>
                  </a14:hiddenFill>
                </a:ext>
              </a:extLst>
            </p:spPr>
          </p:cxnSp>
          <p:cxnSp>
            <p:nvCxnSpPr>
              <p:cNvPr id="33" name="AutoShape 73">
                <a:extLst>
                  <a:ext uri="{FF2B5EF4-FFF2-40B4-BE49-F238E27FC236}">
                    <a16:creationId xmlns:a16="http://schemas.microsoft.com/office/drawing/2014/main" id="{DDA17F80-0EAE-8AF7-9303-B1459D9C3DA5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>
                <a:off x="342900" y="0"/>
                <a:ext cx="38735" cy="165354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wpc="http://schemas.microsoft.com/office/word/2010/wordprocessingCanvas" xmlns:cx="http://schemas.microsoft.com/office/drawing/2014/chartex" xmlns:cx1="http://schemas.microsoft.com/office/drawing/2015/9/8/chartex" xmlns:mc="http://schemas.openxmlformats.org/markup-compatibility/2006" xmlns:m="http://schemas.openxmlformats.org/officeDocument/2006/math" xmlns:wp14="http://schemas.microsoft.com/office/word/2010/wordprocessingDrawing" xmlns:wp="http://schemas.openxmlformats.org/drawingml/2006/wordprocessingDrawing" xmlns:w14="http://schemas.microsoft.com/office/word/2010/wordml" xmlns:w15="http://schemas.microsoft.com/office/word/2012/wordml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 xmlns:mo="http://schemas.microsoft.com/office/mac/office/2008/main" xmlns:mv="urn:schemas-microsoft-com:mac:vml" xmlns:o="urn:schemas-microsoft-com:office:office" xmlns:v="urn:schemas-microsoft-com:vml" xmlns:w10="urn:schemas-microsoft-com:office:word" xmlns:w="http://schemas.openxmlformats.org/wordprocessingml/2006/main" xmlns:a14="http://schemas.microsoft.com/office/drawing/2010/main" xmlns:lc="http://schemas.openxmlformats.org/drawingml/2006/lockedCanvas">
                    <a:noFill/>
                  </a14:hiddenFill>
                </a:ext>
              </a:extLst>
            </p:spPr>
          </p:cxnSp>
          <p:sp>
            <p:nvSpPr>
              <p:cNvPr id="34" name="Text Box 76">
                <a:extLst>
                  <a:ext uri="{FF2B5EF4-FFF2-40B4-BE49-F238E27FC236}">
                    <a16:creationId xmlns:a16="http://schemas.microsoft.com/office/drawing/2014/main" id="{BBAE2AC0-385C-AD93-7FE4-48AC9CE9E98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0" y="883920"/>
                <a:ext cx="375920" cy="4203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wpc="http://schemas.microsoft.com/office/word/2010/wordprocessingCanvas" xmlns:cx="http://schemas.microsoft.com/office/drawing/2014/chartex" xmlns:cx1="http://schemas.microsoft.com/office/drawing/2015/9/8/chartex" xmlns:mc="http://schemas.openxmlformats.org/markup-compatibility/2006" xmlns:m="http://schemas.openxmlformats.org/officeDocument/2006/math" xmlns:wp14="http://schemas.microsoft.com/office/word/2010/wordprocessingDrawing" xmlns:wp="http://schemas.openxmlformats.org/drawingml/2006/wordprocessingDrawing" xmlns:w14="http://schemas.microsoft.com/office/word/2010/wordml" xmlns:w15="http://schemas.microsoft.com/office/word/2012/wordml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 xmlns:mo="http://schemas.microsoft.com/office/mac/office/2008/main" xmlns:mv="urn:schemas-microsoft-com:mac:vml" xmlns:o="urn:schemas-microsoft-com:office:office" xmlns:v="urn:schemas-microsoft-com:vml" xmlns:w10="urn:schemas-microsoft-com:office:word" xmlns:w="http://schemas.openxmlformats.org/wordprocessingml/2006/main" xmlns:a14="http://schemas.microsoft.com/office/drawing/2010/main" xmlns:lc="http://schemas.openxmlformats.org/drawingml/2006/lockedCanvas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wpc="http://schemas.microsoft.com/office/word/2010/wordprocessingCanvas" xmlns:cx="http://schemas.microsoft.com/office/drawing/2014/chartex" xmlns:cx1="http://schemas.microsoft.com/office/drawing/2015/9/8/chartex" xmlns:mc="http://schemas.openxmlformats.org/markup-compatibility/2006" xmlns:m="http://schemas.openxmlformats.org/officeDocument/2006/math" xmlns:wp14="http://schemas.microsoft.com/office/word/2010/wordprocessingDrawing" xmlns:wp="http://schemas.openxmlformats.org/drawingml/2006/wordprocessingDrawing" xmlns:w14="http://schemas.microsoft.com/office/word/2010/wordml" xmlns:w15="http://schemas.microsoft.com/office/word/2012/wordml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 xmlns:mo="http://schemas.microsoft.com/office/mac/office/2008/main" xmlns:mv="urn:schemas-microsoft-com:mac:vml" xmlns:o="urn:schemas-microsoft-com:office:office" xmlns:v="urn:schemas-microsoft-com:vml" xmlns:w10="urn:schemas-microsoft-com:office:word" xmlns:w="http://schemas.openxmlformats.org/wordprocessingml/2006/main" xmlns:a14="http://schemas.microsoft.com/office/drawing/2010/main" xmlns:lc="http://schemas.openxmlformats.org/drawingml/2006/lockedCanvas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pPr marL="0" marR="0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</a:pPr>
                <a:r>
                  <a:rPr lang="en-US" b="1" dirty="0">
                    <a:solidFill>
                      <a:srgbClr val="FF0000"/>
                    </a:solidFill>
                    <a:effectLst/>
                    <a:latin typeface="Calibri" panose="020F0502020204030204" pitchFamily="34" charset="0"/>
                    <a:ea typeface="MS Mincho" panose="02020609040205080304" pitchFamily="49" charset="-128"/>
                    <a:cs typeface="Times New Roman" panose="02020603050405020304" pitchFamily="18" charset="0"/>
                    <a:sym typeface="Symbol" panose="05050102010706020507" pitchFamily="18" charset="2"/>
                  </a:rPr>
                  <a:t></a:t>
                </a:r>
                <a:endParaRPr lang="en-US" b="1" dirty="0">
                  <a:solidFill>
                    <a:srgbClr val="FF0000"/>
                  </a:solidFill>
                  <a:effectLst/>
                  <a:latin typeface="Calibri" panose="020F0502020204030204" pitchFamily="34" charset="0"/>
                  <a:ea typeface="MS Mincho" panose="02020609040205080304" pitchFamily="49" charset="-128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7F32B0A6-6006-0463-2DE6-230E87D5C353}"/>
                </a:ext>
              </a:extLst>
            </p:cNvPr>
            <p:cNvGrpSpPr/>
            <p:nvPr/>
          </p:nvGrpSpPr>
          <p:grpSpPr>
            <a:xfrm>
              <a:off x="1834171" y="5127802"/>
              <a:ext cx="7295461" cy="1593215"/>
              <a:chOff x="-19482" y="0"/>
              <a:chExt cx="7266737" cy="1653540"/>
            </a:xfrm>
          </p:grpSpPr>
          <p:sp>
            <p:nvSpPr>
              <p:cNvPr id="36" name="Text Box 67">
                <a:extLst>
                  <a:ext uri="{FF2B5EF4-FFF2-40B4-BE49-F238E27FC236}">
                    <a16:creationId xmlns:a16="http://schemas.microsoft.com/office/drawing/2014/main" id="{66B45463-4B19-F4A9-C90B-D3247B8EE09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105650" y="1049020"/>
                <a:ext cx="141605" cy="2603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wpc="http://schemas.microsoft.com/office/word/2010/wordprocessingCanvas" xmlns:cx="http://schemas.microsoft.com/office/drawing/2014/chartex" xmlns:cx1="http://schemas.microsoft.com/office/drawing/2015/9/8/chartex" xmlns:mc="http://schemas.openxmlformats.org/markup-compatibility/2006" xmlns:m="http://schemas.openxmlformats.org/officeDocument/2006/math" xmlns:wp14="http://schemas.microsoft.com/office/word/2010/wordprocessingDrawing" xmlns:wp="http://schemas.openxmlformats.org/drawingml/2006/wordprocessingDrawing" xmlns:w14="http://schemas.microsoft.com/office/word/2010/wordml" xmlns:w15="http://schemas.microsoft.com/office/word/2012/wordml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 xmlns:mo="http://schemas.microsoft.com/office/mac/office/2008/main" xmlns:mv="urn:schemas-microsoft-com:mac:vml" xmlns:o="urn:schemas-microsoft-com:office:office" xmlns:v="urn:schemas-microsoft-com:vml" xmlns:w10="urn:schemas-microsoft-com:office:word" xmlns:w="http://schemas.openxmlformats.org/wordprocessingml/2006/main" xmlns:a14="http://schemas.microsoft.com/office/drawing/2010/main" xmlns:lc="http://schemas.openxmlformats.org/drawingml/2006/lockedCanvas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wpc="http://schemas.microsoft.com/office/word/2010/wordprocessingCanvas" xmlns:cx="http://schemas.microsoft.com/office/drawing/2014/chartex" xmlns:cx1="http://schemas.microsoft.com/office/drawing/2015/9/8/chartex" xmlns:mc="http://schemas.openxmlformats.org/markup-compatibility/2006" xmlns:m="http://schemas.openxmlformats.org/officeDocument/2006/math" xmlns:wp14="http://schemas.microsoft.com/office/word/2010/wordprocessingDrawing" xmlns:wp="http://schemas.openxmlformats.org/drawingml/2006/wordprocessingDrawing" xmlns:w14="http://schemas.microsoft.com/office/word/2010/wordml" xmlns:w15="http://schemas.microsoft.com/office/word/2012/wordml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 xmlns:mo="http://schemas.microsoft.com/office/mac/office/2008/main" xmlns:mv="urn:schemas-microsoft-com:mac:vml" xmlns:o="urn:schemas-microsoft-com:office:office" xmlns:v="urn:schemas-microsoft-com:vml" xmlns:w10="urn:schemas-microsoft-com:office:word" xmlns:w="http://schemas.openxmlformats.org/wordprocessingml/2006/main" xmlns:a14="http://schemas.microsoft.com/office/drawing/2010/main" xmlns:lc="http://schemas.openxmlformats.org/drawingml/2006/lockedCanvas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pPr marL="0" marR="0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</a:pPr>
                <a:r>
                  <a:rPr lang="en-US" sz="1100" dirty="0">
                    <a:effectLst/>
                    <a:latin typeface="Calibri" panose="020F0502020204030204" pitchFamily="34" charset="0"/>
                    <a:ea typeface="MS Mincho" panose="02020609040205080304" pitchFamily="49" charset="-128"/>
                    <a:cs typeface="Times New Roman" panose="02020603050405020304" pitchFamily="18" charset="0"/>
                  </a:rPr>
                  <a:t>t</a:t>
                </a:r>
              </a:p>
            </p:txBody>
          </p:sp>
          <p:cxnSp>
            <p:nvCxnSpPr>
              <p:cNvPr id="37" name="AutoShape 71">
                <a:extLst>
                  <a:ext uri="{FF2B5EF4-FFF2-40B4-BE49-F238E27FC236}">
                    <a16:creationId xmlns:a16="http://schemas.microsoft.com/office/drawing/2014/main" id="{42F847B5-D1BE-744B-D2EC-17A67BD5C164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304165" y="931545"/>
                <a:ext cx="6906895" cy="1270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wpc="http://schemas.microsoft.com/office/word/2010/wordprocessingCanvas" xmlns:cx="http://schemas.microsoft.com/office/drawing/2014/chartex" xmlns:cx1="http://schemas.microsoft.com/office/drawing/2015/9/8/chartex" xmlns:mc="http://schemas.openxmlformats.org/markup-compatibility/2006" xmlns:m="http://schemas.openxmlformats.org/officeDocument/2006/math" xmlns:wp14="http://schemas.microsoft.com/office/word/2010/wordprocessingDrawing" xmlns:wp="http://schemas.openxmlformats.org/drawingml/2006/wordprocessingDrawing" xmlns:w14="http://schemas.microsoft.com/office/word/2010/wordml" xmlns:w15="http://schemas.microsoft.com/office/word/2012/wordml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 xmlns:mo="http://schemas.microsoft.com/office/mac/office/2008/main" xmlns:mv="urn:schemas-microsoft-com:mac:vml" xmlns:o="urn:schemas-microsoft-com:office:office" xmlns:v="urn:schemas-microsoft-com:vml" xmlns:w10="urn:schemas-microsoft-com:office:word" xmlns:w="http://schemas.openxmlformats.org/wordprocessingml/2006/main" xmlns:a14="http://schemas.microsoft.com/office/drawing/2010/main" xmlns:lc="http://schemas.openxmlformats.org/drawingml/2006/lockedCanvas">
                    <a:noFill/>
                  </a14:hiddenFill>
                </a:ext>
              </a:extLst>
            </p:spPr>
          </p:cxnSp>
          <p:cxnSp>
            <p:nvCxnSpPr>
              <p:cNvPr id="38" name="AutoShape 73">
                <a:extLst>
                  <a:ext uri="{FF2B5EF4-FFF2-40B4-BE49-F238E27FC236}">
                    <a16:creationId xmlns:a16="http://schemas.microsoft.com/office/drawing/2014/main" id="{BEC55316-8F71-BC4F-0D21-5A52926D4A2B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>
                <a:off x="342900" y="0"/>
                <a:ext cx="38735" cy="165354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wpc="http://schemas.microsoft.com/office/word/2010/wordprocessingCanvas" xmlns:cx="http://schemas.microsoft.com/office/drawing/2014/chartex" xmlns:cx1="http://schemas.microsoft.com/office/drawing/2015/9/8/chartex" xmlns:mc="http://schemas.openxmlformats.org/markup-compatibility/2006" xmlns:m="http://schemas.openxmlformats.org/officeDocument/2006/math" xmlns:wp14="http://schemas.microsoft.com/office/word/2010/wordprocessingDrawing" xmlns:wp="http://schemas.openxmlformats.org/drawingml/2006/wordprocessingDrawing" xmlns:w14="http://schemas.microsoft.com/office/word/2010/wordml" xmlns:w15="http://schemas.microsoft.com/office/word/2012/wordml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 xmlns:mo="http://schemas.microsoft.com/office/mac/office/2008/main" xmlns:mv="urn:schemas-microsoft-com:mac:vml" xmlns:o="urn:schemas-microsoft-com:office:office" xmlns:v="urn:schemas-microsoft-com:vml" xmlns:w10="urn:schemas-microsoft-com:office:word" xmlns:w="http://schemas.openxmlformats.org/wordprocessingml/2006/main" xmlns:a14="http://schemas.microsoft.com/office/drawing/2010/main" xmlns:lc="http://schemas.openxmlformats.org/drawingml/2006/lockedCanvas">
                    <a:noFill/>
                  </a14:hiddenFill>
                </a:ext>
              </a:extLst>
            </p:spPr>
          </p:cxnSp>
          <p:sp>
            <p:nvSpPr>
              <p:cNvPr id="39" name="Text Box 76">
                <a:extLst>
                  <a:ext uri="{FF2B5EF4-FFF2-40B4-BE49-F238E27FC236}">
                    <a16:creationId xmlns:a16="http://schemas.microsoft.com/office/drawing/2014/main" id="{6BD4ACEB-4878-7E39-7B97-7FA50CC5C1F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-19482" y="889000"/>
                <a:ext cx="375920" cy="4203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wpc="http://schemas.microsoft.com/office/word/2010/wordprocessingCanvas" xmlns:cx="http://schemas.microsoft.com/office/drawing/2014/chartex" xmlns:cx1="http://schemas.microsoft.com/office/drawing/2015/9/8/chartex" xmlns:mc="http://schemas.openxmlformats.org/markup-compatibility/2006" xmlns:m="http://schemas.openxmlformats.org/officeDocument/2006/math" xmlns:wp14="http://schemas.microsoft.com/office/word/2010/wordprocessingDrawing" xmlns:wp="http://schemas.openxmlformats.org/drawingml/2006/wordprocessingDrawing" xmlns:w14="http://schemas.microsoft.com/office/word/2010/wordml" xmlns:w15="http://schemas.microsoft.com/office/word/2012/wordml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 xmlns:mo="http://schemas.microsoft.com/office/mac/office/2008/main" xmlns:mv="urn:schemas-microsoft-com:mac:vml" xmlns:o="urn:schemas-microsoft-com:office:office" xmlns:v="urn:schemas-microsoft-com:vml" xmlns:w10="urn:schemas-microsoft-com:office:word" xmlns:w="http://schemas.openxmlformats.org/wordprocessingml/2006/main" xmlns:a14="http://schemas.microsoft.com/office/drawing/2010/main" xmlns:lc="http://schemas.openxmlformats.org/drawingml/2006/lockedCanvas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wpc="http://schemas.microsoft.com/office/word/2010/wordprocessingCanvas" xmlns:cx="http://schemas.microsoft.com/office/drawing/2014/chartex" xmlns:cx1="http://schemas.microsoft.com/office/drawing/2015/9/8/chartex" xmlns:mc="http://schemas.openxmlformats.org/markup-compatibility/2006" xmlns:m="http://schemas.openxmlformats.org/officeDocument/2006/math" xmlns:wp14="http://schemas.microsoft.com/office/word/2010/wordprocessingDrawing" xmlns:wp="http://schemas.openxmlformats.org/drawingml/2006/wordprocessingDrawing" xmlns:w14="http://schemas.microsoft.com/office/word/2010/wordml" xmlns:w15="http://schemas.microsoft.com/office/word/2012/wordml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 xmlns:mo="http://schemas.microsoft.com/office/mac/office/2008/main" xmlns:mv="urn:schemas-microsoft-com:mac:vml" xmlns:o="urn:schemas-microsoft-com:office:office" xmlns:v="urn:schemas-microsoft-com:vml" xmlns:w10="urn:schemas-microsoft-com:office:word" xmlns:w="http://schemas.openxmlformats.org/wordprocessingml/2006/main" xmlns:a14="http://schemas.microsoft.com/office/drawing/2010/main" xmlns:lc="http://schemas.openxmlformats.org/drawingml/2006/lockedCanvas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pPr marL="0" marR="0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</a:pPr>
                <a:r>
                  <a:rPr lang="en-US" b="1" dirty="0">
                    <a:solidFill>
                      <a:srgbClr val="0070C0"/>
                    </a:solidFill>
                    <a:effectLst/>
                    <a:latin typeface="Calibri" panose="020F0502020204030204" pitchFamily="34" charset="0"/>
                    <a:ea typeface="MS Mincho" panose="02020609040205080304" pitchFamily="49" charset="-128"/>
                    <a:cs typeface="Times New Roman" panose="02020603050405020304" pitchFamily="18" charset="0"/>
                    <a:sym typeface="Symbol" panose="05050102010706020507" pitchFamily="18" charset="2"/>
                  </a:rPr>
                  <a:t></a:t>
                </a:r>
                <a:endParaRPr lang="en-US" b="1" dirty="0">
                  <a:solidFill>
                    <a:srgbClr val="0070C0"/>
                  </a:solidFill>
                  <a:effectLst/>
                  <a:latin typeface="Calibri" panose="020F0502020204030204" pitchFamily="34" charset="0"/>
                  <a:ea typeface="MS Mincho" panose="02020609040205080304" pitchFamily="49" charset="-128"/>
                  <a:cs typeface="Times New Roman" panose="02020603050405020304" pitchFamily="18" charset="0"/>
                </a:endParaRPr>
              </a:p>
            </p:txBody>
          </p:sp>
        </p:grpSp>
      </p:grp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D1732775-08AC-0D8D-FB3B-D44918A90594}"/>
              </a:ext>
            </a:extLst>
          </p:cNvPr>
          <p:cNvCxnSpPr>
            <a:cxnSpLocks/>
          </p:cNvCxnSpPr>
          <p:nvPr/>
        </p:nvCxnSpPr>
        <p:spPr>
          <a:xfrm>
            <a:off x="4455384" y="1740323"/>
            <a:ext cx="20547" cy="58950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52911B14-23AD-CEA4-6F38-CF98F1F3CC64}"/>
              </a:ext>
            </a:extLst>
          </p:cNvPr>
          <p:cNvCxnSpPr/>
          <p:nvPr/>
        </p:nvCxnSpPr>
        <p:spPr>
          <a:xfrm flipH="1">
            <a:off x="6617490" y="1536171"/>
            <a:ext cx="79513" cy="59566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FE91632C-61FD-0A3B-E945-E82633892438}"/>
              </a:ext>
            </a:extLst>
          </p:cNvPr>
          <p:cNvCxnSpPr/>
          <p:nvPr/>
        </p:nvCxnSpPr>
        <p:spPr>
          <a:xfrm flipH="1">
            <a:off x="972710" y="1069131"/>
            <a:ext cx="79513" cy="59566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B503DBCD-841E-C81C-6977-83DF058AD57B}"/>
              </a:ext>
            </a:extLst>
          </p:cNvPr>
          <p:cNvCxnSpPr/>
          <p:nvPr/>
        </p:nvCxnSpPr>
        <p:spPr>
          <a:xfrm flipH="1">
            <a:off x="1125110" y="1221531"/>
            <a:ext cx="79513" cy="59566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52B2327C-B511-9375-A2F9-E5422CB9A616}"/>
              </a:ext>
            </a:extLst>
          </p:cNvPr>
          <p:cNvCxnSpPr/>
          <p:nvPr/>
        </p:nvCxnSpPr>
        <p:spPr>
          <a:xfrm flipH="1">
            <a:off x="1277510" y="1373931"/>
            <a:ext cx="79513" cy="59566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B0A66831-D4AF-9C05-1381-5EC906237375}"/>
              </a:ext>
            </a:extLst>
          </p:cNvPr>
          <p:cNvCxnSpPr/>
          <p:nvPr/>
        </p:nvCxnSpPr>
        <p:spPr>
          <a:xfrm flipH="1">
            <a:off x="1429910" y="1526331"/>
            <a:ext cx="79513" cy="59566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F467EAC6-B69F-C1DE-627F-768CDFD59267}"/>
              </a:ext>
            </a:extLst>
          </p:cNvPr>
          <p:cNvCxnSpPr/>
          <p:nvPr/>
        </p:nvCxnSpPr>
        <p:spPr>
          <a:xfrm flipH="1">
            <a:off x="1582310" y="1678731"/>
            <a:ext cx="79513" cy="59566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Straight Connector 183">
            <a:extLst>
              <a:ext uri="{FF2B5EF4-FFF2-40B4-BE49-F238E27FC236}">
                <a16:creationId xmlns:a16="http://schemas.microsoft.com/office/drawing/2014/main" id="{B7626999-3652-F1B1-A6C3-EFBA78AD7E41}"/>
              </a:ext>
            </a:extLst>
          </p:cNvPr>
          <p:cNvCxnSpPr/>
          <p:nvPr/>
        </p:nvCxnSpPr>
        <p:spPr>
          <a:xfrm>
            <a:off x="1404418" y="1342245"/>
            <a:ext cx="903563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85" name="Straight Connector 184">
            <a:extLst>
              <a:ext uri="{FF2B5EF4-FFF2-40B4-BE49-F238E27FC236}">
                <a16:creationId xmlns:a16="http://schemas.microsoft.com/office/drawing/2014/main" id="{160BBE90-3D87-A8A9-47C7-4FE227CB98CF}"/>
              </a:ext>
            </a:extLst>
          </p:cNvPr>
          <p:cNvCxnSpPr/>
          <p:nvPr/>
        </p:nvCxnSpPr>
        <p:spPr>
          <a:xfrm>
            <a:off x="1291096" y="1518683"/>
            <a:ext cx="903563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86" name="Straight Connector 185">
            <a:extLst>
              <a:ext uri="{FF2B5EF4-FFF2-40B4-BE49-F238E27FC236}">
                <a16:creationId xmlns:a16="http://schemas.microsoft.com/office/drawing/2014/main" id="{DCA12F91-2986-594F-B3E8-9CD2AD30ACC6}"/>
              </a:ext>
            </a:extLst>
          </p:cNvPr>
          <p:cNvCxnSpPr/>
          <p:nvPr/>
        </p:nvCxnSpPr>
        <p:spPr>
          <a:xfrm>
            <a:off x="1230111" y="1187997"/>
            <a:ext cx="903563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87" name="Straight Connector 186">
            <a:extLst>
              <a:ext uri="{FF2B5EF4-FFF2-40B4-BE49-F238E27FC236}">
                <a16:creationId xmlns:a16="http://schemas.microsoft.com/office/drawing/2014/main" id="{6A5F7A9E-9900-8AD9-BD02-5A1A2048D091}"/>
              </a:ext>
            </a:extLst>
          </p:cNvPr>
          <p:cNvCxnSpPr/>
          <p:nvPr/>
        </p:nvCxnSpPr>
        <p:spPr>
          <a:xfrm>
            <a:off x="1404417" y="1665677"/>
            <a:ext cx="903563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88" name="Straight Connector 187">
            <a:extLst>
              <a:ext uri="{FF2B5EF4-FFF2-40B4-BE49-F238E27FC236}">
                <a16:creationId xmlns:a16="http://schemas.microsoft.com/office/drawing/2014/main" id="{075218C6-58C8-5E20-A9E9-F296E1DF0DBB}"/>
              </a:ext>
            </a:extLst>
          </p:cNvPr>
          <p:cNvCxnSpPr/>
          <p:nvPr/>
        </p:nvCxnSpPr>
        <p:spPr>
          <a:xfrm>
            <a:off x="1210041" y="941586"/>
            <a:ext cx="903563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89" name="Straight Connector 188">
            <a:extLst>
              <a:ext uri="{FF2B5EF4-FFF2-40B4-BE49-F238E27FC236}">
                <a16:creationId xmlns:a16="http://schemas.microsoft.com/office/drawing/2014/main" id="{5024B1EB-C103-12FB-6170-015DCCD3A479}"/>
              </a:ext>
            </a:extLst>
          </p:cNvPr>
          <p:cNvCxnSpPr/>
          <p:nvPr/>
        </p:nvCxnSpPr>
        <p:spPr>
          <a:xfrm>
            <a:off x="1362441" y="1093986"/>
            <a:ext cx="903563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62" name="TextBox 161">
            <a:extLst>
              <a:ext uri="{FF2B5EF4-FFF2-40B4-BE49-F238E27FC236}">
                <a16:creationId xmlns:a16="http://schemas.microsoft.com/office/drawing/2014/main" id="{BD5B7930-9747-37B3-A3E8-3F8F10E87EA1}"/>
              </a:ext>
            </a:extLst>
          </p:cNvPr>
          <p:cNvSpPr txBox="1"/>
          <p:nvPr/>
        </p:nvSpPr>
        <p:spPr>
          <a:xfrm>
            <a:off x="4352641" y="24384"/>
            <a:ext cx="38746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Rotation of lower leg around knee</a:t>
            </a: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5A7647FF-C243-EAC4-2A11-B5C7E4F3F8E9}"/>
              </a:ext>
            </a:extLst>
          </p:cNvPr>
          <p:cNvSpPr txBox="1"/>
          <p:nvPr/>
        </p:nvSpPr>
        <p:spPr>
          <a:xfrm>
            <a:off x="310308" y="216412"/>
            <a:ext cx="1119602" cy="370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jump</a:t>
            </a:r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084DD509-4B2A-DEDC-23F6-3A70087E83F8}"/>
              </a:ext>
            </a:extLst>
          </p:cNvPr>
          <p:cNvSpPr/>
          <p:nvPr/>
        </p:nvSpPr>
        <p:spPr>
          <a:xfrm flipV="1">
            <a:off x="288350" y="2003109"/>
            <a:ext cx="1275755" cy="594158"/>
          </a:xfrm>
          <a:custGeom>
            <a:avLst/>
            <a:gdLst>
              <a:gd name="connsiteX0" fmla="*/ 0 w 1750748"/>
              <a:gd name="connsiteY0" fmla="*/ 6002 h 740056"/>
              <a:gd name="connsiteX1" fmla="*/ 238125 w 1750748"/>
              <a:gd name="connsiteY1" fmla="*/ 25052 h 740056"/>
              <a:gd name="connsiteX2" fmla="*/ 666750 w 1750748"/>
              <a:gd name="connsiteY2" fmla="*/ 206027 h 740056"/>
              <a:gd name="connsiteX3" fmla="*/ 828675 w 1750748"/>
              <a:gd name="connsiteY3" fmla="*/ 491777 h 740056"/>
              <a:gd name="connsiteX4" fmla="*/ 1123950 w 1750748"/>
              <a:gd name="connsiteY4" fmla="*/ 691802 h 740056"/>
              <a:gd name="connsiteX5" fmla="*/ 1571625 w 1750748"/>
              <a:gd name="connsiteY5" fmla="*/ 739427 h 740056"/>
              <a:gd name="connsiteX6" fmla="*/ 1743075 w 1750748"/>
              <a:gd name="connsiteY6" fmla="*/ 720377 h 740056"/>
              <a:gd name="connsiteX7" fmla="*/ 1704975 w 1750748"/>
              <a:gd name="connsiteY7" fmla="*/ 739427 h 7400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50748" h="740056">
                <a:moveTo>
                  <a:pt x="0" y="6002"/>
                </a:moveTo>
                <a:cubicBezTo>
                  <a:pt x="63500" y="-1142"/>
                  <a:pt x="127000" y="-8286"/>
                  <a:pt x="238125" y="25052"/>
                </a:cubicBezTo>
                <a:cubicBezTo>
                  <a:pt x="349250" y="58390"/>
                  <a:pt x="568325" y="128240"/>
                  <a:pt x="666750" y="206027"/>
                </a:cubicBezTo>
                <a:cubicBezTo>
                  <a:pt x="765175" y="283814"/>
                  <a:pt x="752475" y="410815"/>
                  <a:pt x="828675" y="491777"/>
                </a:cubicBezTo>
                <a:cubicBezTo>
                  <a:pt x="904875" y="572739"/>
                  <a:pt x="1000125" y="650527"/>
                  <a:pt x="1123950" y="691802"/>
                </a:cubicBezTo>
                <a:cubicBezTo>
                  <a:pt x="1247775" y="733077"/>
                  <a:pt x="1468438" y="734665"/>
                  <a:pt x="1571625" y="739427"/>
                </a:cubicBezTo>
                <a:cubicBezTo>
                  <a:pt x="1674812" y="744189"/>
                  <a:pt x="1720850" y="720377"/>
                  <a:pt x="1743075" y="720377"/>
                </a:cubicBezTo>
                <a:cubicBezTo>
                  <a:pt x="1765300" y="720377"/>
                  <a:pt x="1735137" y="729902"/>
                  <a:pt x="1704975" y="739427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742F82EB-9127-2943-1194-0FD85BD8F79F}"/>
              </a:ext>
            </a:extLst>
          </p:cNvPr>
          <p:cNvSpPr/>
          <p:nvPr/>
        </p:nvSpPr>
        <p:spPr>
          <a:xfrm flipV="1">
            <a:off x="188732" y="2708911"/>
            <a:ext cx="1307526" cy="421012"/>
          </a:xfrm>
          <a:custGeom>
            <a:avLst/>
            <a:gdLst>
              <a:gd name="connsiteX0" fmla="*/ 0 w 1933575"/>
              <a:gd name="connsiteY0" fmla="*/ 732366 h 732366"/>
              <a:gd name="connsiteX1" fmla="*/ 438150 w 1933575"/>
              <a:gd name="connsiteY1" fmla="*/ 637116 h 732366"/>
              <a:gd name="connsiteX2" fmla="*/ 914400 w 1933575"/>
              <a:gd name="connsiteY2" fmla="*/ 332316 h 732366"/>
              <a:gd name="connsiteX3" fmla="*/ 1285875 w 1933575"/>
              <a:gd name="connsiteY3" fmla="*/ 122766 h 732366"/>
              <a:gd name="connsiteX4" fmla="*/ 1533525 w 1933575"/>
              <a:gd name="connsiteY4" fmla="*/ 8466 h 732366"/>
              <a:gd name="connsiteX5" fmla="*/ 1924050 w 1933575"/>
              <a:gd name="connsiteY5" fmla="*/ 8466 h 732366"/>
              <a:gd name="connsiteX6" fmla="*/ 1933575 w 1933575"/>
              <a:gd name="connsiteY6" fmla="*/ 8466 h 732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933575" h="732366">
                <a:moveTo>
                  <a:pt x="0" y="732366"/>
                </a:moveTo>
                <a:cubicBezTo>
                  <a:pt x="142875" y="718078"/>
                  <a:pt x="285750" y="703791"/>
                  <a:pt x="438150" y="637116"/>
                </a:cubicBezTo>
                <a:cubicBezTo>
                  <a:pt x="590550" y="570441"/>
                  <a:pt x="773113" y="418041"/>
                  <a:pt x="914400" y="332316"/>
                </a:cubicBezTo>
                <a:cubicBezTo>
                  <a:pt x="1055688" y="246591"/>
                  <a:pt x="1182688" y="176741"/>
                  <a:pt x="1285875" y="122766"/>
                </a:cubicBezTo>
                <a:cubicBezTo>
                  <a:pt x="1389062" y="68791"/>
                  <a:pt x="1427162" y="27516"/>
                  <a:pt x="1533525" y="8466"/>
                </a:cubicBezTo>
                <a:cubicBezTo>
                  <a:pt x="1639888" y="-10584"/>
                  <a:pt x="1924050" y="8466"/>
                  <a:pt x="1924050" y="8466"/>
                </a:cubicBezTo>
                <a:lnTo>
                  <a:pt x="1933575" y="8466"/>
                </a:ln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6F6EE9ED-7A8F-2733-68AB-7AD914DB84C8}"/>
              </a:ext>
            </a:extLst>
          </p:cNvPr>
          <p:cNvSpPr/>
          <p:nvPr/>
        </p:nvSpPr>
        <p:spPr>
          <a:xfrm flipV="1">
            <a:off x="312264" y="3138248"/>
            <a:ext cx="1225450" cy="471743"/>
          </a:xfrm>
          <a:custGeom>
            <a:avLst/>
            <a:gdLst>
              <a:gd name="connsiteX0" fmla="*/ 0 w 1829311"/>
              <a:gd name="connsiteY0" fmla="*/ 5997 h 799985"/>
              <a:gd name="connsiteX1" fmla="*/ 390525 w 1829311"/>
              <a:gd name="connsiteY1" fmla="*/ 425097 h 799985"/>
              <a:gd name="connsiteX2" fmla="*/ 819150 w 1829311"/>
              <a:gd name="connsiteY2" fmla="*/ 796572 h 799985"/>
              <a:gd name="connsiteX3" fmla="*/ 1314450 w 1829311"/>
              <a:gd name="connsiteY3" fmla="*/ 577497 h 799985"/>
              <a:gd name="connsiteX4" fmla="*/ 1781175 w 1829311"/>
              <a:gd name="connsiteY4" fmla="*/ 53622 h 799985"/>
              <a:gd name="connsiteX5" fmla="*/ 1790700 w 1829311"/>
              <a:gd name="connsiteY5" fmla="*/ 44097 h 7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29311" h="799985">
                <a:moveTo>
                  <a:pt x="0" y="5997"/>
                </a:moveTo>
                <a:cubicBezTo>
                  <a:pt x="127000" y="149665"/>
                  <a:pt x="254000" y="293334"/>
                  <a:pt x="390525" y="425097"/>
                </a:cubicBezTo>
                <a:cubicBezTo>
                  <a:pt x="527050" y="556860"/>
                  <a:pt x="665163" y="771172"/>
                  <a:pt x="819150" y="796572"/>
                </a:cubicBezTo>
                <a:cubicBezTo>
                  <a:pt x="973137" y="821972"/>
                  <a:pt x="1154113" y="701322"/>
                  <a:pt x="1314450" y="577497"/>
                </a:cubicBezTo>
                <a:cubicBezTo>
                  <a:pt x="1474787" y="453672"/>
                  <a:pt x="1701800" y="142522"/>
                  <a:pt x="1781175" y="53622"/>
                </a:cubicBezTo>
                <a:cubicBezTo>
                  <a:pt x="1860550" y="-35278"/>
                  <a:pt x="1825625" y="4409"/>
                  <a:pt x="1790700" y="44097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9B478AD2-02F5-1C71-11F9-AE25584A8229}"/>
              </a:ext>
            </a:extLst>
          </p:cNvPr>
          <p:cNvSpPr/>
          <p:nvPr/>
        </p:nvSpPr>
        <p:spPr>
          <a:xfrm flipV="1">
            <a:off x="232750" y="3737174"/>
            <a:ext cx="1291459" cy="520521"/>
          </a:xfrm>
          <a:custGeom>
            <a:avLst/>
            <a:gdLst>
              <a:gd name="connsiteX0" fmla="*/ 0 w 1819275"/>
              <a:gd name="connsiteY0" fmla="*/ 646319 h 646319"/>
              <a:gd name="connsiteX1" fmla="*/ 295275 w 1819275"/>
              <a:gd name="connsiteY1" fmla="*/ 265319 h 646319"/>
              <a:gd name="connsiteX2" fmla="*/ 647700 w 1819275"/>
              <a:gd name="connsiteY2" fmla="*/ 27194 h 646319"/>
              <a:gd name="connsiteX3" fmla="*/ 1219200 w 1819275"/>
              <a:gd name="connsiteY3" fmla="*/ 74819 h 646319"/>
              <a:gd name="connsiteX4" fmla="*/ 1819275 w 1819275"/>
              <a:gd name="connsiteY4" fmla="*/ 646319 h 646319"/>
              <a:gd name="connsiteX5" fmla="*/ 1819275 w 1819275"/>
              <a:gd name="connsiteY5" fmla="*/ 646319 h 646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19275" h="646319">
                <a:moveTo>
                  <a:pt x="0" y="646319"/>
                </a:moveTo>
                <a:cubicBezTo>
                  <a:pt x="93662" y="507412"/>
                  <a:pt x="187325" y="368506"/>
                  <a:pt x="295275" y="265319"/>
                </a:cubicBezTo>
                <a:cubicBezTo>
                  <a:pt x="403225" y="162132"/>
                  <a:pt x="493713" y="58944"/>
                  <a:pt x="647700" y="27194"/>
                </a:cubicBezTo>
                <a:cubicBezTo>
                  <a:pt x="801687" y="-4556"/>
                  <a:pt x="1023937" y="-28369"/>
                  <a:pt x="1219200" y="74819"/>
                </a:cubicBezTo>
                <a:cubicBezTo>
                  <a:pt x="1414463" y="178007"/>
                  <a:pt x="1819275" y="646319"/>
                  <a:pt x="1819275" y="646319"/>
                </a:cubicBezTo>
                <a:lnTo>
                  <a:pt x="1819275" y="646319"/>
                </a:ln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BFA6B838-6FC5-3FAB-226B-D090735BF22D}"/>
              </a:ext>
            </a:extLst>
          </p:cNvPr>
          <p:cNvSpPr/>
          <p:nvPr/>
        </p:nvSpPr>
        <p:spPr>
          <a:xfrm>
            <a:off x="268780" y="4281917"/>
            <a:ext cx="969675" cy="688209"/>
          </a:xfrm>
          <a:custGeom>
            <a:avLst/>
            <a:gdLst>
              <a:gd name="connsiteX0" fmla="*/ 0 w 1990725"/>
              <a:gd name="connsiteY0" fmla="*/ 576955 h 1178193"/>
              <a:gd name="connsiteX1" fmla="*/ 333375 w 1990725"/>
              <a:gd name="connsiteY1" fmla="*/ 138805 h 1178193"/>
              <a:gd name="connsiteX2" fmla="*/ 762000 w 1990725"/>
              <a:gd name="connsiteY2" fmla="*/ 34030 h 1178193"/>
              <a:gd name="connsiteX3" fmla="*/ 1047750 w 1990725"/>
              <a:gd name="connsiteY3" fmla="*/ 672205 h 1178193"/>
              <a:gd name="connsiteX4" fmla="*/ 1428750 w 1990725"/>
              <a:gd name="connsiteY4" fmla="*/ 1157980 h 1178193"/>
              <a:gd name="connsiteX5" fmla="*/ 1476375 w 1990725"/>
              <a:gd name="connsiteY5" fmla="*/ 1091305 h 1178193"/>
              <a:gd name="connsiteX6" fmla="*/ 1381125 w 1990725"/>
              <a:gd name="connsiteY6" fmla="*/ 1138930 h 1178193"/>
              <a:gd name="connsiteX7" fmla="*/ 1562100 w 1990725"/>
              <a:gd name="connsiteY7" fmla="*/ 1148455 h 1178193"/>
              <a:gd name="connsiteX8" fmla="*/ 1781175 w 1990725"/>
              <a:gd name="connsiteY8" fmla="*/ 1043680 h 1178193"/>
              <a:gd name="connsiteX9" fmla="*/ 1828800 w 1990725"/>
              <a:gd name="connsiteY9" fmla="*/ 853180 h 1178193"/>
              <a:gd name="connsiteX10" fmla="*/ 1990725 w 1990725"/>
              <a:gd name="connsiteY10" fmla="*/ 557905 h 1178193"/>
              <a:gd name="connsiteX11" fmla="*/ 1990725 w 1990725"/>
              <a:gd name="connsiteY11" fmla="*/ 557905 h 11781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990725" h="1178193">
                <a:moveTo>
                  <a:pt x="0" y="576955"/>
                </a:moveTo>
                <a:cubicBezTo>
                  <a:pt x="103187" y="403123"/>
                  <a:pt x="206375" y="229292"/>
                  <a:pt x="333375" y="138805"/>
                </a:cubicBezTo>
                <a:cubicBezTo>
                  <a:pt x="460375" y="48318"/>
                  <a:pt x="642938" y="-54870"/>
                  <a:pt x="762000" y="34030"/>
                </a:cubicBezTo>
                <a:cubicBezTo>
                  <a:pt x="881062" y="122930"/>
                  <a:pt x="936625" y="484880"/>
                  <a:pt x="1047750" y="672205"/>
                </a:cubicBezTo>
                <a:cubicBezTo>
                  <a:pt x="1158875" y="859530"/>
                  <a:pt x="1357313" y="1088130"/>
                  <a:pt x="1428750" y="1157980"/>
                </a:cubicBezTo>
                <a:cubicBezTo>
                  <a:pt x="1500187" y="1227830"/>
                  <a:pt x="1484313" y="1094480"/>
                  <a:pt x="1476375" y="1091305"/>
                </a:cubicBezTo>
                <a:cubicBezTo>
                  <a:pt x="1468437" y="1088130"/>
                  <a:pt x="1366838" y="1129405"/>
                  <a:pt x="1381125" y="1138930"/>
                </a:cubicBezTo>
                <a:cubicBezTo>
                  <a:pt x="1395412" y="1148455"/>
                  <a:pt x="1495425" y="1164330"/>
                  <a:pt x="1562100" y="1148455"/>
                </a:cubicBezTo>
                <a:cubicBezTo>
                  <a:pt x="1628775" y="1132580"/>
                  <a:pt x="1736725" y="1092892"/>
                  <a:pt x="1781175" y="1043680"/>
                </a:cubicBezTo>
                <a:cubicBezTo>
                  <a:pt x="1825625" y="994468"/>
                  <a:pt x="1793875" y="934143"/>
                  <a:pt x="1828800" y="853180"/>
                </a:cubicBezTo>
                <a:cubicBezTo>
                  <a:pt x="1863725" y="772218"/>
                  <a:pt x="1990725" y="557905"/>
                  <a:pt x="1990725" y="557905"/>
                </a:cubicBezTo>
                <a:lnTo>
                  <a:pt x="1990725" y="557905"/>
                </a:ln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19E47C4A-1C65-91A5-2C96-9BDB77859290}"/>
              </a:ext>
            </a:extLst>
          </p:cNvPr>
          <p:cNvSpPr/>
          <p:nvPr/>
        </p:nvSpPr>
        <p:spPr>
          <a:xfrm>
            <a:off x="443368" y="4977839"/>
            <a:ext cx="906942" cy="539230"/>
          </a:xfrm>
          <a:custGeom>
            <a:avLst/>
            <a:gdLst>
              <a:gd name="connsiteX0" fmla="*/ 0 w 1790700"/>
              <a:gd name="connsiteY0" fmla="*/ 513621 h 1079057"/>
              <a:gd name="connsiteX1" fmla="*/ 276225 w 1790700"/>
              <a:gd name="connsiteY1" fmla="*/ 999396 h 1079057"/>
              <a:gd name="connsiteX2" fmla="*/ 647700 w 1790700"/>
              <a:gd name="connsiteY2" fmla="*/ 1027971 h 1079057"/>
              <a:gd name="connsiteX3" fmla="*/ 952500 w 1790700"/>
              <a:gd name="connsiteY3" fmla="*/ 494571 h 1079057"/>
              <a:gd name="connsiteX4" fmla="*/ 1257300 w 1790700"/>
              <a:gd name="connsiteY4" fmla="*/ 27846 h 1079057"/>
              <a:gd name="connsiteX5" fmla="*/ 1628775 w 1790700"/>
              <a:gd name="connsiteY5" fmla="*/ 104046 h 1079057"/>
              <a:gd name="connsiteX6" fmla="*/ 1790700 w 1790700"/>
              <a:gd name="connsiteY6" fmla="*/ 523146 h 1079057"/>
              <a:gd name="connsiteX7" fmla="*/ 1790700 w 1790700"/>
              <a:gd name="connsiteY7" fmla="*/ 523146 h 1079057"/>
              <a:gd name="connsiteX8" fmla="*/ 1790700 w 1790700"/>
              <a:gd name="connsiteY8" fmla="*/ 523146 h 10790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790700" h="1079057">
                <a:moveTo>
                  <a:pt x="0" y="513621"/>
                </a:moveTo>
                <a:cubicBezTo>
                  <a:pt x="84137" y="713646"/>
                  <a:pt x="168275" y="913671"/>
                  <a:pt x="276225" y="999396"/>
                </a:cubicBezTo>
                <a:cubicBezTo>
                  <a:pt x="384175" y="1085121"/>
                  <a:pt x="534988" y="1112108"/>
                  <a:pt x="647700" y="1027971"/>
                </a:cubicBezTo>
                <a:cubicBezTo>
                  <a:pt x="760412" y="943834"/>
                  <a:pt x="850900" y="661258"/>
                  <a:pt x="952500" y="494571"/>
                </a:cubicBezTo>
                <a:cubicBezTo>
                  <a:pt x="1054100" y="327884"/>
                  <a:pt x="1144588" y="92933"/>
                  <a:pt x="1257300" y="27846"/>
                </a:cubicBezTo>
                <a:cubicBezTo>
                  <a:pt x="1370012" y="-37241"/>
                  <a:pt x="1539875" y="21496"/>
                  <a:pt x="1628775" y="104046"/>
                </a:cubicBezTo>
                <a:cubicBezTo>
                  <a:pt x="1717675" y="186596"/>
                  <a:pt x="1790700" y="523146"/>
                  <a:pt x="1790700" y="523146"/>
                </a:cubicBezTo>
                <a:lnTo>
                  <a:pt x="1790700" y="523146"/>
                </a:lnTo>
                <a:lnTo>
                  <a:pt x="1790700" y="523146"/>
                </a:ln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Freeform 2">
            <a:extLst>
              <a:ext uri="{FF2B5EF4-FFF2-40B4-BE49-F238E27FC236}">
                <a16:creationId xmlns:a16="http://schemas.microsoft.com/office/drawing/2014/main" id="{98E1169F-F864-D981-D64E-A2C53C534595}"/>
              </a:ext>
            </a:extLst>
          </p:cNvPr>
          <p:cNvSpPr/>
          <p:nvPr/>
        </p:nvSpPr>
        <p:spPr>
          <a:xfrm>
            <a:off x="312264" y="5743814"/>
            <a:ext cx="1047136" cy="579736"/>
          </a:xfrm>
          <a:custGeom>
            <a:avLst/>
            <a:gdLst>
              <a:gd name="connsiteX0" fmla="*/ 0 w 4854633"/>
              <a:gd name="connsiteY0" fmla="*/ 783328 h 1394485"/>
              <a:gd name="connsiteX1" fmla="*/ 324196 w 4854633"/>
              <a:gd name="connsiteY1" fmla="*/ 1232215 h 1394485"/>
              <a:gd name="connsiteX2" fmla="*/ 972589 w 4854633"/>
              <a:gd name="connsiteY2" fmla="*/ 766702 h 1394485"/>
              <a:gd name="connsiteX3" fmla="*/ 1579418 w 4854633"/>
              <a:gd name="connsiteY3" fmla="*/ 176498 h 1394485"/>
              <a:gd name="connsiteX4" fmla="*/ 2344189 w 4854633"/>
              <a:gd name="connsiteY4" fmla="*/ 1931 h 1394485"/>
              <a:gd name="connsiteX5" fmla="*/ 3208713 w 4854633"/>
              <a:gd name="connsiteY5" fmla="*/ 259626 h 1394485"/>
              <a:gd name="connsiteX6" fmla="*/ 3574473 w 4854633"/>
              <a:gd name="connsiteY6" fmla="*/ 874768 h 1394485"/>
              <a:gd name="connsiteX7" fmla="*/ 3798916 w 4854633"/>
              <a:gd name="connsiteY7" fmla="*/ 1232215 h 1394485"/>
              <a:gd name="connsiteX8" fmla="*/ 4281055 w 4854633"/>
              <a:gd name="connsiteY8" fmla="*/ 1373531 h 1394485"/>
              <a:gd name="connsiteX9" fmla="*/ 4854633 w 4854633"/>
              <a:gd name="connsiteY9" fmla="*/ 799953 h 1394485"/>
              <a:gd name="connsiteX10" fmla="*/ 4854633 w 4854633"/>
              <a:gd name="connsiteY10" fmla="*/ 799953 h 13944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854633" h="1394485">
                <a:moveTo>
                  <a:pt x="0" y="783328"/>
                </a:moveTo>
                <a:cubicBezTo>
                  <a:pt x="81049" y="1009157"/>
                  <a:pt x="162098" y="1234986"/>
                  <a:pt x="324196" y="1232215"/>
                </a:cubicBezTo>
                <a:cubicBezTo>
                  <a:pt x="486294" y="1229444"/>
                  <a:pt x="763385" y="942655"/>
                  <a:pt x="972589" y="766702"/>
                </a:cubicBezTo>
                <a:cubicBezTo>
                  <a:pt x="1181793" y="590749"/>
                  <a:pt x="1350818" y="303960"/>
                  <a:pt x="1579418" y="176498"/>
                </a:cubicBezTo>
                <a:cubicBezTo>
                  <a:pt x="1808018" y="49036"/>
                  <a:pt x="2072640" y="-11924"/>
                  <a:pt x="2344189" y="1931"/>
                </a:cubicBezTo>
                <a:cubicBezTo>
                  <a:pt x="2615738" y="15786"/>
                  <a:pt x="3003666" y="114153"/>
                  <a:pt x="3208713" y="259626"/>
                </a:cubicBezTo>
                <a:cubicBezTo>
                  <a:pt x="3413760" y="405099"/>
                  <a:pt x="3476106" y="712670"/>
                  <a:pt x="3574473" y="874768"/>
                </a:cubicBezTo>
                <a:cubicBezTo>
                  <a:pt x="3672840" y="1036866"/>
                  <a:pt x="3681152" y="1149088"/>
                  <a:pt x="3798916" y="1232215"/>
                </a:cubicBezTo>
                <a:cubicBezTo>
                  <a:pt x="3916680" y="1315342"/>
                  <a:pt x="4105102" y="1445575"/>
                  <a:pt x="4281055" y="1373531"/>
                </a:cubicBezTo>
                <a:cubicBezTo>
                  <a:pt x="4457008" y="1301487"/>
                  <a:pt x="4854633" y="799953"/>
                  <a:pt x="4854633" y="799953"/>
                </a:cubicBezTo>
                <a:lnTo>
                  <a:pt x="4854633" y="799953"/>
                </a:ln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423BEF81-C4D8-D2E5-EB31-34C344043B0B}"/>
              </a:ext>
            </a:extLst>
          </p:cNvPr>
          <p:cNvGrpSpPr>
            <a:grpSpLocks/>
          </p:cNvGrpSpPr>
          <p:nvPr/>
        </p:nvGrpSpPr>
        <p:grpSpPr bwMode="auto">
          <a:xfrm>
            <a:off x="3182595" y="417910"/>
            <a:ext cx="539571" cy="1481447"/>
            <a:chOff x="1586" y="2993"/>
            <a:chExt cx="2198" cy="6125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43BC3E2F-884E-DB5B-4F7A-C0C17B56C1C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591780">
              <a:off x="1586" y="3703"/>
              <a:ext cx="859" cy="279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B81AF433-BF73-0FF2-7E37-26E8F374FF9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8947280">
              <a:off x="1697" y="5969"/>
              <a:ext cx="559" cy="178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7D244E57-EA2E-02FD-8DFC-319A5ECE89D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994166">
              <a:off x="1883" y="7362"/>
              <a:ext cx="382" cy="1643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7EE04023-D01D-E15B-15A7-57D57FBBB9E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977303">
              <a:off x="2320" y="4044"/>
              <a:ext cx="314" cy="1427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AA326568-E6C6-8A66-60E7-683A1CA3F92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213792">
              <a:off x="1591" y="8912"/>
              <a:ext cx="806" cy="206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E9D9CB86-4E1D-ED77-B0C1-060446E7C359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827567" flipV="1">
              <a:off x="3259" y="5829"/>
              <a:ext cx="525" cy="187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640114ED-4CB4-41C6-9AE2-0E2588EE4A2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319648">
              <a:off x="2635" y="2993"/>
              <a:ext cx="615" cy="975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DC78530F-9E4D-55F3-7F17-96415F77E5D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6840179">
              <a:off x="2589" y="4905"/>
              <a:ext cx="290" cy="120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C16C65F3-D97C-2370-E9D5-D3F1DBFA3866}"/>
              </a:ext>
            </a:extLst>
          </p:cNvPr>
          <p:cNvGrpSpPr>
            <a:grpSpLocks/>
          </p:cNvGrpSpPr>
          <p:nvPr/>
        </p:nvGrpSpPr>
        <p:grpSpPr bwMode="auto">
          <a:xfrm>
            <a:off x="7509074" y="423513"/>
            <a:ext cx="714432" cy="1532664"/>
            <a:chOff x="979" y="3484"/>
            <a:chExt cx="2531" cy="5749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C9B92478-0DC6-8894-060D-077522773AD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852261">
              <a:off x="1665" y="4171"/>
              <a:ext cx="859" cy="279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714726C8-86CE-3F7E-5C04-7F644C11ED6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8459039">
              <a:off x="1611" y="6219"/>
              <a:ext cx="549" cy="1813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A72308C1-54E8-7B3C-1ADC-F8748BFE04E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2053654">
              <a:off x="1856" y="7422"/>
              <a:ext cx="396" cy="1811"/>
            </a:xfrm>
            <a:prstGeom prst="ellipse">
              <a:avLst/>
            </a:prstGeom>
            <a:solidFill>
              <a:srgbClr val="FF0000">
                <a:alpha val="99000"/>
              </a:srgbClr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58D7AA05-D339-28C8-7CE6-177EC489C88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977303">
              <a:off x="2198" y="4556"/>
              <a:ext cx="314" cy="1427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7D752730-E97D-171D-605D-FFE7EFBC2EA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213792">
              <a:off x="1591" y="8912"/>
              <a:ext cx="806" cy="206"/>
            </a:xfrm>
            <a:prstGeom prst="ellipse">
              <a:avLst/>
            </a:prstGeom>
            <a:solidFill>
              <a:srgbClr val="FF0000">
                <a:alpha val="99000"/>
              </a:srgbClr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932228FF-5381-4CB3-A92E-C1FAF3F0EE91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827567">
              <a:off x="2985" y="6278"/>
              <a:ext cx="525" cy="20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66537CBC-8E2F-B9C3-1F3A-0EDC28B942B1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73071">
              <a:off x="2635" y="3484"/>
              <a:ext cx="615" cy="975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67B8264E-1BBC-4E82-B3B7-F77FBAC9330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6840179">
              <a:off x="2490" y="5434"/>
              <a:ext cx="290" cy="120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E54BFA85-88F6-AF83-3721-34EF297F161C}"/>
              </a:ext>
            </a:extLst>
          </p:cNvPr>
          <p:cNvGrpSpPr>
            <a:grpSpLocks/>
          </p:cNvGrpSpPr>
          <p:nvPr/>
        </p:nvGrpSpPr>
        <p:grpSpPr bwMode="auto">
          <a:xfrm>
            <a:off x="4352705" y="156622"/>
            <a:ext cx="986221" cy="1697292"/>
            <a:chOff x="4613" y="2030"/>
            <a:chExt cx="2974" cy="7024"/>
          </a:xfrm>
        </p:grpSpPr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A96E1E7E-B2E6-68D2-9C77-0895A010165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311211">
              <a:off x="5316" y="2223"/>
              <a:ext cx="615" cy="975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9E73AA75-B35B-6CEE-063A-BF352E6067F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771523">
              <a:off x="4860" y="3247"/>
              <a:ext cx="825" cy="290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C5FB68DE-B35E-17C5-1C65-E014CB7E19F1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3022798">
              <a:off x="5834" y="2922"/>
              <a:ext cx="324" cy="1473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D90D7CC6-C298-0DEE-521B-1714A39E199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463322">
              <a:off x="4759" y="5757"/>
              <a:ext cx="451" cy="1747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5595587E-10B3-8464-E5A0-796159ECB98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865148">
              <a:off x="4759" y="7387"/>
              <a:ext cx="322" cy="1467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1367BDE2-00C2-2E5A-6F7A-8A229C74376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2016205">
              <a:off x="6644" y="2196"/>
              <a:ext cx="264" cy="1353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E5DB2959-A3EF-84A0-E43B-69BFF261A40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2492681">
              <a:off x="4613" y="8854"/>
              <a:ext cx="711" cy="20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FE0AA12D-B477-75AB-01ED-01D71BF367C9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1483145">
              <a:off x="7062" y="2030"/>
              <a:ext cx="525" cy="20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1F4568FD-C152-6632-2BCB-ED6B875D6726}"/>
              </a:ext>
            </a:extLst>
          </p:cNvPr>
          <p:cNvGrpSpPr>
            <a:grpSpLocks/>
          </p:cNvGrpSpPr>
          <p:nvPr/>
        </p:nvGrpSpPr>
        <p:grpSpPr bwMode="auto">
          <a:xfrm>
            <a:off x="6610322" y="148006"/>
            <a:ext cx="919998" cy="1689103"/>
            <a:chOff x="4613" y="1919"/>
            <a:chExt cx="2974" cy="7135"/>
          </a:xfrm>
        </p:grpSpPr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B65DA5B8-2147-3EED-7589-EB3F4980056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311211">
              <a:off x="5526" y="2142"/>
              <a:ext cx="615" cy="975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C925C40E-C826-4B3D-59B7-9E84C713949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829013">
              <a:off x="4860" y="3247"/>
              <a:ext cx="825" cy="290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EC76A84C-CBD8-5DFA-D9CD-A629CEB4BC4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3022798">
              <a:off x="5834" y="2922"/>
              <a:ext cx="324" cy="1473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06D926AE-BADD-7A8A-94F7-ED4D6E0A7BD1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463322">
              <a:off x="4759" y="5757"/>
              <a:ext cx="451" cy="1747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518B653E-64A4-D621-084C-DB6FE81682D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865148">
              <a:off x="4759" y="7387"/>
              <a:ext cx="322" cy="1467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242CB44D-6687-29AC-60B2-D23FD8C5227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2414153">
              <a:off x="6692" y="1919"/>
              <a:ext cx="127" cy="138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83" name="Oval 82">
              <a:extLst>
                <a:ext uri="{FF2B5EF4-FFF2-40B4-BE49-F238E27FC236}">
                  <a16:creationId xmlns:a16="http://schemas.microsoft.com/office/drawing/2014/main" id="{A6374031-1596-18A2-705B-F8883B486C11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2492681">
              <a:off x="4613" y="8854"/>
              <a:ext cx="711" cy="20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85" name="Oval 84">
              <a:extLst>
                <a:ext uri="{FF2B5EF4-FFF2-40B4-BE49-F238E27FC236}">
                  <a16:creationId xmlns:a16="http://schemas.microsoft.com/office/drawing/2014/main" id="{C1898164-FE91-2F05-7846-652E82392E7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1483145">
              <a:off x="7062" y="2030"/>
              <a:ext cx="525" cy="20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CE426117-E999-8823-19FD-80B2247FBE28}"/>
              </a:ext>
            </a:extLst>
          </p:cNvPr>
          <p:cNvGrpSpPr>
            <a:grpSpLocks/>
          </p:cNvGrpSpPr>
          <p:nvPr/>
        </p:nvGrpSpPr>
        <p:grpSpPr bwMode="auto">
          <a:xfrm>
            <a:off x="5564573" y="-576375"/>
            <a:ext cx="424237" cy="2031325"/>
            <a:chOff x="9162" y="999"/>
            <a:chExt cx="1577" cy="8346"/>
          </a:xfrm>
        </p:grpSpPr>
        <p:sp>
          <p:nvSpPr>
            <p:cNvPr id="89" name="Oval 88">
              <a:extLst>
                <a:ext uri="{FF2B5EF4-FFF2-40B4-BE49-F238E27FC236}">
                  <a16:creationId xmlns:a16="http://schemas.microsoft.com/office/drawing/2014/main" id="{45860DE7-0BFB-15F0-B33E-FFA4957FDFEA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9162" y="3424"/>
              <a:ext cx="859" cy="279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91" name="Oval 90">
              <a:extLst>
                <a:ext uri="{FF2B5EF4-FFF2-40B4-BE49-F238E27FC236}">
                  <a16:creationId xmlns:a16="http://schemas.microsoft.com/office/drawing/2014/main" id="{EBE38B54-DB76-1867-6F10-665DE356EC3A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21209547" flipH="1">
              <a:off x="9387" y="5886"/>
              <a:ext cx="495" cy="161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93" name="Oval 92">
              <a:extLst>
                <a:ext uri="{FF2B5EF4-FFF2-40B4-BE49-F238E27FC236}">
                  <a16:creationId xmlns:a16="http://schemas.microsoft.com/office/drawing/2014/main" id="{6CB9B354-3AE0-4E96-40F2-9EDACBEB825A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40580" flipH="1">
              <a:off x="9710" y="2541"/>
              <a:ext cx="311" cy="154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95" name="Oval 94">
              <a:extLst>
                <a:ext uri="{FF2B5EF4-FFF2-40B4-BE49-F238E27FC236}">
                  <a16:creationId xmlns:a16="http://schemas.microsoft.com/office/drawing/2014/main" id="{EE15D512-9891-EC91-83CA-9744CF1BE9AA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371614" flipH="1">
              <a:off x="9478" y="7297"/>
              <a:ext cx="318" cy="1557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97" name="Oval 96">
              <a:extLst>
                <a:ext uri="{FF2B5EF4-FFF2-40B4-BE49-F238E27FC236}">
                  <a16:creationId xmlns:a16="http://schemas.microsoft.com/office/drawing/2014/main" id="{51796553-C269-23B3-928D-A3EAA59CC72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873091" flipH="1">
              <a:off x="10152" y="1362"/>
              <a:ext cx="314" cy="1427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99" name="Oval 98">
              <a:extLst>
                <a:ext uri="{FF2B5EF4-FFF2-40B4-BE49-F238E27FC236}">
                  <a16:creationId xmlns:a16="http://schemas.microsoft.com/office/drawing/2014/main" id="{35B5C62C-4060-378E-1C24-97CDB9172CD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3748000" flipH="1">
              <a:off x="9315" y="8895"/>
              <a:ext cx="668" cy="232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01" name="Oval 100">
              <a:extLst>
                <a:ext uri="{FF2B5EF4-FFF2-40B4-BE49-F238E27FC236}">
                  <a16:creationId xmlns:a16="http://schemas.microsoft.com/office/drawing/2014/main" id="{6C38BF62-FF6E-FB32-B7E6-44C7E15315E1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8666725" flipH="1">
              <a:off x="10376" y="1162"/>
              <a:ext cx="525" cy="20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03" name="Oval 102">
              <a:extLst>
                <a:ext uri="{FF2B5EF4-FFF2-40B4-BE49-F238E27FC236}">
                  <a16:creationId xmlns:a16="http://schemas.microsoft.com/office/drawing/2014/main" id="{3A3F4791-79DD-56F0-7851-248D2405FD2A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9268" y="2449"/>
              <a:ext cx="615" cy="975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79181BDC-4FEE-3530-4578-C4E89CC18A7C}"/>
              </a:ext>
            </a:extLst>
          </p:cNvPr>
          <p:cNvGrpSpPr/>
          <p:nvPr/>
        </p:nvGrpSpPr>
        <p:grpSpPr>
          <a:xfrm>
            <a:off x="2146715" y="90441"/>
            <a:ext cx="303920" cy="1756192"/>
            <a:chOff x="-678648" y="0"/>
            <a:chExt cx="692119" cy="4054167"/>
          </a:xfrm>
        </p:grpSpPr>
        <p:sp>
          <p:nvSpPr>
            <p:cNvPr id="107" name="Oval 106">
              <a:extLst>
                <a:ext uri="{FF2B5EF4-FFF2-40B4-BE49-F238E27FC236}">
                  <a16:creationId xmlns:a16="http://schemas.microsoft.com/office/drawing/2014/main" id="{5B56578A-4188-01A6-F178-BDD4766845D2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-678648" y="619126"/>
              <a:ext cx="545465" cy="177165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09" name="Oval 108">
              <a:extLst>
                <a:ext uri="{FF2B5EF4-FFF2-40B4-BE49-F238E27FC236}">
                  <a16:creationId xmlns:a16="http://schemas.microsoft.com/office/drawing/2014/main" id="{1D5F7D9E-C73C-DB7F-B15C-31BC88676073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-535772" y="2105025"/>
              <a:ext cx="314325" cy="102743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1" name="Oval 110">
              <a:extLst>
                <a:ext uri="{FF2B5EF4-FFF2-40B4-BE49-F238E27FC236}">
                  <a16:creationId xmlns:a16="http://schemas.microsoft.com/office/drawing/2014/main" id="{DDC5C881-0279-5FDB-B072-6DAC2D1BE351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226429" flipH="1">
              <a:off x="-500717" y="973771"/>
              <a:ext cx="260987" cy="936625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4" name="Oval 113">
              <a:extLst>
                <a:ext uri="{FF2B5EF4-FFF2-40B4-BE49-F238E27FC236}">
                  <a16:creationId xmlns:a16="http://schemas.microsoft.com/office/drawing/2014/main" id="{1A2C17E6-DE35-0FE1-559C-AC9911BD71C5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-516722" y="2990849"/>
              <a:ext cx="190499" cy="1050291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6" name="Oval 115">
              <a:extLst>
                <a:ext uri="{FF2B5EF4-FFF2-40B4-BE49-F238E27FC236}">
                  <a16:creationId xmlns:a16="http://schemas.microsoft.com/office/drawing/2014/main" id="{8DB9CE3F-4C4A-A813-5DDF-99A88B2390F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9665110" flipH="1">
              <a:off x="-296730" y="1652010"/>
              <a:ext cx="179069" cy="72453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66" name="Oval 165">
              <a:extLst>
                <a:ext uri="{FF2B5EF4-FFF2-40B4-BE49-F238E27FC236}">
                  <a16:creationId xmlns:a16="http://schemas.microsoft.com/office/drawing/2014/main" id="{883CB935-4510-9ABA-F1F9-AC767C5430A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79041" flipH="1">
              <a:off x="-459573" y="3905250"/>
              <a:ext cx="424180" cy="148917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68" name="Oval 167">
              <a:extLst>
                <a:ext uri="{FF2B5EF4-FFF2-40B4-BE49-F238E27FC236}">
                  <a16:creationId xmlns:a16="http://schemas.microsoft.com/office/drawing/2014/main" id="{383584C6-6B36-8329-1589-76BE2E015B1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4038305" flipH="1" flipV="1">
              <a:off x="-266882" y="2324097"/>
              <a:ext cx="412116" cy="14859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70" name="Oval 169">
              <a:extLst>
                <a:ext uri="{FF2B5EF4-FFF2-40B4-BE49-F238E27FC236}">
                  <a16:creationId xmlns:a16="http://schemas.microsoft.com/office/drawing/2014/main" id="{1CFB5126-A920-9B83-CEC4-957D9E7F6327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-611973" y="0"/>
              <a:ext cx="390526" cy="61912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172" name="Group 171">
            <a:extLst>
              <a:ext uri="{FF2B5EF4-FFF2-40B4-BE49-F238E27FC236}">
                <a16:creationId xmlns:a16="http://schemas.microsoft.com/office/drawing/2014/main" id="{E4262881-D685-75BC-4B5B-50DCD0B998CE}"/>
              </a:ext>
            </a:extLst>
          </p:cNvPr>
          <p:cNvGrpSpPr/>
          <p:nvPr/>
        </p:nvGrpSpPr>
        <p:grpSpPr>
          <a:xfrm>
            <a:off x="8747593" y="114974"/>
            <a:ext cx="374049" cy="1750549"/>
            <a:chOff x="839557" y="0"/>
            <a:chExt cx="851822" cy="4041140"/>
          </a:xfrm>
        </p:grpSpPr>
        <p:sp>
          <p:nvSpPr>
            <p:cNvPr id="174" name="Oval 173">
              <a:extLst>
                <a:ext uri="{FF2B5EF4-FFF2-40B4-BE49-F238E27FC236}">
                  <a16:creationId xmlns:a16="http://schemas.microsoft.com/office/drawing/2014/main" id="{C771F9B8-AAD1-DEEE-C2D7-03103CC37545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839557" y="619126"/>
              <a:ext cx="545464" cy="177165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76" name="Oval 175">
              <a:extLst>
                <a:ext uri="{FF2B5EF4-FFF2-40B4-BE49-F238E27FC236}">
                  <a16:creationId xmlns:a16="http://schemas.microsoft.com/office/drawing/2014/main" id="{2DA3F75B-AE41-8141-EE0B-679AF2EE4B13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982433" y="2105025"/>
              <a:ext cx="314325" cy="102743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78" name="Oval 177">
              <a:extLst>
                <a:ext uri="{FF2B5EF4-FFF2-40B4-BE49-F238E27FC236}">
                  <a16:creationId xmlns:a16="http://schemas.microsoft.com/office/drawing/2014/main" id="{9221098B-75B3-CCC7-5A5B-174A5AFC7BD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226429" flipH="1">
              <a:off x="1071725" y="889601"/>
              <a:ext cx="189162" cy="132335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80" name="Oval 179">
              <a:extLst>
                <a:ext uri="{FF2B5EF4-FFF2-40B4-BE49-F238E27FC236}">
                  <a16:creationId xmlns:a16="http://schemas.microsoft.com/office/drawing/2014/main" id="{A826CAC4-0881-7989-5EBB-7329FACACFE8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1001482" y="2990849"/>
              <a:ext cx="190501" cy="1050291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82" name="Oval 181">
              <a:extLst>
                <a:ext uri="{FF2B5EF4-FFF2-40B4-BE49-F238E27FC236}">
                  <a16:creationId xmlns:a16="http://schemas.microsoft.com/office/drawing/2014/main" id="{670FA278-DD34-067E-1A1D-E3C4D5003B3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9665110" flipH="1">
              <a:off x="1199045" y="1714755"/>
              <a:ext cx="104116" cy="52364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90" name="Oval 189">
              <a:extLst>
                <a:ext uri="{FF2B5EF4-FFF2-40B4-BE49-F238E27FC236}">
                  <a16:creationId xmlns:a16="http://schemas.microsoft.com/office/drawing/2014/main" id="{95F171AA-9879-0E24-F46E-9582E79536B9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79041">
              <a:off x="1006000" y="3917105"/>
              <a:ext cx="540144" cy="11787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91" name="Oval 190">
              <a:extLst>
                <a:ext uri="{FF2B5EF4-FFF2-40B4-BE49-F238E27FC236}">
                  <a16:creationId xmlns:a16="http://schemas.microsoft.com/office/drawing/2014/main" id="{DE91626F-CF2D-043B-4F58-D68ADA3F147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7938561" flipV="1">
              <a:off x="1373248" y="2120705"/>
              <a:ext cx="178488" cy="45777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92" name="Oval 191">
              <a:extLst>
                <a:ext uri="{FF2B5EF4-FFF2-40B4-BE49-F238E27FC236}">
                  <a16:creationId xmlns:a16="http://schemas.microsoft.com/office/drawing/2014/main" id="{D0853510-0031-DD97-C6A0-0B814C67C8D2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906232" y="0"/>
              <a:ext cx="390525" cy="61912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96" name="TextBox 195">
            <a:extLst>
              <a:ext uri="{FF2B5EF4-FFF2-40B4-BE49-F238E27FC236}">
                <a16:creationId xmlns:a16="http://schemas.microsoft.com/office/drawing/2014/main" id="{872A32B1-C148-8E16-4290-54A1FB22C0F3}"/>
              </a:ext>
            </a:extLst>
          </p:cNvPr>
          <p:cNvSpPr txBox="1"/>
          <p:nvPr/>
        </p:nvSpPr>
        <p:spPr>
          <a:xfrm>
            <a:off x="2765323" y="103239"/>
            <a:ext cx="13199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take-off</a:t>
            </a:r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F38A8145-24DA-B65C-69AA-E2537243FEA5}"/>
              </a:ext>
            </a:extLst>
          </p:cNvPr>
          <p:cNvSpPr txBox="1"/>
          <p:nvPr/>
        </p:nvSpPr>
        <p:spPr>
          <a:xfrm>
            <a:off x="7696540" y="32599"/>
            <a:ext cx="13199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landing</a:t>
            </a:r>
          </a:p>
        </p:txBody>
      </p:sp>
      <p:sp>
        <p:nvSpPr>
          <p:cNvPr id="198" name="TextBox 197">
            <a:extLst>
              <a:ext uri="{FF2B5EF4-FFF2-40B4-BE49-F238E27FC236}">
                <a16:creationId xmlns:a16="http://schemas.microsoft.com/office/drawing/2014/main" id="{4B8CBE4E-642D-30C5-555C-840C886766E5}"/>
              </a:ext>
            </a:extLst>
          </p:cNvPr>
          <p:cNvSpPr txBox="1"/>
          <p:nvPr/>
        </p:nvSpPr>
        <p:spPr>
          <a:xfrm>
            <a:off x="4921615" y="1645357"/>
            <a:ext cx="143087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Ignore In air</a:t>
            </a:r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184D6591-CB18-8EEE-0876-C21A7C5501C8}"/>
              </a:ext>
            </a:extLst>
          </p:cNvPr>
          <p:cNvSpPr/>
          <p:nvPr/>
        </p:nvSpPr>
        <p:spPr>
          <a:xfrm>
            <a:off x="10052353" y="903444"/>
            <a:ext cx="430429" cy="5051112"/>
          </a:xfrm>
          <a:prstGeom prst="rect">
            <a:avLst/>
          </a:prstGeom>
          <a:solidFill>
            <a:srgbClr val="FF0000">
              <a:alpha val="28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9616DAE9-9DA3-2D6F-4EF8-E85AE730263F}"/>
              </a:ext>
            </a:extLst>
          </p:cNvPr>
          <p:cNvSpPr txBox="1"/>
          <p:nvPr/>
        </p:nvSpPr>
        <p:spPr>
          <a:xfrm>
            <a:off x="9238459" y="40142"/>
            <a:ext cx="2016211" cy="923330"/>
          </a:xfrm>
          <a:prstGeom prst="rect">
            <a:avLst/>
          </a:prstGeom>
          <a:solidFill>
            <a:srgbClr val="FF0000">
              <a:alpha val="22291"/>
            </a:srgb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Drag</a:t>
            </a:r>
            <a:r>
              <a:rPr lang="en-US" dirty="0"/>
              <a:t> and resize to indicate where quads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dirty="0"/>
              <a:t>dominate</a:t>
            </a:r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FCCA51B2-4597-6737-17D9-6D485DA1C250}"/>
              </a:ext>
            </a:extLst>
          </p:cNvPr>
          <p:cNvSpPr/>
          <p:nvPr/>
        </p:nvSpPr>
        <p:spPr>
          <a:xfrm>
            <a:off x="10232188" y="865302"/>
            <a:ext cx="430429" cy="5127396"/>
          </a:xfrm>
          <a:prstGeom prst="rect">
            <a:avLst/>
          </a:prstGeom>
          <a:solidFill>
            <a:srgbClr val="FF0000">
              <a:alpha val="28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17F7B603-3210-B6D4-87ED-CF57FDAB4D34}"/>
              </a:ext>
            </a:extLst>
          </p:cNvPr>
          <p:cNvSpPr/>
          <p:nvPr/>
        </p:nvSpPr>
        <p:spPr>
          <a:xfrm>
            <a:off x="11691726" y="1037303"/>
            <a:ext cx="417604" cy="4969722"/>
          </a:xfrm>
          <a:prstGeom prst="rect">
            <a:avLst/>
          </a:prstGeom>
          <a:solidFill>
            <a:srgbClr val="C4008E">
              <a:alpha val="34902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411D3CF2-08A8-1297-AD38-BCA5B2428FAD}"/>
              </a:ext>
            </a:extLst>
          </p:cNvPr>
          <p:cNvSpPr txBox="1"/>
          <p:nvPr/>
        </p:nvSpPr>
        <p:spPr>
          <a:xfrm>
            <a:off x="9692032" y="5993813"/>
            <a:ext cx="2535363" cy="923330"/>
          </a:xfrm>
          <a:prstGeom prst="rect">
            <a:avLst/>
          </a:prstGeom>
          <a:solidFill>
            <a:srgbClr val="C4008E">
              <a:alpha val="32000"/>
            </a:srgb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Drag</a:t>
            </a:r>
            <a:r>
              <a:rPr lang="en-US" dirty="0"/>
              <a:t> and resize to indicate where </a:t>
            </a:r>
            <a:r>
              <a:rPr lang="en-US" b="1" dirty="0">
                <a:solidFill>
                  <a:srgbClr val="FF0000"/>
                </a:solidFill>
              </a:rPr>
              <a:t>hamstrings</a:t>
            </a:r>
            <a:r>
              <a:rPr lang="en-US" dirty="0"/>
              <a:t>dominate</a:t>
            </a:r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CD6A92F4-1E0B-FD1B-D282-F91BBDCED845}"/>
              </a:ext>
            </a:extLst>
          </p:cNvPr>
          <p:cNvSpPr/>
          <p:nvPr/>
        </p:nvSpPr>
        <p:spPr>
          <a:xfrm>
            <a:off x="11446684" y="1069131"/>
            <a:ext cx="417604" cy="4872613"/>
          </a:xfrm>
          <a:prstGeom prst="rect">
            <a:avLst/>
          </a:prstGeom>
          <a:solidFill>
            <a:srgbClr val="C4008E">
              <a:alpha val="34902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E49532E4-77AC-10B4-62B5-5E2BC7FCB1C2}"/>
              </a:ext>
            </a:extLst>
          </p:cNvPr>
          <p:cNvSpPr/>
          <p:nvPr/>
        </p:nvSpPr>
        <p:spPr>
          <a:xfrm>
            <a:off x="10169373" y="1055844"/>
            <a:ext cx="430429" cy="5051112"/>
          </a:xfrm>
          <a:prstGeom prst="rect">
            <a:avLst/>
          </a:prstGeom>
          <a:solidFill>
            <a:srgbClr val="FF0000">
              <a:alpha val="28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5843D6B6-351E-CD84-EC66-3D5C38241FEE}"/>
              </a:ext>
            </a:extLst>
          </p:cNvPr>
          <p:cNvSpPr/>
          <p:nvPr/>
        </p:nvSpPr>
        <p:spPr>
          <a:xfrm>
            <a:off x="11599084" y="1221531"/>
            <a:ext cx="417604" cy="4872613"/>
          </a:xfrm>
          <a:prstGeom prst="rect">
            <a:avLst/>
          </a:prstGeom>
          <a:solidFill>
            <a:srgbClr val="C4008E">
              <a:alpha val="34902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B36FF4F0-181A-E8EA-53D7-C37490645928}"/>
              </a:ext>
            </a:extLst>
          </p:cNvPr>
          <p:cNvSpPr/>
          <p:nvPr/>
        </p:nvSpPr>
        <p:spPr>
          <a:xfrm>
            <a:off x="10357153" y="1208244"/>
            <a:ext cx="430429" cy="5051112"/>
          </a:xfrm>
          <a:prstGeom prst="rect">
            <a:avLst/>
          </a:prstGeom>
          <a:solidFill>
            <a:srgbClr val="FF0000">
              <a:alpha val="28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542FFC13-42F6-14A2-EF4D-AD58991DA644}"/>
              </a:ext>
            </a:extLst>
          </p:cNvPr>
          <p:cNvSpPr/>
          <p:nvPr/>
        </p:nvSpPr>
        <p:spPr>
          <a:xfrm>
            <a:off x="11751484" y="1373931"/>
            <a:ext cx="417604" cy="4872613"/>
          </a:xfrm>
          <a:prstGeom prst="rect">
            <a:avLst/>
          </a:prstGeom>
          <a:solidFill>
            <a:srgbClr val="C4008E">
              <a:alpha val="34902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745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805A9E-4449-0AFD-5BFC-C0059E700A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TextBox 192">
            <a:extLst>
              <a:ext uri="{FF2B5EF4-FFF2-40B4-BE49-F238E27FC236}">
                <a16:creationId xmlns:a16="http://schemas.microsoft.com/office/drawing/2014/main" id="{82778F23-0B2A-BFC4-6CFC-D064C8D5F569}"/>
              </a:ext>
            </a:extLst>
          </p:cNvPr>
          <p:cNvSpPr txBox="1"/>
          <p:nvPr/>
        </p:nvSpPr>
        <p:spPr>
          <a:xfrm>
            <a:off x="4455078" y="290696"/>
            <a:ext cx="2211786" cy="6563802"/>
          </a:xfrm>
          <a:prstGeom prst="rect">
            <a:avLst/>
          </a:prstGeom>
          <a:pattFill prst="wdDnDiag">
            <a:fgClr>
              <a:schemeClr val="accent1"/>
            </a:fgClr>
            <a:bgClr>
              <a:schemeClr val="bg1"/>
            </a:bgClr>
          </a:patt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1399A88F-A0EC-87DE-1ACA-3261B205E658}"/>
              </a:ext>
            </a:extLst>
          </p:cNvPr>
          <p:cNvGrpSpPr/>
          <p:nvPr/>
        </p:nvGrpSpPr>
        <p:grpSpPr>
          <a:xfrm>
            <a:off x="1818804" y="1711119"/>
            <a:ext cx="7374165" cy="5083727"/>
            <a:chOff x="1834171" y="1637290"/>
            <a:chExt cx="7374165" cy="5083727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18950D66-786D-007B-DFF0-A2AE0471553D}"/>
                </a:ext>
              </a:extLst>
            </p:cNvPr>
            <p:cNvGrpSpPr/>
            <p:nvPr/>
          </p:nvGrpSpPr>
          <p:grpSpPr>
            <a:xfrm>
              <a:off x="1945714" y="1637290"/>
              <a:ext cx="7262622" cy="1653540"/>
              <a:chOff x="0" y="0"/>
              <a:chExt cx="7262622" cy="1653540"/>
            </a:xfrm>
          </p:grpSpPr>
          <p:sp>
            <p:nvSpPr>
              <p:cNvPr id="24" name="Text Box 67">
                <a:extLst>
                  <a:ext uri="{FF2B5EF4-FFF2-40B4-BE49-F238E27FC236}">
                    <a16:creationId xmlns:a16="http://schemas.microsoft.com/office/drawing/2014/main" id="{924088D5-8301-2B67-26DF-1091D2133B6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105650" y="1049020"/>
                <a:ext cx="141605" cy="2603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lc="http://schemas.openxmlformats.org/drawingml/2006/lockedCanvas" xmlns:a14="http://schemas.microsoft.com/office/drawing/2010/main" xmlns:w="http://schemas.openxmlformats.org/wordprocessingml/2006/main" xmlns:w10="urn:schemas-microsoft-com:office:word" xmlns:v="urn:schemas-microsoft-com:vml" xmlns:o="urn:schemas-microsoft-com:office:office" xmlns:mv="urn:schemas-microsoft-com:mac:vml" xmlns:mo="http://schemas.microsoft.com/office/mac/office/2008/main" xmlns:wps="http://schemas.microsoft.com/office/word/2010/wordprocessingShape" xmlns:wne="http://schemas.microsoft.com/office/word/2006/wordml" xmlns:wpi="http://schemas.microsoft.com/office/word/2010/wordprocessingInk" xmlns:wpg="http://schemas.microsoft.com/office/word/2010/wordprocessingGroup" xmlns:w16se="http://schemas.microsoft.com/office/word/2015/wordml/symex" xmlns:w15="http://schemas.microsoft.com/office/word/2012/wordml" xmlns:w14="http://schemas.microsoft.com/office/word/2010/wordml" xmlns:wp="http://schemas.openxmlformats.org/drawingml/2006/wordprocessingDrawing" xmlns:wp14="http://schemas.microsoft.com/office/word/2010/wordprocessingDrawing" xmlns:m="http://schemas.openxmlformats.org/officeDocument/2006/math" xmlns:mc="http://schemas.openxmlformats.org/markup-compatibility/2006" xmlns:cx1="http://schemas.microsoft.com/office/drawing/2015/9/8/chartex" xmlns:cx="http://schemas.microsoft.com/office/drawing/2014/chartex" xmlns:wpc="http://schemas.microsoft.com/office/word/2010/wordprocessingCanvas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lc="http://schemas.openxmlformats.org/drawingml/2006/lockedCanvas" xmlns:a14="http://schemas.microsoft.com/office/drawing/2010/main" xmlns:w="http://schemas.openxmlformats.org/wordprocessingml/2006/main" xmlns:w10="urn:schemas-microsoft-com:office:word" xmlns:v="urn:schemas-microsoft-com:vml" xmlns:o="urn:schemas-microsoft-com:office:office" xmlns:mv="urn:schemas-microsoft-com:mac:vml" xmlns:mo="http://schemas.microsoft.com/office/mac/office/2008/main" xmlns:wps="http://schemas.microsoft.com/office/word/2010/wordprocessingShape" xmlns:wne="http://schemas.microsoft.com/office/word/2006/wordml" xmlns:wpi="http://schemas.microsoft.com/office/word/2010/wordprocessingInk" xmlns:wpg="http://schemas.microsoft.com/office/word/2010/wordprocessingGroup" xmlns:w16se="http://schemas.microsoft.com/office/word/2015/wordml/symex" xmlns:w15="http://schemas.microsoft.com/office/word/2012/wordml" xmlns:w14="http://schemas.microsoft.com/office/word/2010/wordml" xmlns:wp="http://schemas.openxmlformats.org/drawingml/2006/wordprocessingDrawing" xmlns:wp14="http://schemas.microsoft.com/office/word/2010/wordprocessingDrawing" xmlns:m="http://schemas.openxmlformats.org/officeDocument/2006/math" xmlns:mc="http://schemas.openxmlformats.org/markup-compatibility/2006" xmlns:cx1="http://schemas.microsoft.com/office/drawing/2015/9/8/chartex" xmlns:cx="http://schemas.microsoft.com/office/drawing/2014/chartex" xmlns:wpc="http://schemas.microsoft.com/office/word/2010/wordprocessingCanvas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pPr marL="0" marR="0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</a:pPr>
                <a:r>
                  <a:rPr lang="en-US" sz="1100" dirty="0">
                    <a:effectLst/>
                    <a:latin typeface="Calibri" panose="020F0502020204030204" pitchFamily="34" charset="0"/>
                    <a:ea typeface="MS Mincho" panose="02020609040205080304" pitchFamily="49" charset="-128"/>
                    <a:cs typeface="Times New Roman" panose="02020603050405020304" pitchFamily="18" charset="0"/>
                  </a:rPr>
                  <a:t>t</a:t>
                </a:r>
              </a:p>
            </p:txBody>
          </p:sp>
          <p:cxnSp>
            <p:nvCxnSpPr>
              <p:cNvPr id="25" name="AutoShape 71">
                <a:extLst>
                  <a:ext uri="{FF2B5EF4-FFF2-40B4-BE49-F238E27FC236}">
                    <a16:creationId xmlns:a16="http://schemas.microsoft.com/office/drawing/2014/main" id="{94FF941F-9F9B-69E3-4642-E519EE770AC4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355727" y="1291830"/>
                <a:ext cx="6906895" cy="1270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lc="http://schemas.openxmlformats.org/drawingml/2006/lockedCanvas" xmlns:a14="http://schemas.microsoft.com/office/drawing/2010/main" xmlns:w="http://schemas.openxmlformats.org/wordprocessingml/2006/main" xmlns:w10="urn:schemas-microsoft-com:office:word" xmlns:v="urn:schemas-microsoft-com:vml" xmlns:o="urn:schemas-microsoft-com:office:office" xmlns:mv="urn:schemas-microsoft-com:mac:vml" xmlns:mo="http://schemas.microsoft.com/office/mac/office/2008/main" xmlns:wps="http://schemas.microsoft.com/office/word/2010/wordprocessingShape" xmlns:wne="http://schemas.microsoft.com/office/word/2006/wordml" xmlns:wpi="http://schemas.microsoft.com/office/word/2010/wordprocessingInk" xmlns:wpg="http://schemas.microsoft.com/office/word/2010/wordprocessingGroup" xmlns:w16se="http://schemas.microsoft.com/office/word/2015/wordml/symex" xmlns:w15="http://schemas.microsoft.com/office/word/2012/wordml" xmlns:w14="http://schemas.microsoft.com/office/word/2010/wordml" xmlns:wp="http://schemas.openxmlformats.org/drawingml/2006/wordprocessingDrawing" xmlns:wp14="http://schemas.microsoft.com/office/word/2010/wordprocessingDrawing" xmlns:m="http://schemas.openxmlformats.org/officeDocument/2006/math" xmlns:mc="http://schemas.openxmlformats.org/markup-compatibility/2006" xmlns:cx1="http://schemas.microsoft.com/office/drawing/2015/9/8/chartex" xmlns:cx="http://schemas.microsoft.com/office/drawing/2014/chartex" xmlns:wpc="http://schemas.microsoft.com/office/word/2010/wordprocessingCanvas" xmlns="">
                    <a:noFill/>
                  </a14:hiddenFill>
                </a:ext>
              </a:extLst>
            </p:spPr>
          </p:cxnSp>
          <p:cxnSp>
            <p:nvCxnSpPr>
              <p:cNvPr id="26" name="AutoShape 73">
                <a:extLst>
                  <a:ext uri="{FF2B5EF4-FFF2-40B4-BE49-F238E27FC236}">
                    <a16:creationId xmlns:a16="http://schemas.microsoft.com/office/drawing/2014/main" id="{F2025D04-CA56-3113-CFC3-8162FF6B9450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>
                <a:off x="342900" y="0"/>
                <a:ext cx="38735" cy="165354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lc="http://schemas.openxmlformats.org/drawingml/2006/lockedCanvas" xmlns:a14="http://schemas.microsoft.com/office/drawing/2010/main" xmlns:w="http://schemas.openxmlformats.org/wordprocessingml/2006/main" xmlns:w10="urn:schemas-microsoft-com:office:word" xmlns:v="urn:schemas-microsoft-com:vml" xmlns:o="urn:schemas-microsoft-com:office:office" xmlns:mv="urn:schemas-microsoft-com:mac:vml" xmlns:mo="http://schemas.microsoft.com/office/mac/office/2008/main" xmlns:wps="http://schemas.microsoft.com/office/word/2010/wordprocessingShape" xmlns:wne="http://schemas.microsoft.com/office/word/2006/wordml" xmlns:wpi="http://schemas.microsoft.com/office/word/2010/wordprocessingInk" xmlns:wpg="http://schemas.microsoft.com/office/word/2010/wordprocessingGroup" xmlns:w16se="http://schemas.microsoft.com/office/word/2015/wordml/symex" xmlns:w15="http://schemas.microsoft.com/office/word/2012/wordml" xmlns:w14="http://schemas.microsoft.com/office/word/2010/wordml" xmlns:wp="http://schemas.openxmlformats.org/drawingml/2006/wordprocessingDrawing" xmlns:wp14="http://schemas.microsoft.com/office/word/2010/wordprocessingDrawing" xmlns:m="http://schemas.openxmlformats.org/officeDocument/2006/math" xmlns:mc="http://schemas.openxmlformats.org/markup-compatibility/2006" xmlns:cx1="http://schemas.microsoft.com/office/drawing/2015/9/8/chartex" xmlns:cx="http://schemas.microsoft.com/office/drawing/2014/chartex" xmlns:wpc="http://schemas.microsoft.com/office/word/2010/wordprocessingCanvas" xmlns="">
                    <a:noFill/>
                  </a14:hiddenFill>
                </a:ext>
              </a:extLst>
            </p:spPr>
          </p:cxnSp>
          <p:sp>
            <p:nvSpPr>
              <p:cNvPr id="27" name="Text Box 76">
                <a:extLst>
                  <a:ext uri="{FF2B5EF4-FFF2-40B4-BE49-F238E27FC236}">
                    <a16:creationId xmlns:a16="http://schemas.microsoft.com/office/drawing/2014/main" id="{166D677D-53ED-8651-02C0-B2AB794FDC3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0" y="883920"/>
                <a:ext cx="375920" cy="4203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lc="http://schemas.openxmlformats.org/drawingml/2006/lockedCanvas" xmlns:a14="http://schemas.microsoft.com/office/drawing/2010/main" xmlns:w="http://schemas.openxmlformats.org/wordprocessingml/2006/main" xmlns:w10="urn:schemas-microsoft-com:office:word" xmlns:v="urn:schemas-microsoft-com:vml" xmlns:o="urn:schemas-microsoft-com:office:office" xmlns:mv="urn:schemas-microsoft-com:mac:vml" xmlns:mo="http://schemas.microsoft.com/office/mac/office/2008/main" xmlns:wps="http://schemas.microsoft.com/office/word/2010/wordprocessingShape" xmlns:wne="http://schemas.microsoft.com/office/word/2006/wordml" xmlns:wpi="http://schemas.microsoft.com/office/word/2010/wordprocessingInk" xmlns:wpg="http://schemas.microsoft.com/office/word/2010/wordprocessingGroup" xmlns:w16se="http://schemas.microsoft.com/office/word/2015/wordml/symex" xmlns:w15="http://schemas.microsoft.com/office/word/2012/wordml" xmlns:w14="http://schemas.microsoft.com/office/word/2010/wordml" xmlns:wp="http://schemas.openxmlformats.org/drawingml/2006/wordprocessingDrawing" xmlns:wp14="http://schemas.microsoft.com/office/word/2010/wordprocessingDrawing" xmlns:m="http://schemas.openxmlformats.org/officeDocument/2006/math" xmlns:mc="http://schemas.openxmlformats.org/markup-compatibility/2006" xmlns:cx1="http://schemas.microsoft.com/office/drawing/2015/9/8/chartex" xmlns:cx="http://schemas.microsoft.com/office/drawing/2014/chartex" xmlns:wpc="http://schemas.microsoft.com/office/word/2010/wordprocessingCanvas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lc="http://schemas.openxmlformats.org/drawingml/2006/lockedCanvas" xmlns:a14="http://schemas.microsoft.com/office/drawing/2010/main" xmlns:w="http://schemas.openxmlformats.org/wordprocessingml/2006/main" xmlns:w10="urn:schemas-microsoft-com:office:word" xmlns:v="urn:schemas-microsoft-com:vml" xmlns:o="urn:schemas-microsoft-com:office:office" xmlns:mv="urn:schemas-microsoft-com:mac:vml" xmlns:mo="http://schemas.microsoft.com/office/mac/office/2008/main" xmlns:wps="http://schemas.microsoft.com/office/word/2010/wordprocessingShape" xmlns:wne="http://schemas.microsoft.com/office/word/2006/wordml" xmlns:wpi="http://schemas.microsoft.com/office/word/2010/wordprocessingInk" xmlns:wpg="http://schemas.microsoft.com/office/word/2010/wordprocessingGroup" xmlns:w16se="http://schemas.microsoft.com/office/word/2015/wordml/symex" xmlns:w15="http://schemas.microsoft.com/office/word/2012/wordml" xmlns:w14="http://schemas.microsoft.com/office/word/2010/wordml" xmlns:wp="http://schemas.openxmlformats.org/drawingml/2006/wordprocessingDrawing" xmlns:wp14="http://schemas.microsoft.com/office/word/2010/wordprocessingDrawing" xmlns:m="http://schemas.openxmlformats.org/officeDocument/2006/math" xmlns:mc="http://schemas.openxmlformats.org/markup-compatibility/2006" xmlns:cx1="http://schemas.microsoft.com/office/drawing/2015/9/8/chartex" xmlns:cx="http://schemas.microsoft.com/office/drawing/2014/chartex" xmlns:wpc="http://schemas.microsoft.com/office/word/2010/wordprocessingCanvas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pPr marL="0" marR="0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</a:pPr>
                <a:r>
                  <a:rPr lang="en-US" sz="1400" dirty="0">
                    <a:effectLst/>
                    <a:latin typeface="Calibri" panose="020F0502020204030204" pitchFamily="34" charset="0"/>
                    <a:ea typeface="MS Mincho" panose="02020609040205080304" pitchFamily="49" charset="-128"/>
                    <a:cs typeface="Times New Roman" panose="02020603050405020304" pitchFamily="18" charset="0"/>
                    <a:sym typeface="Symbol" panose="05050102010706020507" pitchFamily="18" charset="2"/>
                  </a:rPr>
                  <a:t></a:t>
                </a:r>
                <a:endParaRPr lang="en-US" sz="1100" dirty="0">
                  <a:effectLst/>
                  <a:latin typeface="Calibri" panose="020F0502020204030204" pitchFamily="34" charset="0"/>
                  <a:ea typeface="MS Mincho" panose="02020609040205080304" pitchFamily="49" charset="-128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AD91F76B-576E-1DC9-FCAC-A4ED7EEF4494}"/>
                </a:ext>
              </a:extLst>
            </p:cNvPr>
            <p:cNvGrpSpPr/>
            <p:nvPr/>
          </p:nvGrpSpPr>
          <p:grpSpPr>
            <a:xfrm>
              <a:off x="1899714" y="3341306"/>
              <a:ext cx="7247255" cy="1653540"/>
              <a:chOff x="0" y="0"/>
              <a:chExt cx="7247255" cy="1653540"/>
            </a:xfrm>
          </p:grpSpPr>
          <p:sp>
            <p:nvSpPr>
              <p:cNvPr id="31" name="Text Box 67">
                <a:extLst>
                  <a:ext uri="{FF2B5EF4-FFF2-40B4-BE49-F238E27FC236}">
                    <a16:creationId xmlns:a16="http://schemas.microsoft.com/office/drawing/2014/main" id="{2D0AFCE5-2C85-5B85-9FB2-5A76B6658BE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105650" y="1049020"/>
                <a:ext cx="141605" cy="2603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lc="http://schemas.openxmlformats.org/drawingml/2006/lockedCanvas" xmlns:a14="http://schemas.microsoft.com/office/drawing/2010/main" xmlns:w="http://schemas.openxmlformats.org/wordprocessingml/2006/main" xmlns:w10="urn:schemas-microsoft-com:office:word" xmlns:v="urn:schemas-microsoft-com:vml" xmlns:o="urn:schemas-microsoft-com:office:office" xmlns:mv="urn:schemas-microsoft-com:mac:vml" xmlns:mo="http://schemas.microsoft.com/office/mac/office/2008/main" xmlns:wps="http://schemas.microsoft.com/office/word/2010/wordprocessingShape" xmlns:wne="http://schemas.microsoft.com/office/word/2006/wordml" xmlns:wpi="http://schemas.microsoft.com/office/word/2010/wordprocessingInk" xmlns:wpg="http://schemas.microsoft.com/office/word/2010/wordprocessingGroup" xmlns:w16se="http://schemas.microsoft.com/office/word/2015/wordml/symex" xmlns:w15="http://schemas.microsoft.com/office/word/2012/wordml" xmlns:w14="http://schemas.microsoft.com/office/word/2010/wordml" xmlns:wp="http://schemas.openxmlformats.org/drawingml/2006/wordprocessingDrawing" xmlns:wp14="http://schemas.microsoft.com/office/word/2010/wordprocessingDrawing" xmlns:m="http://schemas.openxmlformats.org/officeDocument/2006/math" xmlns:mc="http://schemas.openxmlformats.org/markup-compatibility/2006" xmlns:cx1="http://schemas.microsoft.com/office/drawing/2015/9/8/chartex" xmlns:cx="http://schemas.microsoft.com/office/drawing/2014/chartex" xmlns:wpc="http://schemas.microsoft.com/office/word/2010/wordprocessingCanvas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lc="http://schemas.openxmlformats.org/drawingml/2006/lockedCanvas" xmlns:a14="http://schemas.microsoft.com/office/drawing/2010/main" xmlns:w="http://schemas.openxmlformats.org/wordprocessingml/2006/main" xmlns:w10="urn:schemas-microsoft-com:office:word" xmlns:v="urn:schemas-microsoft-com:vml" xmlns:o="urn:schemas-microsoft-com:office:office" xmlns:mv="urn:schemas-microsoft-com:mac:vml" xmlns:mo="http://schemas.microsoft.com/office/mac/office/2008/main" xmlns:wps="http://schemas.microsoft.com/office/word/2010/wordprocessingShape" xmlns:wne="http://schemas.microsoft.com/office/word/2006/wordml" xmlns:wpi="http://schemas.microsoft.com/office/word/2010/wordprocessingInk" xmlns:wpg="http://schemas.microsoft.com/office/word/2010/wordprocessingGroup" xmlns:w16se="http://schemas.microsoft.com/office/word/2015/wordml/symex" xmlns:w15="http://schemas.microsoft.com/office/word/2012/wordml" xmlns:w14="http://schemas.microsoft.com/office/word/2010/wordml" xmlns:wp="http://schemas.openxmlformats.org/drawingml/2006/wordprocessingDrawing" xmlns:wp14="http://schemas.microsoft.com/office/word/2010/wordprocessingDrawing" xmlns:m="http://schemas.openxmlformats.org/officeDocument/2006/math" xmlns:mc="http://schemas.openxmlformats.org/markup-compatibility/2006" xmlns:cx1="http://schemas.microsoft.com/office/drawing/2015/9/8/chartex" xmlns:cx="http://schemas.microsoft.com/office/drawing/2014/chartex" xmlns:wpc="http://schemas.microsoft.com/office/word/2010/wordprocessingCanvas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pPr marL="0" marR="0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</a:pPr>
                <a:r>
                  <a:rPr lang="en-US" sz="1100" dirty="0">
                    <a:effectLst/>
                    <a:latin typeface="Calibri" panose="020F0502020204030204" pitchFamily="34" charset="0"/>
                    <a:ea typeface="MS Mincho" panose="02020609040205080304" pitchFamily="49" charset="-128"/>
                    <a:cs typeface="Times New Roman" panose="02020603050405020304" pitchFamily="18" charset="0"/>
                  </a:rPr>
                  <a:t>t</a:t>
                </a:r>
              </a:p>
            </p:txBody>
          </p:sp>
          <p:cxnSp>
            <p:nvCxnSpPr>
              <p:cNvPr id="32" name="AutoShape 71">
                <a:extLst>
                  <a:ext uri="{FF2B5EF4-FFF2-40B4-BE49-F238E27FC236}">
                    <a16:creationId xmlns:a16="http://schemas.microsoft.com/office/drawing/2014/main" id="{876517D5-86DA-E9C0-C613-5561EE9632FF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304165" y="931545"/>
                <a:ext cx="6906895" cy="1270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lc="http://schemas.openxmlformats.org/drawingml/2006/lockedCanvas" xmlns:a14="http://schemas.microsoft.com/office/drawing/2010/main" xmlns:w="http://schemas.openxmlformats.org/wordprocessingml/2006/main" xmlns:w10="urn:schemas-microsoft-com:office:word" xmlns:v="urn:schemas-microsoft-com:vml" xmlns:o="urn:schemas-microsoft-com:office:office" xmlns:mv="urn:schemas-microsoft-com:mac:vml" xmlns:mo="http://schemas.microsoft.com/office/mac/office/2008/main" xmlns:wps="http://schemas.microsoft.com/office/word/2010/wordprocessingShape" xmlns:wne="http://schemas.microsoft.com/office/word/2006/wordml" xmlns:wpi="http://schemas.microsoft.com/office/word/2010/wordprocessingInk" xmlns:wpg="http://schemas.microsoft.com/office/word/2010/wordprocessingGroup" xmlns:w16se="http://schemas.microsoft.com/office/word/2015/wordml/symex" xmlns:w15="http://schemas.microsoft.com/office/word/2012/wordml" xmlns:w14="http://schemas.microsoft.com/office/word/2010/wordml" xmlns:wp="http://schemas.openxmlformats.org/drawingml/2006/wordprocessingDrawing" xmlns:wp14="http://schemas.microsoft.com/office/word/2010/wordprocessingDrawing" xmlns:m="http://schemas.openxmlformats.org/officeDocument/2006/math" xmlns:mc="http://schemas.openxmlformats.org/markup-compatibility/2006" xmlns:cx1="http://schemas.microsoft.com/office/drawing/2015/9/8/chartex" xmlns:cx="http://schemas.microsoft.com/office/drawing/2014/chartex" xmlns:wpc="http://schemas.microsoft.com/office/word/2010/wordprocessingCanvas" xmlns="">
                    <a:noFill/>
                  </a14:hiddenFill>
                </a:ext>
              </a:extLst>
            </p:spPr>
          </p:cxnSp>
          <p:cxnSp>
            <p:nvCxnSpPr>
              <p:cNvPr id="33" name="AutoShape 73">
                <a:extLst>
                  <a:ext uri="{FF2B5EF4-FFF2-40B4-BE49-F238E27FC236}">
                    <a16:creationId xmlns:a16="http://schemas.microsoft.com/office/drawing/2014/main" id="{57701DFF-0923-3D38-A789-41B66E76D0A1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>
                <a:off x="342900" y="0"/>
                <a:ext cx="38735" cy="165354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lc="http://schemas.openxmlformats.org/drawingml/2006/lockedCanvas" xmlns:a14="http://schemas.microsoft.com/office/drawing/2010/main" xmlns:w="http://schemas.openxmlformats.org/wordprocessingml/2006/main" xmlns:w10="urn:schemas-microsoft-com:office:word" xmlns:v="urn:schemas-microsoft-com:vml" xmlns:o="urn:schemas-microsoft-com:office:office" xmlns:mv="urn:schemas-microsoft-com:mac:vml" xmlns:mo="http://schemas.microsoft.com/office/mac/office/2008/main" xmlns:wps="http://schemas.microsoft.com/office/word/2010/wordprocessingShape" xmlns:wne="http://schemas.microsoft.com/office/word/2006/wordml" xmlns:wpi="http://schemas.microsoft.com/office/word/2010/wordprocessingInk" xmlns:wpg="http://schemas.microsoft.com/office/word/2010/wordprocessingGroup" xmlns:w16se="http://schemas.microsoft.com/office/word/2015/wordml/symex" xmlns:w15="http://schemas.microsoft.com/office/word/2012/wordml" xmlns:w14="http://schemas.microsoft.com/office/word/2010/wordml" xmlns:wp="http://schemas.openxmlformats.org/drawingml/2006/wordprocessingDrawing" xmlns:wp14="http://schemas.microsoft.com/office/word/2010/wordprocessingDrawing" xmlns:m="http://schemas.openxmlformats.org/officeDocument/2006/math" xmlns:mc="http://schemas.openxmlformats.org/markup-compatibility/2006" xmlns:cx1="http://schemas.microsoft.com/office/drawing/2015/9/8/chartex" xmlns:cx="http://schemas.microsoft.com/office/drawing/2014/chartex" xmlns:wpc="http://schemas.microsoft.com/office/word/2010/wordprocessingCanvas" xmlns="">
                    <a:noFill/>
                  </a14:hiddenFill>
                </a:ext>
              </a:extLst>
            </p:spPr>
          </p:cxnSp>
          <p:sp>
            <p:nvSpPr>
              <p:cNvPr id="34" name="Text Box 76">
                <a:extLst>
                  <a:ext uri="{FF2B5EF4-FFF2-40B4-BE49-F238E27FC236}">
                    <a16:creationId xmlns:a16="http://schemas.microsoft.com/office/drawing/2014/main" id="{B929E424-7E3F-772B-10C6-8561246A4C9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0" y="883920"/>
                <a:ext cx="375920" cy="4203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lc="http://schemas.openxmlformats.org/drawingml/2006/lockedCanvas" xmlns:a14="http://schemas.microsoft.com/office/drawing/2010/main" xmlns:w="http://schemas.openxmlformats.org/wordprocessingml/2006/main" xmlns:w10="urn:schemas-microsoft-com:office:word" xmlns:v="urn:schemas-microsoft-com:vml" xmlns:o="urn:schemas-microsoft-com:office:office" xmlns:mv="urn:schemas-microsoft-com:mac:vml" xmlns:mo="http://schemas.microsoft.com/office/mac/office/2008/main" xmlns:wps="http://schemas.microsoft.com/office/word/2010/wordprocessingShape" xmlns:wne="http://schemas.microsoft.com/office/word/2006/wordml" xmlns:wpi="http://schemas.microsoft.com/office/word/2010/wordprocessingInk" xmlns:wpg="http://schemas.microsoft.com/office/word/2010/wordprocessingGroup" xmlns:w16se="http://schemas.microsoft.com/office/word/2015/wordml/symex" xmlns:w15="http://schemas.microsoft.com/office/word/2012/wordml" xmlns:w14="http://schemas.microsoft.com/office/word/2010/wordml" xmlns:wp="http://schemas.openxmlformats.org/drawingml/2006/wordprocessingDrawing" xmlns:wp14="http://schemas.microsoft.com/office/word/2010/wordprocessingDrawing" xmlns:m="http://schemas.openxmlformats.org/officeDocument/2006/math" xmlns:mc="http://schemas.openxmlformats.org/markup-compatibility/2006" xmlns:cx1="http://schemas.microsoft.com/office/drawing/2015/9/8/chartex" xmlns:cx="http://schemas.microsoft.com/office/drawing/2014/chartex" xmlns:wpc="http://schemas.microsoft.com/office/word/2010/wordprocessingCanvas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lc="http://schemas.openxmlformats.org/drawingml/2006/lockedCanvas" xmlns:a14="http://schemas.microsoft.com/office/drawing/2010/main" xmlns:w="http://schemas.openxmlformats.org/wordprocessingml/2006/main" xmlns:w10="urn:schemas-microsoft-com:office:word" xmlns:v="urn:schemas-microsoft-com:vml" xmlns:o="urn:schemas-microsoft-com:office:office" xmlns:mv="urn:schemas-microsoft-com:mac:vml" xmlns:mo="http://schemas.microsoft.com/office/mac/office/2008/main" xmlns:wps="http://schemas.microsoft.com/office/word/2010/wordprocessingShape" xmlns:wne="http://schemas.microsoft.com/office/word/2006/wordml" xmlns:wpi="http://schemas.microsoft.com/office/word/2010/wordprocessingInk" xmlns:wpg="http://schemas.microsoft.com/office/word/2010/wordprocessingGroup" xmlns:w16se="http://schemas.microsoft.com/office/word/2015/wordml/symex" xmlns:w15="http://schemas.microsoft.com/office/word/2012/wordml" xmlns:w14="http://schemas.microsoft.com/office/word/2010/wordml" xmlns:wp="http://schemas.openxmlformats.org/drawingml/2006/wordprocessingDrawing" xmlns:wp14="http://schemas.microsoft.com/office/word/2010/wordprocessingDrawing" xmlns:m="http://schemas.openxmlformats.org/officeDocument/2006/math" xmlns:mc="http://schemas.openxmlformats.org/markup-compatibility/2006" xmlns:cx1="http://schemas.microsoft.com/office/drawing/2015/9/8/chartex" xmlns:cx="http://schemas.microsoft.com/office/drawing/2014/chartex" xmlns:wpc="http://schemas.microsoft.com/office/word/2010/wordprocessingCanvas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pPr marL="0" marR="0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</a:pPr>
                <a:r>
                  <a:rPr lang="en-US" b="1" dirty="0">
                    <a:solidFill>
                      <a:srgbClr val="FF0000"/>
                    </a:solidFill>
                    <a:effectLst/>
                    <a:latin typeface="Calibri" panose="020F0502020204030204" pitchFamily="34" charset="0"/>
                    <a:ea typeface="MS Mincho" panose="02020609040205080304" pitchFamily="49" charset="-128"/>
                    <a:cs typeface="Times New Roman" panose="02020603050405020304" pitchFamily="18" charset="0"/>
                    <a:sym typeface="Symbol" panose="05050102010706020507" pitchFamily="18" charset="2"/>
                  </a:rPr>
                  <a:t></a:t>
                </a:r>
                <a:endParaRPr lang="en-US" b="1" dirty="0">
                  <a:solidFill>
                    <a:srgbClr val="FF0000"/>
                  </a:solidFill>
                  <a:effectLst/>
                  <a:latin typeface="Calibri" panose="020F0502020204030204" pitchFamily="34" charset="0"/>
                  <a:ea typeface="MS Mincho" panose="02020609040205080304" pitchFamily="49" charset="-128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53DFD03B-2FAD-9483-26DC-C1985C1DB343}"/>
                </a:ext>
              </a:extLst>
            </p:cNvPr>
            <p:cNvGrpSpPr/>
            <p:nvPr/>
          </p:nvGrpSpPr>
          <p:grpSpPr>
            <a:xfrm>
              <a:off x="1834171" y="5127802"/>
              <a:ext cx="7295461" cy="1593215"/>
              <a:chOff x="-19482" y="0"/>
              <a:chExt cx="7266737" cy="1653540"/>
            </a:xfrm>
          </p:grpSpPr>
          <p:sp>
            <p:nvSpPr>
              <p:cNvPr id="36" name="Text Box 67">
                <a:extLst>
                  <a:ext uri="{FF2B5EF4-FFF2-40B4-BE49-F238E27FC236}">
                    <a16:creationId xmlns:a16="http://schemas.microsoft.com/office/drawing/2014/main" id="{DD05D9F8-2283-8C59-6F99-FEDBBBB19BE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105650" y="1049020"/>
                <a:ext cx="141605" cy="2603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lc="http://schemas.openxmlformats.org/drawingml/2006/lockedCanvas" xmlns:a14="http://schemas.microsoft.com/office/drawing/2010/main" xmlns:w="http://schemas.openxmlformats.org/wordprocessingml/2006/main" xmlns:w10="urn:schemas-microsoft-com:office:word" xmlns:v="urn:schemas-microsoft-com:vml" xmlns:o="urn:schemas-microsoft-com:office:office" xmlns:mv="urn:schemas-microsoft-com:mac:vml" xmlns:mo="http://schemas.microsoft.com/office/mac/office/2008/main" xmlns:wps="http://schemas.microsoft.com/office/word/2010/wordprocessingShape" xmlns:wne="http://schemas.microsoft.com/office/word/2006/wordml" xmlns:wpi="http://schemas.microsoft.com/office/word/2010/wordprocessingInk" xmlns:wpg="http://schemas.microsoft.com/office/word/2010/wordprocessingGroup" xmlns:w16se="http://schemas.microsoft.com/office/word/2015/wordml/symex" xmlns:w15="http://schemas.microsoft.com/office/word/2012/wordml" xmlns:w14="http://schemas.microsoft.com/office/word/2010/wordml" xmlns:wp="http://schemas.openxmlformats.org/drawingml/2006/wordprocessingDrawing" xmlns:wp14="http://schemas.microsoft.com/office/word/2010/wordprocessingDrawing" xmlns:m="http://schemas.openxmlformats.org/officeDocument/2006/math" xmlns:mc="http://schemas.openxmlformats.org/markup-compatibility/2006" xmlns:cx1="http://schemas.microsoft.com/office/drawing/2015/9/8/chartex" xmlns:cx="http://schemas.microsoft.com/office/drawing/2014/chartex" xmlns:wpc="http://schemas.microsoft.com/office/word/2010/wordprocessingCanvas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lc="http://schemas.openxmlformats.org/drawingml/2006/lockedCanvas" xmlns:a14="http://schemas.microsoft.com/office/drawing/2010/main" xmlns:w="http://schemas.openxmlformats.org/wordprocessingml/2006/main" xmlns:w10="urn:schemas-microsoft-com:office:word" xmlns:v="urn:schemas-microsoft-com:vml" xmlns:o="urn:schemas-microsoft-com:office:office" xmlns:mv="urn:schemas-microsoft-com:mac:vml" xmlns:mo="http://schemas.microsoft.com/office/mac/office/2008/main" xmlns:wps="http://schemas.microsoft.com/office/word/2010/wordprocessingShape" xmlns:wne="http://schemas.microsoft.com/office/word/2006/wordml" xmlns:wpi="http://schemas.microsoft.com/office/word/2010/wordprocessingInk" xmlns:wpg="http://schemas.microsoft.com/office/word/2010/wordprocessingGroup" xmlns:w16se="http://schemas.microsoft.com/office/word/2015/wordml/symex" xmlns:w15="http://schemas.microsoft.com/office/word/2012/wordml" xmlns:w14="http://schemas.microsoft.com/office/word/2010/wordml" xmlns:wp="http://schemas.openxmlformats.org/drawingml/2006/wordprocessingDrawing" xmlns:wp14="http://schemas.microsoft.com/office/word/2010/wordprocessingDrawing" xmlns:m="http://schemas.openxmlformats.org/officeDocument/2006/math" xmlns:mc="http://schemas.openxmlformats.org/markup-compatibility/2006" xmlns:cx1="http://schemas.microsoft.com/office/drawing/2015/9/8/chartex" xmlns:cx="http://schemas.microsoft.com/office/drawing/2014/chartex" xmlns:wpc="http://schemas.microsoft.com/office/word/2010/wordprocessingCanvas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pPr marL="0" marR="0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</a:pPr>
                <a:r>
                  <a:rPr lang="en-US" sz="1100" dirty="0">
                    <a:effectLst/>
                    <a:latin typeface="Calibri" panose="020F0502020204030204" pitchFamily="34" charset="0"/>
                    <a:ea typeface="MS Mincho" panose="02020609040205080304" pitchFamily="49" charset="-128"/>
                    <a:cs typeface="Times New Roman" panose="02020603050405020304" pitchFamily="18" charset="0"/>
                  </a:rPr>
                  <a:t>t</a:t>
                </a:r>
              </a:p>
            </p:txBody>
          </p:sp>
          <p:cxnSp>
            <p:nvCxnSpPr>
              <p:cNvPr id="37" name="AutoShape 71">
                <a:extLst>
                  <a:ext uri="{FF2B5EF4-FFF2-40B4-BE49-F238E27FC236}">
                    <a16:creationId xmlns:a16="http://schemas.microsoft.com/office/drawing/2014/main" id="{773E0EE5-E6BB-B23D-ABDE-5DC469D2E228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304165" y="931545"/>
                <a:ext cx="6906895" cy="1270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lc="http://schemas.openxmlformats.org/drawingml/2006/lockedCanvas" xmlns:a14="http://schemas.microsoft.com/office/drawing/2010/main" xmlns:w="http://schemas.openxmlformats.org/wordprocessingml/2006/main" xmlns:w10="urn:schemas-microsoft-com:office:word" xmlns:v="urn:schemas-microsoft-com:vml" xmlns:o="urn:schemas-microsoft-com:office:office" xmlns:mv="urn:schemas-microsoft-com:mac:vml" xmlns:mo="http://schemas.microsoft.com/office/mac/office/2008/main" xmlns:wps="http://schemas.microsoft.com/office/word/2010/wordprocessingShape" xmlns:wne="http://schemas.microsoft.com/office/word/2006/wordml" xmlns:wpi="http://schemas.microsoft.com/office/word/2010/wordprocessingInk" xmlns:wpg="http://schemas.microsoft.com/office/word/2010/wordprocessingGroup" xmlns:w16se="http://schemas.microsoft.com/office/word/2015/wordml/symex" xmlns:w15="http://schemas.microsoft.com/office/word/2012/wordml" xmlns:w14="http://schemas.microsoft.com/office/word/2010/wordml" xmlns:wp="http://schemas.openxmlformats.org/drawingml/2006/wordprocessingDrawing" xmlns:wp14="http://schemas.microsoft.com/office/word/2010/wordprocessingDrawing" xmlns:m="http://schemas.openxmlformats.org/officeDocument/2006/math" xmlns:mc="http://schemas.openxmlformats.org/markup-compatibility/2006" xmlns:cx1="http://schemas.microsoft.com/office/drawing/2015/9/8/chartex" xmlns:cx="http://schemas.microsoft.com/office/drawing/2014/chartex" xmlns:wpc="http://schemas.microsoft.com/office/word/2010/wordprocessingCanvas" xmlns="">
                    <a:noFill/>
                  </a14:hiddenFill>
                </a:ext>
              </a:extLst>
            </p:spPr>
          </p:cxnSp>
          <p:cxnSp>
            <p:nvCxnSpPr>
              <p:cNvPr id="38" name="AutoShape 73">
                <a:extLst>
                  <a:ext uri="{FF2B5EF4-FFF2-40B4-BE49-F238E27FC236}">
                    <a16:creationId xmlns:a16="http://schemas.microsoft.com/office/drawing/2014/main" id="{9875C1A3-EB00-6E0F-025F-42A371AC5882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>
                <a:off x="342900" y="0"/>
                <a:ext cx="38735" cy="165354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lc="http://schemas.openxmlformats.org/drawingml/2006/lockedCanvas" xmlns:a14="http://schemas.microsoft.com/office/drawing/2010/main" xmlns:w="http://schemas.openxmlformats.org/wordprocessingml/2006/main" xmlns:w10="urn:schemas-microsoft-com:office:word" xmlns:v="urn:schemas-microsoft-com:vml" xmlns:o="urn:schemas-microsoft-com:office:office" xmlns:mv="urn:schemas-microsoft-com:mac:vml" xmlns:mo="http://schemas.microsoft.com/office/mac/office/2008/main" xmlns:wps="http://schemas.microsoft.com/office/word/2010/wordprocessingShape" xmlns:wne="http://schemas.microsoft.com/office/word/2006/wordml" xmlns:wpi="http://schemas.microsoft.com/office/word/2010/wordprocessingInk" xmlns:wpg="http://schemas.microsoft.com/office/word/2010/wordprocessingGroup" xmlns:w16se="http://schemas.microsoft.com/office/word/2015/wordml/symex" xmlns:w15="http://schemas.microsoft.com/office/word/2012/wordml" xmlns:w14="http://schemas.microsoft.com/office/word/2010/wordml" xmlns:wp="http://schemas.openxmlformats.org/drawingml/2006/wordprocessingDrawing" xmlns:wp14="http://schemas.microsoft.com/office/word/2010/wordprocessingDrawing" xmlns:m="http://schemas.openxmlformats.org/officeDocument/2006/math" xmlns:mc="http://schemas.openxmlformats.org/markup-compatibility/2006" xmlns:cx1="http://schemas.microsoft.com/office/drawing/2015/9/8/chartex" xmlns:cx="http://schemas.microsoft.com/office/drawing/2014/chartex" xmlns:wpc="http://schemas.microsoft.com/office/word/2010/wordprocessingCanvas" xmlns="">
                    <a:noFill/>
                  </a14:hiddenFill>
                </a:ext>
              </a:extLst>
            </p:spPr>
          </p:cxnSp>
          <p:sp>
            <p:nvSpPr>
              <p:cNvPr id="39" name="Text Box 76">
                <a:extLst>
                  <a:ext uri="{FF2B5EF4-FFF2-40B4-BE49-F238E27FC236}">
                    <a16:creationId xmlns:a16="http://schemas.microsoft.com/office/drawing/2014/main" id="{EADA82A1-68D8-9B82-AB3A-3BF74E31971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-19482" y="889000"/>
                <a:ext cx="375920" cy="4203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lc="http://schemas.openxmlformats.org/drawingml/2006/lockedCanvas" xmlns:a14="http://schemas.microsoft.com/office/drawing/2010/main" xmlns:w="http://schemas.openxmlformats.org/wordprocessingml/2006/main" xmlns:w10="urn:schemas-microsoft-com:office:word" xmlns:v="urn:schemas-microsoft-com:vml" xmlns:o="urn:schemas-microsoft-com:office:office" xmlns:mv="urn:schemas-microsoft-com:mac:vml" xmlns:mo="http://schemas.microsoft.com/office/mac/office/2008/main" xmlns:wps="http://schemas.microsoft.com/office/word/2010/wordprocessingShape" xmlns:wne="http://schemas.microsoft.com/office/word/2006/wordml" xmlns:wpi="http://schemas.microsoft.com/office/word/2010/wordprocessingInk" xmlns:wpg="http://schemas.microsoft.com/office/word/2010/wordprocessingGroup" xmlns:w16se="http://schemas.microsoft.com/office/word/2015/wordml/symex" xmlns:w15="http://schemas.microsoft.com/office/word/2012/wordml" xmlns:w14="http://schemas.microsoft.com/office/word/2010/wordml" xmlns:wp="http://schemas.openxmlformats.org/drawingml/2006/wordprocessingDrawing" xmlns:wp14="http://schemas.microsoft.com/office/word/2010/wordprocessingDrawing" xmlns:m="http://schemas.openxmlformats.org/officeDocument/2006/math" xmlns:mc="http://schemas.openxmlformats.org/markup-compatibility/2006" xmlns:cx1="http://schemas.microsoft.com/office/drawing/2015/9/8/chartex" xmlns:cx="http://schemas.microsoft.com/office/drawing/2014/chartex" xmlns:wpc="http://schemas.microsoft.com/office/word/2010/wordprocessingCanvas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lc="http://schemas.openxmlformats.org/drawingml/2006/lockedCanvas" xmlns:a14="http://schemas.microsoft.com/office/drawing/2010/main" xmlns:w="http://schemas.openxmlformats.org/wordprocessingml/2006/main" xmlns:w10="urn:schemas-microsoft-com:office:word" xmlns:v="urn:schemas-microsoft-com:vml" xmlns:o="urn:schemas-microsoft-com:office:office" xmlns:mv="urn:schemas-microsoft-com:mac:vml" xmlns:mo="http://schemas.microsoft.com/office/mac/office/2008/main" xmlns:wps="http://schemas.microsoft.com/office/word/2010/wordprocessingShape" xmlns:wne="http://schemas.microsoft.com/office/word/2006/wordml" xmlns:wpi="http://schemas.microsoft.com/office/word/2010/wordprocessingInk" xmlns:wpg="http://schemas.microsoft.com/office/word/2010/wordprocessingGroup" xmlns:w16se="http://schemas.microsoft.com/office/word/2015/wordml/symex" xmlns:w15="http://schemas.microsoft.com/office/word/2012/wordml" xmlns:w14="http://schemas.microsoft.com/office/word/2010/wordml" xmlns:wp="http://schemas.openxmlformats.org/drawingml/2006/wordprocessingDrawing" xmlns:wp14="http://schemas.microsoft.com/office/word/2010/wordprocessingDrawing" xmlns:m="http://schemas.openxmlformats.org/officeDocument/2006/math" xmlns:mc="http://schemas.openxmlformats.org/markup-compatibility/2006" xmlns:cx1="http://schemas.microsoft.com/office/drawing/2015/9/8/chartex" xmlns:cx="http://schemas.microsoft.com/office/drawing/2014/chartex" xmlns:wpc="http://schemas.microsoft.com/office/word/2010/wordprocessingCanvas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pPr marL="0" marR="0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</a:pPr>
                <a:r>
                  <a:rPr lang="en-US" b="1" dirty="0">
                    <a:solidFill>
                      <a:srgbClr val="0070C0"/>
                    </a:solidFill>
                    <a:effectLst/>
                    <a:latin typeface="Calibri" panose="020F0502020204030204" pitchFamily="34" charset="0"/>
                    <a:ea typeface="MS Mincho" panose="02020609040205080304" pitchFamily="49" charset="-128"/>
                    <a:cs typeface="Times New Roman" panose="02020603050405020304" pitchFamily="18" charset="0"/>
                    <a:sym typeface="Symbol" panose="05050102010706020507" pitchFamily="18" charset="2"/>
                  </a:rPr>
                  <a:t></a:t>
                </a:r>
                <a:endParaRPr lang="en-US" b="1" dirty="0">
                  <a:solidFill>
                    <a:srgbClr val="0070C0"/>
                  </a:solidFill>
                  <a:effectLst/>
                  <a:latin typeface="Calibri" panose="020F0502020204030204" pitchFamily="34" charset="0"/>
                  <a:ea typeface="MS Mincho" panose="02020609040205080304" pitchFamily="49" charset="-128"/>
                  <a:cs typeface="Times New Roman" panose="02020603050405020304" pitchFamily="18" charset="0"/>
                </a:endParaRPr>
              </a:p>
            </p:txBody>
          </p:sp>
        </p:grpSp>
      </p:grp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A2AAE009-C9FE-7830-55D6-B7A873D35E64}"/>
              </a:ext>
            </a:extLst>
          </p:cNvPr>
          <p:cNvCxnSpPr>
            <a:cxnSpLocks/>
          </p:cNvCxnSpPr>
          <p:nvPr/>
        </p:nvCxnSpPr>
        <p:spPr>
          <a:xfrm>
            <a:off x="4455384" y="1740323"/>
            <a:ext cx="20547" cy="58950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7F30B7A6-4D05-01EA-E79D-0E7D94AF4ADC}"/>
              </a:ext>
            </a:extLst>
          </p:cNvPr>
          <p:cNvCxnSpPr/>
          <p:nvPr/>
        </p:nvCxnSpPr>
        <p:spPr>
          <a:xfrm flipH="1">
            <a:off x="6617490" y="1536171"/>
            <a:ext cx="79513" cy="59566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4EC39CE6-3AE1-0F4B-2776-CC6007246208}"/>
              </a:ext>
            </a:extLst>
          </p:cNvPr>
          <p:cNvCxnSpPr/>
          <p:nvPr/>
        </p:nvCxnSpPr>
        <p:spPr>
          <a:xfrm flipH="1">
            <a:off x="2996814" y="1342245"/>
            <a:ext cx="79513" cy="59566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992F0CAC-8ABA-C5BA-F970-8BA332792F65}"/>
              </a:ext>
            </a:extLst>
          </p:cNvPr>
          <p:cNvCxnSpPr/>
          <p:nvPr/>
        </p:nvCxnSpPr>
        <p:spPr>
          <a:xfrm flipH="1">
            <a:off x="3936247" y="1772357"/>
            <a:ext cx="79513" cy="59566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EB8256E1-F2CC-24C5-50FB-92F40C233D7F}"/>
              </a:ext>
            </a:extLst>
          </p:cNvPr>
          <p:cNvCxnSpPr/>
          <p:nvPr/>
        </p:nvCxnSpPr>
        <p:spPr>
          <a:xfrm flipH="1">
            <a:off x="8109793" y="1988433"/>
            <a:ext cx="79513" cy="59566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6B60F861-CB30-3DD6-3D2B-BC34EB6A7BFB}"/>
              </a:ext>
            </a:extLst>
          </p:cNvPr>
          <p:cNvCxnSpPr/>
          <p:nvPr/>
        </p:nvCxnSpPr>
        <p:spPr>
          <a:xfrm flipH="1">
            <a:off x="7204777" y="2189208"/>
            <a:ext cx="79513" cy="59566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TextBox 119">
            <a:extLst>
              <a:ext uri="{FF2B5EF4-FFF2-40B4-BE49-F238E27FC236}">
                <a16:creationId xmlns:a16="http://schemas.microsoft.com/office/drawing/2014/main" id="{CA0C46D4-D72C-C6AF-1BFE-6367800E8CA6}"/>
              </a:ext>
            </a:extLst>
          </p:cNvPr>
          <p:cNvSpPr txBox="1"/>
          <p:nvPr/>
        </p:nvSpPr>
        <p:spPr>
          <a:xfrm>
            <a:off x="2699862" y="4534409"/>
            <a:ext cx="1047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sym typeface="Symbol" panose="05050102010706020507" pitchFamily="18" charset="2"/>
              </a:rPr>
              <a:t></a:t>
            </a:r>
            <a:r>
              <a:rPr lang="en-US" sz="1200" dirty="0">
                <a:solidFill>
                  <a:srgbClr val="FF0000"/>
                </a:solidFill>
                <a:sym typeface="Symbol" panose="05050102010706020507" pitchFamily="18" charset="2"/>
              </a:rPr>
              <a:t>peak 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01D47329-7EDF-F862-85E2-CCF05131CE16}"/>
              </a:ext>
            </a:extLst>
          </p:cNvPr>
          <p:cNvSpPr txBox="1"/>
          <p:nvPr/>
        </p:nvSpPr>
        <p:spPr>
          <a:xfrm>
            <a:off x="3661122" y="3726809"/>
            <a:ext cx="1047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sym typeface="Symbol" panose="05050102010706020507" pitchFamily="18" charset="2"/>
              </a:rPr>
              <a:t></a:t>
            </a:r>
            <a:r>
              <a:rPr lang="en-US" sz="1200" dirty="0">
                <a:solidFill>
                  <a:srgbClr val="FF0000"/>
                </a:solidFill>
                <a:sym typeface="Symbol" panose="05050102010706020507" pitchFamily="18" charset="2"/>
              </a:rPr>
              <a:t>peak 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93BAD169-6C07-1FDC-518D-0572A65B913E}"/>
              </a:ext>
            </a:extLst>
          </p:cNvPr>
          <p:cNvSpPr txBox="1"/>
          <p:nvPr/>
        </p:nvSpPr>
        <p:spPr>
          <a:xfrm>
            <a:off x="6904059" y="4529334"/>
            <a:ext cx="1047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sym typeface="Symbol" panose="05050102010706020507" pitchFamily="18" charset="2"/>
              </a:rPr>
              <a:t></a:t>
            </a:r>
            <a:r>
              <a:rPr lang="en-US" sz="1200" dirty="0">
                <a:solidFill>
                  <a:srgbClr val="FF0000"/>
                </a:solidFill>
                <a:sym typeface="Symbol" panose="05050102010706020507" pitchFamily="18" charset="2"/>
              </a:rPr>
              <a:t>peak 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F5B6CEAB-DC48-CB61-47F5-5315CAC973C6}"/>
              </a:ext>
            </a:extLst>
          </p:cNvPr>
          <p:cNvSpPr txBox="1"/>
          <p:nvPr/>
        </p:nvSpPr>
        <p:spPr>
          <a:xfrm>
            <a:off x="7914182" y="3658331"/>
            <a:ext cx="1047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sym typeface="Symbol" panose="05050102010706020507" pitchFamily="18" charset="2"/>
              </a:rPr>
              <a:t></a:t>
            </a:r>
            <a:r>
              <a:rPr lang="en-US" sz="1200" dirty="0">
                <a:solidFill>
                  <a:srgbClr val="FF0000"/>
                </a:solidFill>
                <a:sym typeface="Symbol" panose="05050102010706020507" pitchFamily="18" charset="2"/>
              </a:rPr>
              <a:t>peak 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A5D32627-3162-260A-7F1B-15905EFFD6AE}"/>
              </a:ext>
            </a:extLst>
          </p:cNvPr>
          <p:cNvSpPr txBox="1"/>
          <p:nvPr/>
        </p:nvSpPr>
        <p:spPr>
          <a:xfrm>
            <a:off x="2683049" y="5732004"/>
            <a:ext cx="7398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  <a:sym typeface="Symbol" panose="05050102010706020507" pitchFamily="18" charset="2"/>
              </a:rPr>
              <a:t>= 0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A0FF1EAF-052B-43C7-AA5F-8F1E3F24EC59}"/>
              </a:ext>
            </a:extLst>
          </p:cNvPr>
          <p:cNvSpPr txBox="1"/>
          <p:nvPr/>
        </p:nvSpPr>
        <p:spPr>
          <a:xfrm>
            <a:off x="3681693" y="5763412"/>
            <a:ext cx="7398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  <a:sym typeface="Symbol" panose="05050102010706020507" pitchFamily="18" charset="2"/>
              </a:rPr>
              <a:t>= 0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B211BF3D-7DF5-B857-02B2-934008802124}"/>
              </a:ext>
            </a:extLst>
          </p:cNvPr>
          <p:cNvSpPr txBox="1"/>
          <p:nvPr/>
        </p:nvSpPr>
        <p:spPr>
          <a:xfrm>
            <a:off x="6868620" y="5801933"/>
            <a:ext cx="7398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  <a:sym typeface="Symbol" panose="05050102010706020507" pitchFamily="18" charset="2"/>
              </a:rPr>
              <a:t>= 0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52C94A44-3008-0043-F569-875302C3959D}"/>
              </a:ext>
            </a:extLst>
          </p:cNvPr>
          <p:cNvSpPr txBox="1"/>
          <p:nvPr/>
        </p:nvSpPr>
        <p:spPr>
          <a:xfrm>
            <a:off x="7871707" y="5775524"/>
            <a:ext cx="7398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  <a:sym typeface="Symbol" panose="05050102010706020507" pitchFamily="18" charset="2"/>
              </a:rPr>
              <a:t>= 0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5ABC5230-2AD9-96F9-53CA-325BAD9AA393}"/>
              </a:ext>
            </a:extLst>
          </p:cNvPr>
          <p:cNvSpPr txBox="1"/>
          <p:nvPr/>
        </p:nvSpPr>
        <p:spPr>
          <a:xfrm>
            <a:off x="7339742" y="4056776"/>
            <a:ext cx="7398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sym typeface="Symbol" panose="05050102010706020507" pitchFamily="18" charset="2"/>
              </a:rPr>
              <a:t> = 0</a:t>
            </a:r>
            <a:endParaRPr lang="en-US" dirty="0">
              <a:solidFill>
                <a:srgbClr val="FF0000"/>
              </a:solidFill>
            </a:endParaRPr>
          </a:p>
        </p:txBody>
      </p:sp>
      <p:cxnSp>
        <p:nvCxnSpPr>
          <p:cNvPr id="184" name="Straight Connector 183">
            <a:extLst>
              <a:ext uri="{FF2B5EF4-FFF2-40B4-BE49-F238E27FC236}">
                <a16:creationId xmlns:a16="http://schemas.microsoft.com/office/drawing/2014/main" id="{1D62D04B-A3AD-CE72-97C9-443AF3564A56}"/>
              </a:ext>
            </a:extLst>
          </p:cNvPr>
          <p:cNvCxnSpPr>
            <a:cxnSpLocks/>
            <a:endCxn id="7" idx="0"/>
          </p:cNvCxnSpPr>
          <p:nvPr/>
        </p:nvCxnSpPr>
        <p:spPr>
          <a:xfrm flipV="1">
            <a:off x="2228165" y="4339629"/>
            <a:ext cx="313525" cy="2340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85" name="Straight Connector 184">
            <a:extLst>
              <a:ext uri="{FF2B5EF4-FFF2-40B4-BE49-F238E27FC236}">
                <a16:creationId xmlns:a16="http://schemas.microsoft.com/office/drawing/2014/main" id="{A9947C18-12C5-9A00-2B95-E673AAF3FD3C}"/>
              </a:ext>
            </a:extLst>
          </p:cNvPr>
          <p:cNvCxnSpPr/>
          <p:nvPr/>
        </p:nvCxnSpPr>
        <p:spPr>
          <a:xfrm>
            <a:off x="1291096" y="1518683"/>
            <a:ext cx="903563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86" name="Straight Connector 185">
            <a:extLst>
              <a:ext uri="{FF2B5EF4-FFF2-40B4-BE49-F238E27FC236}">
                <a16:creationId xmlns:a16="http://schemas.microsoft.com/office/drawing/2014/main" id="{DA60B695-7745-2E5B-183C-A79E43349E90}"/>
              </a:ext>
            </a:extLst>
          </p:cNvPr>
          <p:cNvCxnSpPr/>
          <p:nvPr/>
        </p:nvCxnSpPr>
        <p:spPr>
          <a:xfrm>
            <a:off x="1230111" y="1187997"/>
            <a:ext cx="903563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87" name="Straight Connector 186">
            <a:extLst>
              <a:ext uri="{FF2B5EF4-FFF2-40B4-BE49-F238E27FC236}">
                <a16:creationId xmlns:a16="http://schemas.microsoft.com/office/drawing/2014/main" id="{48C49A74-164F-BFB8-F3BE-8E7A84441866}"/>
              </a:ext>
            </a:extLst>
          </p:cNvPr>
          <p:cNvCxnSpPr>
            <a:cxnSpLocks/>
            <a:endCxn id="5" idx="0"/>
          </p:cNvCxnSpPr>
          <p:nvPr/>
        </p:nvCxnSpPr>
        <p:spPr>
          <a:xfrm flipV="1">
            <a:off x="2307981" y="2999194"/>
            <a:ext cx="349612" cy="1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88" name="Straight Connector 187">
            <a:extLst>
              <a:ext uri="{FF2B5EF4-FFF2-40B4-BE49-F238E27FC236}">
                <a16:creationId xmlns:a16="http://schemas.microsoft.com/office/drawing/2014/main" id="{77368A3D-B3A9-6D90-A611-FAE9369F527C}"/>
              </a:ext>
            </a:extLst>
          </p:cNvPr>
          <p:cNvCxnSpPr/>
          <p:nvPr/>
        </p:nvCxnSpPr>
        <p:spPr>
          <a:xfrm>
            <a:off x="1210041" y="941586"/>
            <a:ext cx="903563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89" name="Straight Connector 188">
            <a:extLst>
              <a:ext uri="{FF2B5EF4-FFF2-40B4-BE49-F238E27FC236}">
                <a16:creationId xmlns:a16="http://schemas.microsoft.com/office/drawing/2014/main" id="{E4B4E669-C8E5-9554-993F-44D4F2073BE8}"/>
              </a:ext>
            </a:extLst>
          </p:cNvPr>
          <p:cNvCxnSpPr/>
          <p:nvPr/>
        </p:nvCxnSpPr>
        <p:spPr>
          <a:xfrm>
            <a:off x="1362441" y="1093986"/>
            <a:ext cx="903563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64" name="TextBox 163">
            <a:extLst>
              <a:ext uri="{FF2B5EF4-FFF2-40B4-BE49-F238E27FC236}">
                <a16:creationId xmlns:a16="http://schemas.microsoft.com/office/drawing/2014/main" id="{0DC986F6-61A7-7BFC-76F0-ECFB5173CE09}"/>
              </a:ext>
            </a:extLst>
          </p:cNvPr>
          <p:cNvSpPr txBox="1"/>
          <p:nvPr/>
        </p:nvSpPr>
        <p:spPr>
          <a:xfrm>
            <a:off x="310308" y="216412"/>
            <a:ext cx="1119602" cy="370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jump</a:t>
            </a:r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2D065A5B-BA1D-717D-1D24-74667231B637}"/>
              </a:ext>
            </a:extLst>
          </p:cNvPr>
          <p:cNvSpPr/>
          <p:nvPr/>
        </p:nvSpPr>
        <p:spPr>
          <a:xfrm flipV="1">
            <a:off x="288350" y="2003109"/>
            <a:ext cx="1275755" cy="594158"/>
          </a:xfrm>
          <a:custGeom>
            <a:avLst/>
            <a:gdLst>
              <a:gd name="connsiteX0" fmla="*/ 0 w 1750748"/>
              <a:gd name="connsiteY0" fmla="*/ 6002 h 740056"/>
              <a:gd name="connsiteX1" fmla="*/ 238125 w 1750748"/>
              <a:gd name="connsiteY1" fmla="*/ 25052 h 740056"/>
              <a:gd name="connsiteX2" fmla="*/ 666750 w 1750748"/>
              <a:gd name="connsiteY2" fmla="*/ 206027 h 740056"/>
              <a:gd name="connsiteX3" fmla="*/ 828675 w 1750748"/>
              <a:gd name="connsiteY3" fmla="*/ 491777 h 740056"/>
              <a:gd name="connsiteX4" fmla="*/ 1123950 w 1750748"/>
              <a:gd name="connsiteY4" fmla="*/ 691802 h 740056"/>
              <a:gd name="connsiteX5" fmla="*/ 1571625 w 1750748"/>
              <a:gd name="connsiteY5" fmla="*/ 739427 h 740056"/>
              <a:gd name="connsiteX6" fmla="*/ 1743075 w 1750748"/>
              <a:gd name="connsiteY6" fmla="*/ 720377 h 740056"/>
              <a:gd name="connsiteX7" fmla="*/ 1704975 w 1750748"/>
              <a:gd name="connsiteY7" fmla="*/ 739427 h 7400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50748" h="740056">
                <a:moveTo>
                  <a:pt x="0" y="6002"/>
                </a:moveTo>
                <a:cubicBezTo>
                  <a:pt x="63500" y="-1142"/>
                  <a:pt x="127000" y="-8286"/>
                  <a:pt x="238125" y="25052"/>
                </a:cubicBezTo>
                <a:cubicBezTo>
                  <a:pt x="349250" y="58390"/>
                  <a:pt x="568325" y="128240"/>
                  <a:pt x="666750" y="206027"/>
                </a:cubicBezTo>
                <a:cubicBezTo>
                  <a:pt x="765175" y="283814"/>
                  <a:pt x="752475" y="410815"/>
                  <a:pt x="828675" y="491777"/>
                </a:cubicBezTo>
                <a:cubicBezTo>
                  <a:pt x="904875" y="572739"/>
                  <a:pt x="1000125" y="650527"/>
                  <a:pt x="1123950" y="691802"/>
                </a:cubicBezTo>
                <a:cubicBezTo>
                  <a:pt x="1247775" y="733077"/>
                  <a:pt x="1468438" y="734665"/>
                  <a:pt x="1571625" y="739427"/>
                </a:cubicBezTo>
                <a:cubicBezTo>
                  <a:pt x="1674812" y="744189"/>
                  <a:pt x="1720850" y="720377"/>
                  <a:pt x="1743075" y="720377"/>
                </a:cubicBezTo>
                <a:cubicBezTo>
                  <a:pt x="1765300" y="720377"/>
                  <a:pt x="1735137" y="729902"/>
                  <a:pt x="1704975" y="739427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CF39FFC8-B642-E49C-9362-3D7B0284F711}"/>
              </a:ext>
            </a:extLst>
          </p:cNvPr>
          <p:cNvSpPr/>
          <p:nvPr/>
        </p:nvSpPr>
        <p:spPr>
          <a:xfrm flipV="1">
            <a:off x="188732" y="2708911"/>
            <a:ext cx="1307526" cy="421012"/>
          </a:xfrm>
          <a:custGeom>
            <a:avLst/>
            <a:gdLst>
              <a:gd name="connsiteX0" fmla="*/ 0 w 1933575"/>
              <a:gd name="connsiteY0" fmla="*/ 732366 h 732366"/>
              <a:gd name="connsiteX1" fmla="*/ 438150 w 1933575"/>
              <a:gd name="connsiteY1" fmla="*/ 637116 h 732366"/>
              <a:gd name="connsiteX2" fmla="*/ 914400 w 1933575"/>
              <a:gd name="connsiteY2" fmla="*/ 332316 h 732366"/>
              <a:gd name="connsiteX3" fmla="*/ 1285875 w 1933575"/>
              <a:gd name="connsiteY3" fmla="*/ 122766 h 732366"/>
              <a:gd name="connsiteX4" fmla="*/ 1533525 w 1933575"/>
              <a:gd name="connsiteY4" fmla="*/ 8466 h 732366"/>
              <a:gd name="connsiteX5" fmla="*/ 1924050 w 1933575"/>
              <a:gd name="connsiteY5" fmla="*/ 8466 h 732366"/>
              <a:gd name="connsiteX6" fmla="*/ 1933575 w 1933575"/>
              <a:gd name="connsiteY6" fmla="*/ 8466 h 732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933575" h="732366">
                <a:moveTo>
                  <a:pt x="0" y="732366"/>
                </a:moveTo>
                <a:cubicBezTo>
                  <a:pt x="142875" y="718078"/>
                  <a:pt x="285750" y="703791"/>
                  <a:pt x="438150" y="637116"/>
                </a:cubicBezTo>
                <a:cubicBezTo>
                  <a:pt x="590550" y="570441"/>
                  <a:pt x="773113" y="418041"/>
                  <a:pt x="914400" y="332316"/>
                </a:cubicBezTo>
                <a:cubicBezTo>
                  <a:pt x="1055688" y="246591"/>
                  <a:pt x="1182688" y="176741"/>
                  <a:pt x="1285875" y="122766"/>
                </a:cubicBezTo>
                <a:cubicBezTo>
                  <a:pt x="1389062" y="68791"/>
                  <a:pt x="1427162" y="27516"/>
                  <a:pt x="1533525" y="8466"/>
                </a:cubicBezTo>
                <a:cubicBezTo>
                  <a:pt x="1639888" y="-10584"/>
                  <a:pt x="1924050" y="8466"/>
                  <a:pt x="1924050" y="8466"/>
                </a:cubicBezTo>
                <a:lnTo>
                  <a:pt x="1933575" y="8466"/>
                </a:ln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84C2D85B-1447-5149-42F1-FA8DD2B648C1}"/>
              </a:ext>
            </a:extLst>
          </p:cNvPr>
          <p:cNvSpPr/>
          <p:nvPr/>
        </p:nvSpPr>
        <p:spPr>
          <a:xfrm flipV="1">
            <a:off x="312264" y="3138248"/>
            <a:ext cx="1225450" cy="471743"/>
          </a:xfrm>
          <a:custGeom>
            <a:avLst/>
            <a:gdLst>
              <a:gd name="connsiteX0" fmla="*/ 0 w 1829311"/>
              <a:gd name="connsiteY0" fmla="*/ 5997 h 799985"/>
              <a:gd name="connsiteX1" fmla="*/ 390525 w 1829311"/>
              <a:gd name="connsiteY1" fmla="*/ 425097 h 799985"/>
              <a:gd name="connsiteX2" fmla="*/ 819150 w 1829311"/>
              <a:gd name="connsiteY2" fmla="*/ 796572 h 799985"/>
              <a:gd name="connsiteX3" fmla="*/ 1314450 w 1829311"/>
              <a:gd name="connsiteY3" fmla="*/ 577497 h 799985"/>
              <a:gd name="connsiteX4" fmla="*/ 1781175 w 1829311"/>
              <a:gd name="connsiteY4" fmla="*/ 53622 h 799985"/>
              <a:gd name="connsiteX5" fmla="*/ 1790700 w 1829311"/>
              <a:gd name="connsiteY5" fmla="*/ 44097 h 7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29311" h="799985">
                <a:moveTo>
                  <a:pt x="0" y="5997"/>
                </a:moveTo>
                <a:cubicBezTo>
                  <a:pt x="127000" y="149665"/>
                  <a:pt x="254000" y="293334"/>
                  <a:pt x="390525" y="425097"/>
                </a:cubicBezTo>
                <a:cubicBezTo>
                  <a:pt x="527050" y="556860"/>
                  <a:pt x="665163" y="771172"/>
                  <a:pt x="819150" y="796572"/>
                </a:cubicBezTo>
                <a:cubicBezTo>
                  <a:pt x="973137" y="821972"/>
                  <a:pt x="1154113" y="701322"/>
                  <a:pt x="1314450" y="577497"/>
                </a:cubicBezTo>
                <a:cubicBezTo>
                  <a:pt x="1474787" y="453672"/>
                  <a:pt x="1701800" y="142522"/>
                  <a:pt x="1781175" y="53622"/>
                </a:cubicBezTo>
                <a:cubicBezTo>
                  <a:pt x="1860550" y="-35278"/>
                  <a:pt x="1825625" y="4409"/>
                  <a:pt x="1790700" y="44097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7D2A6F79-B108-AF0F-A457-D8D47F444807}"/>
              </a:ext>
            </a:extLst>
          </p:cNvPr>
          <p:cNvSpPr/>
          <p:nvPr/>
        </p:nvSpPr>
        <p:spPr>
          <a:xfrm flipV="1">
            <a:off x="2657593" y="2999194"/>
            <a:ext cx="1746945" cy="522543"/>
          </a:xfrm>
          <a:custGeom>
            <a:avLst/>
            <a:gdLst>
              <a:gd name="connsiteX0" fmla="*/ 0 w 1819275"/>
              <a:gd name="connsiteY0" fmla="*/ 646319 h 646319"/>
              <a:gd name="connsiteX1" fmla="*/ 295275 w 1819275"/>
              <a:gd name="connsiteY1" fmla="*/ 265319 h 646319"/>
              <a:gd name="connsiteX2" fmla="*/ 647700 w 1819275"/>
              <a:gd name="connsiteY2" fmla="*/ 27194 h 646319"/>
              <a:gd name="connsiteX3" fmla="*/ 1219200 w 1819275"/>
              <a:gd name="connsiteY3" fmla="*/ 74819 h 646319"/>
              <a:gd name="connsiteX4" fmla="*/ 1819275 w 1819275"/>
              <a:gd name="connsiteY4" fmla="*/ 646319 h 646319"/>
              <a:gd name="connsiteX5" fmla="*/ 1819275 w 1819275"/>
              <a:gd name="connsiteY5" fmla="*/ 646319 h 646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19275" h="646319">
                <a:moveTo>
                  <a:pt x="0" y="646319"/>
                </a:moveTo>
                <a:cubicBezTo>
                  <a:pt x="93662" y="507412"/>
                  <a:pt x="187325" y="368506"/>
                  <a:pt x="295275" y="265319"/>
                </a:cubicBezTo>
                <a:cubicBezTo>
                  <a:pt x="403225" y="162132"/>
                  <a:pt x="493713" y="58944"/>
                  <a:pt x="647700" y="27194"/>
                </a:cubicBezTo>
                <a:cubicBezTo>
                  <a:pt x="801687" y="-4556"/>
                  <a:pt x="1023937" y="-28369"/>
                  <a:pt x="1219200" y="74819"/>
                </a:cubicBezTo>
                <a:cubicBezTo>
                  <a:pt x="1414463" y="178007"/>
                  <a:pt x="1819275" y="646319"/>
                  <a:pt x="1819275" y="646319"/>
                </a:cubicBezTo>
                <a:lnTo>
                  <a:pt x="1819275" y="646319"/>
                </a:ln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546C06A7-B731-8FB0-3C2E-AB4B01A405D7}"/>
              </a:ext>
            </a:extLst>
          </p:cNvPr>
          <p:cNvSpPr/>
          <p:nvPr/>
        </p:nvSpPr>
        <p:spPr>
          <a:xfrm>
            <a:off x="268780" y="4281917"/>
            <a:ext cx="969675" cy="688209"/>
          </a:xfrm>
          <a:custGeom>
            <a:avLst/>
            <a:gdLst>
              <a:gd name="connsiteX0" fmla="*/ 0 w 1990725"/>
              <a:gd name="connsiteY0" fmla="*/ 576955 h 1178193"/>
              <a:gd name="connsiteX1" fmla="*/ 333375 w 1990725"/>
              <a:gd name="connsiteY1" fmla="*/ 138805 h 1178193"/>
              <a:gd name="connsiteX2" fmla="*/ 762000 w 1990725"/>
              <a:gd name="connsiteY2" fmla="*/ 34030 h 1178193"/>
              <a:gd name="connsiteX3" fmla="*/ 1047750 w 1990725"/>
              <a:gd name="connsiteY3" fmla="*/ 672205 h 1178193"/>
              <a:gd name="connsiteX4" fmla="*/ 1428750 w 1990725"/>
              <a:gd name="connsiteY4" fmla="*/ 1157980 h 1178193"/>
              <a:gd name="connsiteX5" fmla="*/ 1476375 w 1990725"/>
              <a:gd name="connsiteY5" fmla="*/ 1091305 h 1178193"/>
              <a:gd name="connsiteX6" fmla="*/ 1381125 w 1990725"/>
              <a:gd name="connsiteY6" fmla="*/ 1138930 h 1178193"/>
              <a:gd name="connsiteX7" fmla="*/ 1562100 w 1990725"/>
              <a:gd name="connsiteY7" fmla="*/ 1148455 h 1178193"/>
              <a:gd name="connsiteX8" fmla="*/ 1781175 w 1990725"/>
              <a:gd name="connsiteY8" fmla="*/ 1043680 h 1178193"/>
              <a:gd name="connsiteX9" fmla="*/ 1828800 w 1990725"/>
              <a:gd name="connsiteY9" fmla="*/ 853180 h 1178193"/>
              <a:gd name="connsiteX10" fmla="*/ 1990725 w 1990725"/>
              <a:gd name="connsiteY10" fmla="*/ 557905 h 1178193"/>
              <a:gd name="connsiteX11" fmla="*/ 1990725 w 1990725"/>
              <a:gd name="connsiteY11" fmla="*/ 557905 h 11781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990725" h="1178193">
                <a:moveTo>
                  <a:pt x="0" y="576955"/>
                </a:moveTo>
                <a:cubicBezTo>
                  <a:pt x="103187" y="403123"/>
                  <a:pt x="206375" y="229292"/>
                  <a:pt x="333375" y="138805"/>
                </a:cubicBezTo>
                <a:cubicBezTo>
                  <a:pt x="460375" y="48318"/>
                  <a:pt x="642938" y="-54870"/>
                  <a:pt x="762000" y="34030"/>
                </a:cubicBezTo>
                <a:cubicBezTo>
                  <a:pt x="881062" y="122930"/>
                  <a:pt x="936625" y="484880"/>
                  <a:pt x="1047750" y="672205"/>
                </a:cubicBezTo>
                <a:cubicBezTo>
                  <a:pt x="1158875" y="859530"/>
                  <a:pt x="1357313" y="1088130"/>
                  <a:pt x="1428750" y="1157980"/>
                </a:cubicBezTo>
                <a:cubicBezTo>
                  <a:pt x="1500187" y="1227830"/>
                  <a:pt x="1484313" y="1094480"/>
                  <a:pt x="1476375" y="1091305"/>
                </a:cubicBezTo>
                <a:cubicBezTo>
                  <a:pt x="1468437" y="1088130"/>
                  <a:pt x="1366838" y="1129405"/>
                  <a:pt x="1381125" y="1138930"/>
                </a:cubicBezTo>
                <a:cubicBezTo>
                  <a:pt x="1395412" y="1148455"/>
                  <a:pt x="1495425" y="1164330"/>
                  <a:pt x="1562100" y="1148455"/>
                </a:cubicBezTo>
                <a:cubicBezTo>
                  <a:pt x="1628775" y="1132580"/>
                  <a:pt x="1736725" y="1092892"/>
                  <a:pt x="1781175" y="1043680"/>
                </a:cubicBezTo>
                <a:cubicBezTo>
                  <a:pt x="1825625" y="994468"/>
                  <a:pt x="1793875" y="934143"/>
                  <a:pt x="1828800" y="853180"/>
                </a:cubicBezTo>
                <a:cubicBezTo>
                  <a:pt x="1863725" y="772218"/>
                  <a:pt x="1990725" y="557905"/>
                  <a:pt x="1990725" y="557905"/>
                </a:cubicBezTo>
                <a:lnTo>
                  <a:pt x="1990725" y="557905"/>
                </a:ln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4C814AF7-6BD6-6458-22D8-79C05920EE12}"/>
              </a:ext>
            </a:extLst>
          </p:cNvPr>
          <p:cNvSpPr/>
          <p:nvPr/>
        </p:nvSpPr>
        <p:spPr>
          <a:xfrm>
            <a:off x="2541690" y="4038616"/>
            <a:ext cx="1872339" cy="632392"/>
          </a:xfrm>
          <a:custGeom>
            <a:avLst/>
            <a:gdLst>
              <a:gd name="connsiteX0" fmla="*/ 0 w 1790700"/>
              <a:gd name="connsiteY0" fmla="*/ 513621 h 1079057"/>
              <a:gd name="connsiteX1" fmla="*/ 276225 w 1790700"/>
              <a:gd name="connsiteY1" fmla="*/ 999396 h 1079057"/>
              <a:gd name="connsiteX2" fmla="*/ 647700 w 1790700"/>
              <a:gd name="connsiteY2" fmla="*/ 1027971 h 1079057"/>
              <a:gd name="connsiteX3" fmla="*/ 952500 w 1790700"/>
              <a:gd name="connsiteY3" fmla="*/ 494571 h 1079057"/>
              <a:gd name="connsiteX4" fmla="*/ 1257300 w 1790700"/>
              <a:gd name="connsiteY4" fmla="*/ 27846 h 1079057"/>
              <a:gd name="connsiteX5" fmla="*/ 1628775 w 1790700"/>
              <a:gd name="connsiteY5" fmla="*/ 104046 h 1079057"/>
              <a:gd name="connsiteX6" fmla="*/ 1790700 w 1790700"/>
              <a:gd name="connsiteY6" fmla="*/ 523146 h 1079057"/>
              <a:gd name="connsiteX7" fmla="*/ 1790700 w 1790700"/>
              <a:gd name="connsiteY7" fmla="*/ 523146 h 1079057"/>
              <a:gd name="connsiteX8" fmla="*/ 1790700 w 1790700"/>
              <a:gd name="connsiteY8" fmla="*/ 523146 h 10790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790700" h="1079057">
                <a:moveTo>
                  <a:pt x="0" y="513621"/>
                </a:moveTo>
                <a:cubicBezTo>
                  <a:pt x="84137" y="713646"/>
                  <a:pt x="168275" y="913671"/>
                  <a:pt x="276225" y="999396"/>
                </a:cubicBezTo>
                <a:cubicBezTo>
                  <a:pt x="384175" y="1085121"/>
                  <a:pt x="534988" y="1112108"/>
                  <a:pt x="647700" y="1027971"/>
                </a:cubicBezTo>
                <a:cubicBezTo>
                  <a:pt x="760412" y="943834"/>
                  <a:pt x="850900" y="661258"/>
                  <a:pt x="952500" y="494571"/>
                </a:cubicBezTo>
                <a:cubicBezTo>
                  <a:pt x="1054100" y="327884"/>
                  <a:pt x="1144588" y="92933"/>
                  <a:pt x="1257300" y="27846"/>
                </a:cubicBezTo>
                <a:cubicBezTo>
                  <a:pt x="1370012" y="-37241"/>
                  <a:pt x="1539875" y="21496"/>
                  <a:pt x="1628775" y="104046"/>
                </a:cubicBezTo>
                <a:cubicBezTo>
                  <a:pt x="1717675" y="186596"/>
                  <a:pt x="1790700" y="523146"/>
                  <a:pt x="1790700" y="523146"/>
                </a:cubicBezTo>
                <a:lnTo>
                  <a:pt x="1790700" y="523146"/>
                </a:lnTo>
                <a:lnTo>
                  <a:pt x="1790700" y="523146"/>
                </a:ln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94AB6E4C-174D-C462-AB14-036A7513355B}"/>
              </a:ext>
            </a:extLst>
          </p:cNvPr>
          <p:cNvGrpSpPr>
            <a:grpSpLocks/>
          </p:cNvGrpSpPr>
          <p:nvPr/>
        </p:nvGrpSpPr>
        <p:grpSpPr bwMode="auto">
          <a:xfrm>
            <a:off x="3411907" y="427686"/>
            <a:ext cx="539571" cy="1481447"/>
            <a:chOff x="1586" y="2993"/>
            <a:chExt cx="2198" cy="6125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6C385AEE-36DD-7D42-B48D-EDBA50486EBA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591780">
              <a:off x="1586" y="3703"/>
              <a:ext cx="859" cy="279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FECAC46C-3EED-7916-F3C8-7F95BF3C3D7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8947280">
              <a:off x="1697" y="5969"/>
              <a:ext cx="559" cy="178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868D5FCD-D503-C750-5B59-900AAEB0322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994166">
              <a:off x="1883" y="7362"/>
              <a:ext cx="382" cy="1643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6A16252F-41CF-F2CC-5248-3415759EA08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977303">
              <a:off x="2320" y="4044"/>
              <a:ext cx="314" cy="1427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91B52602-7795-1FC8-5E9B-27C5AABC557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213792">
              <a:off x="1591" y="8912"/>
              <a:ext cx="806" cy="206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850F752-16BE-5A85-0BDF-4E254EC1839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827567" flipV="1">
              <a:off x="3259" y="5829"/>
              <a:ext cx="525" cy="187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89F77200-0C28-D960-D489-7B87B8A5512A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319648">
              <a:off x="2635" y="2993"/>
              <a:ext cx="615" cy="975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E7EF19BA-E719-C928-1E91-CD0E952A4B71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6840179">
              <a:off x="2589" y="4905"/>
              <a:ext cx="290" cy="120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98772AC-06D1-E7FA-4D43-A7DB3455C9DA}"/>
              </a:ext>
            </a:extLst>
          </p:cNvPr>
          <p:cNvGrpSpPr>
            <a:grpSpLocks/>
          </p:cNvGrpSpPr>
          <p:nvPr/>
        </p:nvGrpSpPr>
        <p:grpSpPr bwMode="auto">
          <a:xfrm>
            <a:off x="7451768" y="407429"/>
            <a:ext cx="714432" cy="1532664"/>
            <a:chOff x="979" y="3484"/>
            <a:chExt cx="2531" cy="5749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8C9CEB70-A1BB-6086-6074-4A6E35106E8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852261">
              <a:off x="1665" y="4171"/>
              <a:ext cx="859" cy="279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88926F39-FE67-A841-F3A6-A16B00C2E7C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8459039">
              <a:off x="1611" y="6219"/>
              <a:ext cx="549" cy="1813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D84BD4B0-5C6E-B109-485E-AAB1770AD1B9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2053654">
              <a:off x="1856" y="7422"/>
              <a:ext cx="396" cy="1811"/>
            </a:xfrm>
            <a:prstGeom prst="ellipse">
              <a:avLst/>
            </a:prstGeom>
            <a:solidFill>
              <a:srgbClr val="FF0000">
                <a:alpha val="99000"/>
              </a:srgbClr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4BCC702C-C2C2-33F9-5468-E3069206C19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977303">
              <a:off x="2198" y="4556"/>
              <a:ext cx="314" cy="1427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15E90AA5-6EFA-2D8B-7EA2-23CFF811E63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213792">
              <a:off x="1591" y="8912"/>
              <a:ext cx="806" cy="206"/>
            </a:xfrm>
            <a:prstGeom prst="ellipse">
              <a:avLst/>
            </a:prstGeom>
            <a:solidFill>
              <a:srgbClr val="FF0000">
                <a:alpha val="99000"/>
              </a:srgbClr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1647FD76-D8E3-2A5C-A3E4-54B6FDFE2CE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827567">
              <a:off x="2985" y="6278"/>
              <a:ext cx="525" cy="20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61544A0D-D1BF-CE81-8175-2D857F2B6F6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73071">
              <a:off x="2635" y="3484"/>
              <a:ext cx="615" cy="975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B8EAA348-E028-9E09-2BB3-BC638FEBF77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6840179">
              <a:off x="2490" y="5434"/>
              <a:ext cx="290" cy="120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E4442D97-CD64-1120-0558-BE83438E9542}"/>
              </a:ext>
            </a:extLst>
          </p:cNvPr>
          <p:cNvGrpSpPr>
            <a:grpSpLocks/>
          </p:cNvGrpSpPr>
          <p:nvPr/>
        </p:nvGrpSpPr>
        <p:grpSpPr bwMode="auto">
          <a:xfrm>
            <a:off x="4352705" y="156622"/>
            <a:ext cx="986221" cy="1697292"/>
            <a:chOff x="4613" y="2030"/>
            <a:chExt cx="2974" cy="7024"/>
          </a:xfrm>
        </p:grpSpPr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6E5E1C8C-B462-C51A-5F3E-3D7CEDF8C69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311211">
              <a:off x="5316" y="2223"/>
              <a:ext cx="615" cy="975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EBEAB26A-86D6-C69D-3015-AA96A8913B59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771523">
              <a:off x="4860" y="3247"/>
              <a:ext cx="825" cy="290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82C5491F-2DB6-7BA8-F8DE-117CC41EDB6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3022798">
              <a:off x="5834" y="2922"/>
              <a:ext cx="324" cy="1473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1BE1CC4C-3515-3AB7-2EBB-60A90FD8827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463322">
              <a:off x="4759" y="5757"/>
              <a:ext cx="451" cy="1747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91BE5AFC-D3C3-6523-3671-A72D1D30612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865148">
              <a:off x="4759" y="7387"/>
              <a:ext cx="322" cy="1467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1311A5FF-5DD8-6320-BD32-A3EC413E9E0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2016205">
              <a:off x="6644" y="2196"/>
              <a:ext cx="264" cy="1353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210C9249-31BA-56DB-D8B6-EBD6CEE0C87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2492681">
              <a:off x="4613" y="8854"/>
              <a:ext cx="711" cy="20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3715C9F0-E100-FA3A-88DA-A94BB6137EF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1483145">
              <a:off x="7062" y="2030"/>
              <a:ext cx="525" cy="20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CC3E8085-952A-2F57-B4DB-517087818E82}"/>
              </a:ext>
            </a:extLst>
          </p:cNvPr>
          <p:cNvGrpSpPr>
            <a:grpSpLocks/>
          </p:cNvGrpSpPr>
          <p:nvPr/>
        </p:nvGrpSpPr>
        <p:grpSpPr bwMode="auto">
          <a:xfrm>
            <a:off x="5574061" y="157530"/>
            <a:ext cx="919998" cy="1689103"/>
            <a:chOff x="4613" y="1919"/>
            <a:chExt cx="2974" cy="7135"/>
          </a:xfrm>
        </p:grpSpPr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75928E46-F612-DEC8-1EEA-9CA8BE65D60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311211">
              <a:off x="5526" y="2142"/>
              <a:ext cx="615" cy="975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2400" dirty="0"/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7DBCBB02-C1FA-38F6-127C-D0BE9FAEF10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829013">
              <a:off x="4860" y="3247"/>
              <a:ext cx="825" cy="290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2400" dirty="0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2019B28B-4858-8FB7-AEBD-C4E80E16F29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3022798">
              <a:off x="5834" y="2922"/>
              <a:ext cx="324" cy="1473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2400" dirty="0"/>
            </a:p>
          </p:txBody>
        </p: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46AE02EE-FBC1-7D84-1763-590851E5CCC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463322">
              <a:off x="4759" y="5757"/>
              <a:ext cx="451" cy="1747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2400" dirty="0"/>
            </a:p>
          </p:txBody>
        </p:sp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FFD78766-77D5-DF9F-DD57-1AF95594A0D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865148">
              <a:off x="4759" y="7387"/>
              <a:ext cx="322" cy="1467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2400" dirty="0"/>
            </a:p>
          </p:txBody>
        </p:sp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CA544052-BC74-6C41-10B6-F87417C94401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2414153">
              <a:off x="6692" y="1919"/>
              <a:ext cx="127" cy="138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2400" dirty="0"/>
            </a:p>
          </p:txBody>
        </p:sp>
        <p:sp>
          <p:nvSpPr>
            <p:cNvPr id="83" name="Oval 82">
              <a:extLst>
                <a:ext uri="{FF2B5EF4-FFF2-40B4-BE49-F238E27FC236}">
                  <a16:creationId xmlns:a16="http://schemas.microsoft.com/office/drawing/2014/main" id="{275B1971-C3E1-2ACB-BBDB-F8DC617945B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2492681">
              <a:off x="4613" y="8854"/>
              <a:ext cx="711" cy="20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2400" dirty="0"/>
            </a:p>
          </p:txBody>
        </p:sp>
        <p:sp>
          <p:nvSpPr>
            <p:cNvPr id="85" name="Oval 84">
              <a:extLst>
                <a:ext uri="{FF2B5EF4-FFF2-40B4-BE49-F238E27FC236}">
                  <a16:creationId xmlns:a16="http://schemas.microsoft.com/office/drawing/2014/main" id="{727D9467-8803-7A30-C0DE-F8A127163211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1483145">
              <a:off x="7062" y="2030"/>
              <a:ext cx="525" cy="20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2400" dirty="0"/>
            </a:p>
          </p:txBody>
        </p:sp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6609DB01-66B7-6D37-8533-19CF6C22CFDC}"/>
              </a:ext>
            </a:extLst>
          </p:cNvPr>
          <p:cNvGrpSpPr>
            <a:grpSpLocks/>
          </p:cNvGrpSpPr>
          <p:nvPr/>
        </p:nvGrpSpPr>
        <p:grpSpPr bwMode="auto">
          <a:xfrm>
            <a:off x="6553909" y="-102229"/>
            <a:ext cx="424237" cy="2031325"/>
            <a:chOff x="9162" y="999"/>
            <a:chExt cx="1577" cy="8346"/>
          </a:xfrm>
        </p:grpSpPr>
        <p:sp>
          <p:nvSpPr>
            <p:cNvPr id="89" name="Oval 88">
              <a:extLst>
                <a:ext uri="{FF2B5EF4-FFF2-40B4-BE49-F238E27FC236}">
                  <a16:creationId xmlns:a16="http://schemas.microsoft.com/office/drawing/2014/main" id="{F849C48B-3D09-5421-13A1-CB3BA563D8EC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9162" y="3424"/>
              <a:ext cx="859" cy="279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91" name="Oval 90">
              <a:extLst>
                <a:ext uri="{FF2B5EF4-FFF2-40B4-BE49-F238E27FC236}">
                  <a16:creationId xmlns:a16="http://schemas.microsoft.com/office/drawing/2014/main" id="{2150C1B4-C820-C03E-1E55-B031FADF954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21209547" flipH="1">
              <a:off x="9387" y="5886"/>
              <a:ext cx="495" cy="161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93" name="Oval 92">
              <a:extLst>
                <a:ext uri="{FF2B5EF4-FFF2-40B4-BE49-F238E27FC236}">
                  <a16:creationId xmlns:a16="http://schemas.microsoft.com/office/drawing/2014/main" id="{2CB51A70-B066-C13E-CA0B-8630D3DDC4B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40580" flipH="1">
              <a:off x="9710" y="2541"/>
              <a:ext cx="311" cy="154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95" name="Oval 94">
              <a:extLst>
                <a:ext uri="{FF2B5EF4-FFF2-40B4-BE49-F238E27FC236}">
                  <a16:creationId xmlns:a16="http://schemas.microsoft.com/office/drawing/2014/main" id="{CEFE67B8-3841-6B64-30FC-73A28198EF2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371614" flipH="1">
              <a:off x="9478" y="7297"/>
              <a:ext cx="318" cy="1557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97" name="Oval 96">
              <a:extLst>
                <a:ext uri="{FF2B5EF4-FFF2-40B4-BE49-F238E27FC236}">
                  <a16:creationId xmlns:a16="http://schemas.microsoft.com/office/drawing/2014/main" id="{D9DA6BC5-170F-455A-116D-61E33C430B1A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873091" flipH="1">
              <a:off x="10152" y="1362"/>
              <a:ext cx="314" cy="1427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99" name="Oval 98">
              <a:extLst>
                <a:ext uri="{FF2B5EF4-FFF2-40B4-BE49-F238E27FC236}">
                  <a16:creationId xmlns:a16="http://schemas.microsoft.com/office/drawing/2014/main" id="{FF351FF1-5A6C-9CA4-9AF8-BBF1EC6DDE4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3748000" flipH="1">
              <a:off x="9315" y="8895"/>
              <a:ext cx="668" cy="232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01" name="Oval 100">
              <a:extLst>
                <a:ext uri="{FF2B5EF4-FFF2-40B4-BE49-F238E27FC236}">
                  <a16:creationId xmlns:a16="http://schemas.microsoft.com/office/drawing/2014/main" id="{395C6B08-EA3E-8277-ECBD-DBE0EC6ADA6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8666725" flipH="1">
              <a:off x="10376" y="1162"/>
              <a:ext cx="525" cy="20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03" name="Oval 102">
              <a:extLst>
                <a:ext uri="{FF2B5EF4-FFF2-40B4-BE49-F238E27FC236}">
                  <a16:creationId xmlns:a16="http://schemas.microsoft.com/office/drawing/2014/main" id="{3C25B2E6-8E76-966A-2421-BDD3F9A88713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9268" y="2449"/>
              <a:ext cx="615" cy="975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BAA2B796-E3A6-0EEB-0C59-0DE9E3C9FC95}"/>
              </a:ext>
            </a:extLst>
          </p:cNvPr>
          <p:cNvGrpSpPr/>
          <p:nvPr/>
        </p:nvGrpSpPr>
        <p:grpSpPr>
          <a:xfrm>
            <a:off x="2146715" y="90441"/>
            <a:ext cx="303920" cy="1756192"/>
            <a:chOff x="-678648" y="0"/>
            <a:chExt cx="692119" cy="4054167"/>
          </a:xfrm>
        </p:grpSpPr>
        <p:sp>
          <p:nvSpPr>
            <p:cNvPr id="107" name="Oval 106">
              <a:extLst>
                <a:ext uri="{FF2B5EF4-FFF2-40B4-BE49-F238E27FC236}">
                  <a16:creationId xmlns:a16="http://schemas.microsoft.com/office/drawing/2014/main" id="{DB1DDF22-0237-1B5A-10F9-6BFA3EAFB3F5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-678648" y="619126"/>
              <a:ext cx="545465" cy="177165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09" name="Oval 108">
              <a:extLst>
                <a:ext uri="{FF2B5EF4-FFF2-40B4-BE49-F238E27FC236}">
                  <a16:creationId xmlns:a16="http://schemas.microsoft.com/office/drawing/2014/main" id="{6E6A6537-0A7C-BBF4-F889-D1AB80ACCF9F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-535772" y="2105025"/>
              <a:ext cx="314325" cy="102743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1" name="Oval 110">
              <a:extLst>
                <a:ext uri="{FF2B5EF4-FFF2-40B4-BE49-F238E27FC236}">
                  <a16:creationId xmlns:a16="http://schemas.microsoft.com/office/drawing/2014/main" id="{4D95D2C0-EFE5-2C53-2475-0AE47226833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226429" flipH="1">
              <a:off x="-500717" y="973771"/>
              <a:ext cx="260987" cy="936625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4" name="Oval 113">
              <a:extLst>
                <a:ext uri="{FF2B5EF4-FFF2-40B4-BE49-F238E27FC236}">
                  <a16:creationId xmlns:a16="http://schemas.microsoft.com/office/drawing/2014/main" id="{9CED22D7-B81C-A7AC-CFEB-07506634B509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-516722" y="2990849"/>
              <a:ext cx="190499" cy="1050291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6" name="Oval 115">
              <a:extLst>
                <a:ext uri="{FF2B5EF4-FFF2-40B4-BE49-F238E27FC236}">
                  <a16:creationId xmlns:a16="http://schemas.microsoft.com/office/drawing/2014/main" id="{9DD9CA2F-76FD-BC58-5DC4-637C44607661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9665110" flipH="1">
              <a:off x="-296730" y="1652010"/>
              <a:ext cx="179069" cy="72453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66" name="Oval 165">
              <a:extLst>
                <a:ext uri="{FF2B5EF4-FFF2-40B4-BE49-F238E27FC236}">
                  <a16:creationId xmlns:a16="http://schemas.microsoft.com/office/drawing/2014/main" id="{5A071BA9-AD6A-95A4-1915-17BE7F1A363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79041" flipH="1">
              <a:off x="-459573" y="3905250"/>
              <a:ext cx="424180" cy="148917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68" name="Oval 167">
              <a:extLst>
                <a:ext uri="{FF2B5EF4-FFF2-40B4-BE49-F238E27FC236}">
                  <a16:creationId xmlns:a16="http://schemas.microsoft.com/office/drawing/2014/main" id="{A1F2751F-4E37-F2CF-3BCD-A1C2CCB7BA8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4038305" flipH="1" flipV="1">
              <a:off x="-266882" y="2324097"/>
              <a:ext cx="412116" cy="14859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70" name="Oval 169">
              <a:extLst>
                <a:ext uri="{FF2B5EF4-FFF2-40B4-BE49-F238E27FC236}">
                  <a16:creationId xmlns:a16="http://schemas.microsoft.com/office/drawing/2014/main" id="{4FD4D9B0-06F7-3B26-D2CD-EB6E299D5834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-611973" y="0"/>
              <a:ext cx="390526" cy="61912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172" name="Group 171">
            <a:extLst>
              <a:ext uri="{FF2B5EF4-FFF2-40B4-BE49-F238E27FC236}">
                <a16:creationId xmlns:a16="http://schemas.microsoft.com/office/drawing/2014/main" id="{A90713F6-DF78-9027-89CD-34AE088112D0}"/>
              </a:ext>
            </a:extLst>
          </p:cNvPr>
          <p:cNvGrpSpPr/>
          <p:nvPr/>
        </p:nvGrpSpPr>
        <p:grpSpPr>
          <a:xfrm>
            <a:off x="8747593" y="114974"/>
            <a:ext cx="374049" cy="1750549"/>
            <a:chOff x="839557" y="0"/>
            <a:chExt cx="851822" cy="4041140"/>
          </a:xfrm>
        </p:grpSpPr>
        <p:sp>
          <p:nvSpPr>
            <p:cNvPr id="174" name="Oval 173">
              <a:extLst>
                <a:ext uri="{FF2B5EF4-FFF2-40B4-BE49-F238E27FC236}">
                  <a16:creationId xmlns:a16="http://schemas.microsoft.com/office/drawing/2014/main" id="{F14CB93B-9F6A-3795-3DF8-20134AE89ABE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839557" y="619126"/>
              <a:ext cx="545464" cy="177165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76" name="Oval 175">
              <a:extLst>
                <a:ext uri="{FF2B5EF4-FFF2-40B4-BE49-F238E27FC236}">
                  <a16:creationId xmlns:a16="http://schemas.microsoft.com/office/drawing/2014/main" id="{CAD72811-FEF2-F467-17FC-07BE1A9FCEC8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982433" y="2105025"/>
              <a:ext cx="314325" cy="102743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78" name="Oval 177">
              <a:extLst>
                <a:ext uri="{FF2B5EF4-FFF2-40B4-BE49-F238E27FC236}">
                  <a16:creationId xmlns:a16="http://schemas.microsoft.com/office/drawing/2014/main" id="{202A1353-0BA1-3D88-7183-406B2EE28D5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226429" flipH="1">
              <a:off x="1071725" y="889601"/>
              <a:ext cx="189162" cy="132335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80" name="Oval 179">
              <a:extLst>
                <a:ext uri="{FF2B5EF4-FFF2-40B4-BE49-F238E27FC236}">
                  <a16:creationId xmlns:a16="http://schemas.microsoft.com/office/drawing/2014/main" id="{533CFA52-4C4B-1759-DD7C-5BDFFBFD67A9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1001482" y="2990849"/>
              <a:ext cx="190501" cy="1050291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82" name="Oval 181">
              <a:extLst>
                <a:ext uri="{FF2B5EF4-FFF2-40B4-BE49-F238E27FC236}">
                  <a16:creationId xmlns:a16="http://schemas.microsoft.com/office/drawing/2014/main" id="{D73DA14D-0536-9011-99FD-AF69027742C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9665110" flipH="1">
              <a:off x="1199045" y="1714755"/>
              <a:ext cx="104116" cy="52364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90" name="Oval 189">
              <a:extLst>
                <a:ext uri="{FF2B5EF4-FFF2-40B4-BE49-F238E27FC236}">
                  <a16:creationId xmlns:a16="http://schemas.microsoft.com/office/drawing/2014/main" id="{23956F01-7432-0D22-480E-7E66D96EC03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79041">
              <a:off x="1006000" y="3917105"/>
              <a:ext cx="540144" cy="11787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91" name="Oval 190">
              <a:extLst>
                <a:ext uri="{FF2B5EF4-FFF2-40B4-BE49-F238E27FC236}">
                  <a16:creationId xmlns:a16="http://schemas.microsoft.com/office/drawing/2014/main" id="{3F14AAED-B3DC-2BE3-D375-EE37B16C8491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7938561" flipV="1">
              <a:off x="1373248" y="2120705"/>
              <a:ext cx="178488" cy="45777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92" name="Oval 191">
              <a:extLst>
                <a:ext uri="{FF2B5EF4-FFF2-40B4-BE49-F238E27FC236}">
                  <a16:creationId xmlns:a16="http://schemas.microsoft.com/office/drawing/2014/main" id="{A4ACCCDF-547C-86B5-5BA1-9D2023D764DB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906232" y="0"/>
              <a:ext cx="390525" cy="61912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96" name="TextBox 195">
            <a:extLst>
              <a:ext uri="{FF2B5EF4-FFF2-40B4-BE49-F238E27FC236}">
                <a16:creationId xmlns:a16="http://schemas.microsoft.com/office/drawing/2014/main" id="{AE9BE421-D6B2-0368-409C-AD024ADB51E8}"/>
              </a:ext>
            </a:extLst>
          </p:cNvPr>
          <p:cNvSpPr txBox="1"/>
          <p:nvPr/>
        </p:nvSpPr>
        <p:spPr>
          <a:xfrm>
            <a:off x="2765323" y="103239"/>
            <a:ext cx="13199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take-off</a:t>
            </a:r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5DD9DA75-F9C0-950D-2926-6C8FF494594E}"/>
              </a:ext>
            </a:extLst>
          </p:cNvPr>
          <p:cNvSpPr txBox="1"/>
          <p:nvPr/>
        </p:nvSpPr>
        <p:spPr>
          <a:xfrm>
            <a:off x="8014257" y="74992"/>
            <a:ext cx="13199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landing</a:t>
            </a:r>
          </a:p>
        </p:txBody>
      </p:sp>
      <p:sp>
        <p:nvSpPr>
          <p:cNvPr id="198" name="TextBox 197">
            <a:extLst>
              <a:ext uri="{FF2B5EF4-FFF2-40B4-BE49-F238E27FC236}">
                <a16:creationId xmlns:a16="http://schemas.microsoft.com/office/drawing/2014/main" id="{832A8C87-4EDE-4C76-FAE6-49CA22BE2F63}"/>
              </a:ext>
            </a:extLst>
          </p:cNvPr>
          <p:cNvSpPr txBox="1"/>
          <p:nvPr/>
        </p:nvSpPr>
        <p:spPr>
          <a:xfrm>
            <a:off x="4906465" y="2132862"/>
            <a:ext cx="143087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Ignore In air</a:t>
            </a: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85C8EF8F-1119-3874-F805-5ABA022A106B}"/>
              </a:ext>
            </a:extLst>
          </p:cNvPr>
          <p:cNvSpPr txBox="1"/>
          <p:nvPr/>
        </p:nvSpPr>
        <p:spPr>
          <a:xfrm>
            <a:off x="4352641" y="56285"/>
            <a:ext cx="3502386" cy="369332"/>
          </a:xfrm>
          <a:prstGeom prst="rect">
            <a:avLst/>
          </a:prstGeom>
          <a:solidFill>
            <a:srgbClr val="F5FFAE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Rotation of lower leg around knee</a:t>
            </a:r>
          </a:p>
        </p:txBody>
      </p: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52D0331D-7105-04F7-1D4E-21AFE96ED5A4}"/>
              </a:ext>
            </a:extLst>
          </p:cNvPr>
          <p:cNvCxnSpPr>
            <a:cxnSpLocks/>
            <a:endCxn id="24" idx="2"/>
          </p:cNvCxnSpPr>
          <p:nvPr/>
        </p:nvCxnSpPr>
        <p:spPr>
          <a:xfrm>
            <a:off x="8479664" y="2999196"/>
            <a:ext cx="627136" cy="21293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25" name="Freeform: Shape 124">
            <a:extLst>
              <a:ext uri="{FF2B5EF4-FFF2-40B4-BE49-F238E27FC236}">
                <a16:creationId xmlns:a16="http://schemas.microsoft.com/office/drawing/2014/main" id="{C3B564DA-76ED-129A-3428-E0EC327FE721}"/>
              </a:ext>
            </a:extLst>
          </p:cNvPr>
          <p:cNvSpPr/>
          <p:nvPr/>
        </p:nvSpPr>
        <p:spPr>
          <a:xfrm flipV="1">
            <a:off x="6727753" y="3043893"/>
            <a:ext cx="1746945" cy="522543"/>
          </a:xfrm>
          <a:custGeom>
            <a:avLst/>
            <a:gdLst>
              <a:gd name="connsiteX0" fmla="*/ 0 w 1819275"/>
              <a:gd name="connsiteY0" fmla="*/ 646319 h 646319"/>
              <a:gd name="connsiteX1" fmla="*/ 295275 w 1819275"/>
              <a:gd name="connsiteY1" fmla="*/ 265319 h 646319"/>
              <a:gd name="connsiteX2" fmla="*/ 647700 w 1819275"/>
              <a:gd name="connsiteY2" fmla="*/ 27194 h 646319"/>
              <a:gd name="connsiteX3" fmla="*/ 1219200 w 1819275"/>
              <a:gd name="connsiteY3" fmla="*/ 74819 h 646319"/>
              <a:gd name="connsiteX4" fmla="*/ 1819275 w 1819275"/>
              <a:gd name="connsiteY4" fmla="*/ 646319 h 646319"/>
              <a:gd name="connsiteX5" fmla="*/ 1819275 w 1819275"/>
              <a:gd name="connsiteY5" fmla="*/ 646319 h 646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19275" h="646319">
                <a:moveTo>
                  <a:pt x="0" y="646319"/>
                </a:moveTo>
                <a:cubicBezTo>
                  <a:pt x="93662" y="507412"/>
                  <a:pt x="187325" y="368506"/>
                  <a:pt x="295275" y="265319"/>
                </a:cubicBezTo>
                <a:cubicBezTo>
                  <a:pt x="403225" y="162132"/>
                  <a:pt x="493713" y="58944"/>
                  <a:pt x="647700" y="27194"/>
                </a:cubicBezTo>
                <a:cubicBezTo>
                  <a:pt x="801687" y="-4556"/>
                  <a:pt x="1023937" y="-28369"/>
                  <a:pt x="1219200" y="74819"/>
                </a:cubicBezTo>
                <a:cubicBezTo>
                  <a:pt x="1414463" y="178007"/>
                  <a:pt x="1819275" y="646319"/>
                  <a:pt x="1819275" y="646319"/>
                </a:cubicBezTo>
                <a:lnTo>
                  <a:pt x="1819275" y="646319"/>
                </a:ln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1" name="Freeform: Shape 120">
            <a:extLst>
              <a:ext uri="{FF2B5EF4-FFF2-40B4-BE49-F238E27FC236}">
                <a16:creationId xmlns:a16="http://schemas.microsoft.com/office/drawing/2014/main" id="{684C3376-DBE1-CA32-E003-A82F7A19A57F}"/>
              </a:ext>
            </a:extLst>
          </p:cNvPr>
          <p:cNvSpPr/>
          <p:nvPr/>
        </p:nvSpPr>
        <p:spPr>
          <a:xfrm>
            <a:off x="6716773" y="4012491"/>
            <a:ext cx="1872339" cy="632392"/>
          </a:xfrm>
          <a:custGeom>
            <a:avLst/>
            <a:gdLst>
              <a:gd name="connsiteX0" fmla="*/ 0 w 1790700"/>
              <a:gd name="connsiteY0" fmla="*/ 513621 h 1079057"/>
              <a:gd name="connsiteX1" fmla="*/ 276225 w 1790700"/>
              <a:gd name="connsiteY1" fmla="*/ 999396 h 1079057"/>
              <a:gd name="connsiteX2" fmla="*/ 647700 w 1790700"/>
              <a:gd name="connsiteY2" fmla="*/ 1027971 h 1079057"/>
              <a:gd name="connsiteX3" fmla="*/ 952500 w 1790700"/>
              <a:gd name="connsiteY3" fmla="*/ 494571 h 1079057"/>
              <a:gd name="connsiteX4" fmla="*/ 1257300 w 1790700"/>
              <a:gd name="connsiteY4" fmla="*/ 27846 h 1079057"/>
              <a:gd name="connsiteX5" fmla="*/ 1628775 w 1790700"/>
              <a:gd name="connsiteY5" fmla="*/ 104046 h 1079057"/>
              <a:gd name="connsiteX6" fmla="*/ 1790700 w 1790700"/>
              <a:gd name="connsiteY6" fmla="*/ 523146 h 1079057"/>
              <a:gd name="connsiteX7" fmla="*/ 1790700 w 1790700"/>
              <a:gd name="connsiteY7" fmla="*/ 523146 h 1079057"/>
              <a:gd name="connsiteX8" fmla="*/ 1790700 w 1790700"/>
              <a:gd name="connsiteY8" fmla="*/ 523146 h 10790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790700" h="1079057">
                <a:moveTo>
                  <a:pt x="0" y="513621"/>
                </a:moveTo>
                <a:cubicBezTo>
                  <a:pt x="84137" y="713646"/>
                  <a:pt x="168275" y="913671"/>
                  <a:pt x="276225" y="999396"/>
                </a:cubicBezTo>
                <a:cubicBezTo>
                  <a:pt x="384175" y="1085121"/>
                  <a:pt x="534988" y="1112108"/>
                  <a:pt x="647700" y="1027971"/>
                </a:cubicBezTo>
                <a:cubicBezTo>
                  <a:pt x="760412" y="943834"/>
                  <a:pt x="850900" y="661258"/>
                  <a:pt x="952500" y="494571"/>
                </a:cubicBezTo>
                <a:cubicBezTo>
                  <a:pt x="1054100" y="327884"/>
                  <a:pt x="1144588" y="92933"/>
                  <a:pt x="1257300" y="27846"/>
                </a:cubicBezTo>
                <a:cubicBezTo>
                  <a:pt x="1370012" y="-37241"/>
                  <a:pt x="1539875" y="21496"/>
                  <a:pt x="1628775" y="104046"/>
                </a:cubicBezTo>
                <a:cubicBezTo>
                  <a:pt x="1717675" y="186596"/>
                  <a:pt x="1790700" y="523146"/>
                  <a:pt x="1790700" y="523146"/>
                </a:cubicBezTo>
                <a:lnTo>
                  <a:pt x="1790700" y="523146"/>
                </a:lnTo>
                <a:lnTo>
                  <a:pt x="1790700" y="523146"/>
                </a:ln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27" name="Straight Connector 126">
            <a:extLst>
              <a:ext uri="{FF2B5EF4-FFF2-40B4-BE49-F238E27FC236}">
                <a16:creationId xmlns:a16="http://schemas.microsoft.com/office/drawing/2014/main" id="{29105D35-B74B-903E-E837-4F2F949ABF36}"/>
              </a:ext>
            </a:extLst>
          </p:cNvPr>
          <p:cNvCxnSpPr>
            <a:cxnSpLocks/>
          </p:cNvCxnSpPr>
          <p:nvPr/>
        </p:nvCxnSpPr>
        <p:spPr>
          <a:xfrm>
            <a:off x="8607160" y="4349029"/>
            <a:ext cx="627136" cy="21293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1EF1EE2E-BEB9-A692-83F7-F207DEFF39A6}"/>
              </a:ext>
            </a:extLst>
          </p:cNvPr>
          <p:cNvCxnSpPr>
            <a:cxnSpLocks/>
          </p:cNvCxnSpPr>
          <p:nvPr/>
        </p:nvCxnSpPr>
        <p:spPr>
          <a:xfrm flipV="1">
            <a:off x="2203144" y="6074645"/>
            <a:ext cx="313525" cy="2340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0DD3D989-DE21-6FAC-ED14-236766093D5E}"/>
              </a:ext>
            </a:extLst>
          </p:cNvPr>
          <p:cNvCxnSpPr>
            <a:cxnSpLocks/>
          </p:cNvCxnSpPr>
          <p:nvPr/>
        </p:nvCxnSpPr>
        <p:spPr>
          <a:xfrm>
            <a:off x="8667034" y="6116960"/>
            <a:ext cx="627136" cy="21293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18" name="Freeform: Shape 117">
            <a:extLst>
              <a:ext uri="{FF2B5EF4-FFF2-40B4-BE49-F238E27FC236}">
                <a16:creationId xmlns:a16="http://schemas.microsoft.com/office/drawing/2014/main" id="{49C5FFE9-9D9D-2F16-720F-DA4CF514EC3A}"/>
              </a:ext>
            </a:extLst>
          </p:cNvPr>
          <p:cNvSpPr/>
          <p:nvPr/>
        </p:nvSpPr>
        <p:spPr>
          <a:xfrm>
            <a:off x="2477798" y="5635872"/>
            <a:ext cx="1998133" cy="702734"/>
          </a:xfrm>
          <a:custGeom>
            <a:avLst/>
            <a:gdLst>
              <a:gd name="csX0" fmla="*/ 0 w 1998133"/>
              <a:gd name="csY0" fmla="*/ 457200 h 702734"/>
              <a:gd name="csX1" fmla="*/ 0 w 1998133"/>
              <a:gd name="csY1" fmla="*/ 457200 h 702734"/>
              <a:gd name="csX2" fmla="*/ 33866 w 1998133"/>
              <a:gd name="csY2" fmla="*/ 533400 h 702734"/>
              <a:gd name="csX3" fmla="*/ 50800 w 1998133"/>
              <a:gd name="csY3" fmla="*/ 558800 h 702734"/>
              <a:gd name="csX4" fmla="*/ 101600 w 1998133"/>
              <a:gd name="csY4" fmla="*/ 643467 h 702734"/>
              <a:gd name="csX5" fmla="*/ 118533 w 1998133"/>
              <a:gd name="csY5" fmla="*/ 668867 h 702734"/>
              <a:gd name="csX6" fmla="*/ 143933 w 1998133"/>
              <a:gd name="csY6" fmla="*/ 685800 h 702734"/>
              <a:gd name="csX7" fmla="*/ 194733 w 1998133"/>
              <a:gd name="csY7" fmla="*/ 702734 h 702734"/>
              <a:gd name="csX8" fmla="*/ 304800 w 1998133"/>
              <a:gd name="csY8" fmla="*/ 694267 h 702734"/>
              <a:gd name="csX9" fmla="*/ 347133 w 1998133"/>
              <a:gd name="csY9" fmla="*/ 643467 h 702734"/>
              <a:gd name="csX10" fmla="*/ 397933 w 1998133"/>
              <a:gd name="csY10" fmla="*/ 601134 h 702734"/>
              <a:gd name="csX11" fmla="*/ 414866 w 1998133"/>
              <a:gd name="csY11" fmla="*/ 584200 h 702734"/>
              <a:gd name="csX12" fmla="*/ 440266 w 1998133"/>
              <a:gd name="csY12" fmla="*/ 567267 h 702734"/>
              <a:gd name="csX13" fmla="*/ 482600 w 1998133"/>
              <a:gd name="csY13" fmla="*/ 533400 h 702734"/>
              <a:gd name="csX14" fmla="*/ 508000 w 1998133"/>
              <a:gd name="csY14" fmla="*/ 474134 h 702734"/>
              <a:gd name="csX15" fmla="*/ 524933 w 1998133"/>
              <a:gd name="csY15" fmla="*/ 414867 h 702734"/>
              <a:gd name="csX16" fmla="*/ 533400 w 1998133"/>
              <a:gd name="csY16" fmla="*/ 389467 h 702734"/>
              <a:gd name="csX17" fmla="*/ 550333 w 1998133"/>
              <a:gd name="csY17" fmla="*/ 364067 h 702734"/>
              <a:gd name="csX18" fmla="*/ 558800 w 1998133"/>
              <a:gd name="csY18" fmla="*/ 330200 h 702734"/>
              <a:gd name="csX19" fmla="*/ 584200 w 1998133"/>
              <a:gd name="csY19" fmla="*/ 304800 h 702734"/>
              <a:gd name="csX20" fmla="*/ 601133 w 1998133"/>
              <a:gd name="csY20" fmla="*/ 279400 h 702734"/>
              <a:gd name="csX21" fmla="*/ 635000 w 1998133"/>
              <a:gd name="csY21" fmla="*/ 228600 h 702734"/>
              <a:gd name="csX22" fmla="*/ 677333 w 1998133"/>
              <a:gd name="csY22" fmla="*/ 152400 h 702734"/>
              <a:gd name="csX23" fmla="*/ 702733 w 1998133"/>
              <a:gd name="csY23" fmla="*/ 127000 h 702734"/>
              <a:gd name="csX24" fmla="*/ 753533 w 1998133"/>
              <a:gd name="csY24" fmla="*/ 76200 h 702734"/>
              <a:gd name="csX25" fmla="*/ 804333 w 1998133"/>
              <a:gd name="csY25" fmla="*/ 67734 h 702734"/>
              <a:gd name="csX26" fmla="*/ 889000 w 1998133"/>
              <a:gd name="csY26" fmla="*/ 33867 h 702734"/>
              <a:gd name="csX27" fmla="*/ 939800 w 1998133"/>
              <a:gd name="csY27" fmla="*/ 16934 h 702734"/>
              <a:gd name="csX28" fmla="*/ 1016000 w 1998133"/>
              <a:gd name="csY28" fmla="*/ 0 h 702734"/>
              <a:gd name="csX29" fmla="*/ 1227666 w 1998133"/>
              <a:gd name="csY29" fmla="*/ 8467 h 702734"/>
              <a:gd name="csX30" fmla="*/ 1270000 w 1998133"/>
              <a:gd name="csY30" fmla="*/ 33867 h 702734"/>
              <a:gd name="csX31" fmla="*/ 1371600 w 1998133"/>
              <a:gd name="csY31" fmla="*/ 110067 h 702734"/>
              <a:gd name="csX32" fmla="*/ 1388533 w 1998133"/>
              <a:gd name="csY32" fmla="*/ 135467 h 702734"/>
              <a:gd name="csX33" fmla="*/ 1430866 w 1998133"/>
              <a:gd name="csY33" fmla="*/ 203200 h 702734"/>
              <a:gd name="csX34" fmla="*/ 1447800 w 1998133"/>
              <a:gd name="csY34" fmla="*/ 254000 h 702734"/>
              <a:gd name="csX35" fmla="*/ 1456266 w 1998133"/>
              <a:gd name="csY35" fmla="*/ 279400 h 702734"/>
              <a:gd name="csX36" fmla="*/ 1464733 w 1998133"/>
              <a:gd name="csY36" fmla="*/ 313267 h 702734"/>
              <a:gd name="csX37" fmla="*/ 1490133 w 1998133"/>
              <a:gd name="csY37" fmla="*/ 406400 h 702734"/>
              <a:gd name="csX38" fmla="*/ 1498600 w 1998133"/>
              <a:gd name="csY38" fmla="*/ 448734 h 702734"/>
              <a:gd name="csX39" fmla="*/ 1515533 w 1998133"/>
              <a:gd name="csY39" fmla="*/ 482600 h 702734"/>
              <a:gd name="csX40" fmla="*/ 1532466 w 1998133"/>
              <a:gd name="csY40" fmla="*/ 541867 h 702734"/>
              <a:gd name="csX41" fmla="*/ 1557866 w 1998133"/>
              <a:gd name="csY41" fmla="*/ 584200 h 702734"/>
              <a:gd name="csX42" fmla="*/ 1574800 w 1998133"/>
              <a:gd name="csY42" fmla="*/ 618067 h 702734"/>
              <a:gd name="csX43" fmla="*/ 1651000 w 1998133"/>
              <a:gd name="csY43" fmla="*/ 643467 h 702734"/>
              <a:gd name="csX44" fmla="*/ 1710266 w 1998133"/>
              <a:gd name="csY44" fmla="*/ 651934 h 702734"/>
              <a:gd name="csX45" fmla="*/ 1794933 w 1998133"/>
              <a:gd name="csY45" fmla="*/ 635000 h 702734"/>
              <a:gd name="csX46" fmla="*/ 1845733 w 1998133"/>
              <a:gd name="csY46" fmla="*/ 592667 h 702734"/>
              <a:gd name="csX47" fmla="*/ 1913466 w 1998133"/>
              <a:gd name="csY47" fmla="*/ 524934 h 702734"/>
              <a:gd name="csX48" fmla="*/ 1930400 w 1998133"/>
              <a:gd name="csY48" fmla="*/ 508000 h 702734"/>
              <a:gd name="csX49" fmla="*/ 1964266 w 1998133"/>
              <a:gd name="csY49" fmla="*/ 482600 h 702734"/>
              <a:gd name="csX50" fmla="*/ 1998133 w 1998133"/>
              <a:gd name="csY50" fmla="*/ 448734 h 702734"/>
              <a:gd name="csX51" fmla="*/ 1998133 w 1998133"/>
              <a:gd name="csY51" fmla="*/ 465667 h 70273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</a:cxnLst>
            <a:rect l="l" t="t" r="r" b="b"/>
            <a:pathLst>
              <a:path w="1998133" h="702734">
                <a:moveTo>
                  <a:pt x="0" y="457200"/>
                </a:moveTo>
                <a:lnTo>
                  <a:pt x="0" y="457200"/>
                </a:lnTo>
                <a:cubicBezTo>
                  <a:pt x="11289" y="482600"/>
                  <a:pt x="21435" y="508539"/>
                  <a:pt x="33866" y="533400"/>
                </a:cubicBezTo>
                <a:cubicBezTo>
                  <a:pt x="38417" y="542502"/>
                  <a:pt x="45751" y="549965"/>
                  <a:pt x="50800" y="558800"/>
                </a:cubicBezTo>
                <a:cubicBezTo>
                  <a:pt x="102878" y="649935"/>
                  <a:pt x="18738" y="519174"/>
                  <a:pt x="101600" y="643467"/>
                </a:cubicBezTo>
                <a:cubicBezTo>
                  <a:pt x="107244" y="651934"/>
                  <a:pt x="110066" y="663223"/>
                  <a:pt x="118533" y="668867"/>
                </a:cubicBezTo>
                <a:cubicBezTo>
                  <a:pt x="127000" y="674511"/>
                  <a:pt x="134634" y="681667"/>
                  <a:pt x="143933" y="685800"/>
                </a:cubicBezTo>
                <a:cubicBezTo>
                  <a:pt x="160244" y="693049"/>
                  <a:pt x="194733" y="702734"/>
                  <a:pt x="194733" y="702734"/>
                </a:cubicBezTo>
                <a:cubicBezTo>
                  <a:pt x="231422" y="699912"/>
                  <a:pt x="269101" y="703192"/>
                  <a:pt x="304800" y="694267"/>
                </a:cubicBezTo>
                <a:cubicBezTo>
                  <a:pt x="320423" y="690361"/>
                  <a:pt x="337982" y="654449"/>
                  <a:pt x="347133" y="643467"/>
                </a:cubicBezTo>
                <a:cubicBezTo>
                  <a:pt x="377303" y="607263"/>
                  <a:pt x="364631" y="627776"/>
                  <a:pt x="397933" y="601134"/>
                </a:cubicBezTo>
                <a:cubicBezTo>
                  <a:pt x="404166" y="596147"/>
                  <a:pt x="408633" y="589187"/>
                  <a:pt x="414866" y="584200"/>
                </a:cubicBezTo>
                <a:cubicBezTo>
                  <a:pt x="422812" y="577843"/>
                  <a:pt x="432320" y="573624"/>
                  <a:pt x="440266" y="567267"/>
                </a:cubicBezTo>
                <a:cubicBezTo>
                  <a:pt x="500599" y="519002"/>
                  <a:pt x="404407" y="585530"/>
                  <a:pt x="482600" y="533400"/>
                </a:cubicBezTo>
                <a:cubicBezTo>
                  <a:pt x="502454" y="473832"/>
                  <a:pt x="476613" y="547369"/>
                  <a:pt x="508000" y="474134"/>
                </a:cubicBezTo>
                <a:cubicBezTo>
                  <a:pt x="516697" y="453842"/>
                  <a:pt x="518798" y="436338"/>
                  <a:pt x="524933" y="414867"/>
                </a:cubicBezTo>
                <a:cubicBezTo>
                  <a:pt x="527385" y="406286"/>
                  <a:pt x="529409" y="397449"/>
                  <a:pt x="533400" y="389467"/>
                </a:cubicBezTo>
                <a:cubicBezTo>
                  <a:pt x="537951" y="380366"/>
                  <a:pt x="544689" y="372534"/>
                  <a:pt x="550333" y="364067"/>
                </a:cubicBezTo>
                <a:cubicBezTo>
                  <a:pt x="553155" y="352778"/>
                  <a:pt x="553027" y="340303"/>
                  <a:pt x="558800" y="330200"/>
                </a:cubicBezTo>
                <a:cubicBezTo>
                  <a:pt x="564741" y="319804"/>
                  <a:pt x="576535" y="313998"/>
                  <a:pt x="584200" y="304800"/>
                </a:cubicBezTo>
                <a:cubicBezTo>
                  <a:pt x="590714" y="296983"/>
                  <a:pt x="596085" y="288235"/>
                  <a:pt x="601133" y="279400"/>
                </a:cubicBezTo>
                <a:cubicBezTo>
                  <a:pt x="628470" y="231560"/>
                  <a:pt x="604819" y="258781"/>
                  <a:pt x="635000" y="228600"/>
                </a:cubicBezTo>
                <a:cubicBezTo>
                  <a:pt x="645646" y="196659"/>
                  <a:pt x="648218" y="181515"/>
                  <a:pt x="677333" y="152400"/>
                </a:cubicBezTo>
                <a:cubicBezTo>
                  <a:pt x="685800" y="143933"/>
                  <a:pt x="694941" y="136091"/>
                  <a:pt x="702733" y="127000"/>
                </a:cubicBezTo>
                <a:cubicBezTo>
                  <a:pt x="719936" y="106930"/>
                  <a:pt x="726706" y="85142"/>
                  <a:pt x="753533" y="76200"/>
                </a:cubicBezTo>
                <a:cubicBezTo>
                  <a:pt x="769819" y="70771"/>
                  <a:pt x="787400" y="70556"/>
                  <a:pt x="804333" y="67734"/>
                </a:cubicBezTo>
                <a:cubicBezTo>
                  <a:pt x="854165" y="42817"/>
                  <a:pt x="826226" y="54791"/>
                  <a:pt x="889000" y="33867"/>
                </a:cubicBezTo>
                <a:cubicBezTo>
                  <a:pt x="905933" y="28223"/>
                  <a:pt x="922297" y="20435"/>
                  <a:pt x="939800" y="16934"/>
                </a:cubicBezTo>
                <a:cubicBezTo>
                  <a:pt x="993543" y="6185"/>
                  <a:pt x="968172" y="11957"/>
                  <a:pt x="1016000" y="0"/>
                </a:cubicBezTo>
                <a:cubicBezTo>
                  <a:pt x="1086555" y="2822"/>
                  <a:pt x="1157674" y="-865"/>
                  <a:pt x="1227666" y="8467"/>
                </a:cubicBezTo>
                <a:cubicBezTo>
                  <a:pt x="1243978" y="10642"/>
                  <a:pt x="1256609" y="24302"/>
                  <a:pt x="1270000" y="33867"/>
                </a:cubicBezTo>
                <a:cubicBezTo>
                  <a:pt x="1466523" y="174241"/>
                  <a:pt x="1283917" y="51612"/>
                  <a:pt x="1371600" y="110067"/>
                </a:cubicBezTo>
                <a:cubicBezTo>
                  <a:pt x="1377244" y="118534"/>
                  <a:pt x="1382619" y="127187"/>
                  <a:pt x="1388533" y="135467"/>
                </a:cubicBezTo>
                <a:cubicBezTo>
                  <a:pt x="1411692" y="167890"/>
                  <a:pt x="1416400" y="167035"/>
                  <a:pt x="1430866" y="203200"/>
                </a:cubicBezTo>
                <a:cubicBezTo>
                  <a:pt x="1437495" y="219773"/>
                  <a:pt x="1442156" y="237067"/>
                  <a:pt x="1447800" y="254000"/>
                </a:cubicBezTo>
                <a:cubicBezTo>
                  <a:pt x="1450622" y="262467"/>
                  <a:pt x="1454101" y="270742"/>
                  <a:pt x="1456266" y="279400"/>
                </a:cubicBezTo>
                <a:cubicBezTo>
                  <a:pt x="1459088" y="290689"/>
                  <a:pt x="1461536" y="302078"/>
                  <a:pt x="1464733" y="313267"/>
                </a:cubicBezTo>
                <a:cubicBezTo>
                  <a:pt x="1480954" y="370037"/>
                  <a:pt x="1470008" y="305778"/>
                  <a:pt x="1490133" y="406400"/>
                </a:cubicBezTo>
                <a:cubicBezTo>
                  <a:pt x="1492955" y="420511"/>
                  <a:pt x="1494049" y="435082"/>
                  <a:pt x="1498600" y="448734"/>
                </a:cubicBezTo>
                <a:cubicBezTo>
                  <a:pt x="1502591" y="460707"/>
                  <a:pt x="1511101" y="470782"/>
                  <a:pt x="1515533" y="482600"/>
                </a:cubicBezTo>
                <a:cubicBezTo>
                  <a:pt x="1523667" y="504290"/>
                  <a:pt x="1522236" y="521407"/>
                  <a:pt x="1532466" y="541867"/>
                </a:cubicBezTo>
                <a:cubicBezTo>
                  <a:pt x="1539825" y="556586"/>
                  <a:pt x="1549874" y="569815"/>
                  <a:pt x="1557866" y="584200"/>
                </a:cubicBezTo>
                <a:cubicBezTo>
                  <a:pt x="1563996" y="595233"/>
                  <a:pt x="1566720" y="608371"/>
                  <a:pt x="1574800" y="618067"/>
                </a:cubicBezTo>
                <a:cubicBezTo>
                  <a:pt x="1593811" y="640879"/>
                  <a:pt x="1625040" y="639473"/>
                  <a:pt x="1651000" y="643467"/>
                </a:cubicBezTo>
                <a:cubicBezTo>
                  <a:pt x="1670724" y="646502"/>
                  <a:pt x="1690511" y="649112"/>
                  <a:pt x="1710266" y="651934"/>
                </a:cubicBezTo>
                <a:cubicBezTo>
                  <a:pt x="1738488" y="646289"/>
                  <a:pt x="1768565" y="646536"/>
                  <a:pt x="1794933" y="635000"/>
                </a:cubicBezTo>
                <a:cubicBezTo>
                  <a:pt x="1815127" y="626165"/>
                  <a:pt x="1829581" y="607666"/>
                  <a:pt x="1845733" y="592667"/>
                </a:cubicBezTo>
                <a:cubicBezTo>
                  <a:pt x="1869131" y="570940"/>
                  <a:pt x="1890888" y="547512"/>
                  <a:pt x="1913466" y="524934"/>
                </a:cubicBezTo>
                <a:cubicBezTo>
                  <a:pt x="1919111" y="519289"/>
                  <a:pt x="1924014" y="512790"/>
                  <a:pt x="1930400" y="508000"/>
                </a:cubicBezTo>
                <a:cubicBezTo>
                  <a:pt x="1941689" y="499533"/>
                  <a:pt x="1953426" y="491634"/>
                  <a:pt x="1964266" y="482600"/>
                </a:cubicBezTo>
                <a:cubicBezTo>
                  <a:pt x="1964274" y="482593"/>
                  <a:pt x="1998125" y="448742"/>
                  <a:pt x="1998133" y="448734"/>
                </a:cubicBezTo>
                <a:lnTo>
                  <a:pt x="1998133" y="465667"/>
                </a:ln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" name="Freeform: Shape 130">
            <a:extLst>
              <a:ext uri="{FF2B5EF4-FFF2-40B4-BE49-F238E27FC236}">
                <a16:creationId xmlns:a16="http://schemas.microsoft.com/office/drawing/2014/main" id="{4B24D4BB-5ED7-D849-18CC-91914AB561ED}"/>
              </a:ext>
            </a:extLst>
          </p:cNvPr>
          <p:cNvSpPr/>
          <p:nvPr/>
        </p:nvSpPr>
        <p:spPr>
          <a:xfrm>
            <a:off x="6710617" y="5697561"/>
            <a:ext cx="1998133" cy="702734"/>
          </a:xfrm>
          <a:custGeom>
            <a:avLst/>
            <a:gdLst>
              <a:gd name="csX0" fmla="*/ 0 w 1998133"/>
              <a:gd name="csY0" fmla="*/ 457200 h 702734"/>
              <a:gd name="csX1" fmla="*/ 0 w 1998133"/>
              <a:gd name="csY1" fmla="*/ 457200 h 702734"/>
              <a:gd name="csX2" fmla="*/ 33866 w 1998133"/>
              <a:gd name="csY2" fmla="*/ 533400 h 702734"/>
              <a:gd name="csX3" fmla="*/ 50800 w 1998133"/>
              <a:gd name="csY3" fmla="*/ 558800 h 702734"/>
              <a:gd name="csX4" fmla="*/ 101600 w 1998133"/>
              <a:gd name="csY4" fmla="*/ 643467 h 702734"/>
              <a:gd name="csX5" fmla="*/ 118533 w 1998133"/>
              <a:gd name="csY5" fmla="*/ 668867 h 702734"/>
              <a:gd name="csX6" fmla="*/ 143933 w 1998133"/>
              <a:gd name="csY6" fmla="*/ 685800 h 702734"/>
              <a:gd name="csX7" fmla="*/ 194733 w 1998133"/>
              <a:gd name="csY7" fmla="*/ 702734 h 702734"/>
              <a:gd name="csX8" fmla="*/ 304800 w 1998133"/>
              <a:gd name="csY8" fmla="*/ 694267 h 702734"/>
              <a:gd name="csX9" fmla="*/ 347133 w 1998133"/>
              <a:gd name="csY9" fmla="*/ 643467 h 702734"/>
              <a:gd name="csX10" fmla="*/ 397933 w 1998133"/>
              <a:gd name="csY10" fmla="*/ 601134 h 702734"/>
              <a:gd name="csX11" fmla="*/ 414866 w 1998133"/>
              <a:gd name="csY11" fmla="*/ 584200 h 702734"/>
              <a:gd name="csX12" fmla="*/ 440266 w 1998133"/>
              <a:gd name="csY12" fmla="*/ 567267 h 702734"/>
              <a:gd name="csX13" fmla="*/ 482600 w 1998133"/>
              <a:gd name="csY13" fmla="*/ 533400 h 702734"/>
              <a:gd name="csX14" fmla="*/ 508000 w 1998133"/>
              <a:gd name="csY14" fmla="*/ 474134 h 702734"/>
              <a:gd name="csX15" fmla="*/ 524933 w 1998133"/>
              <a:gd name="csY15" fmla="*/ 414867 h 702734"/>
              <a:gd name="csX16" fmla="*/ 533400 w 1998133"/>
              <a:gd name="csY16" fmla="*/ 389467 h 702734"/>
              <a:gd name="csX17" fmla="*/ 550333 w 1998133"/>
              <a:gd name="csY17" fmla="*/ 364067 h 702734"/>
              <a:gd name="csX18" fmla="*/ 558800 w 1998133"/>
              <a:gd name="csY18" fmla="*/ 330200 h 702734"/>
              <a:gd name="csX19" fmla="*/ 584200 w 1998133"/>
              <a:gd name="csY19" fmla="*/ 304800 h 702734"/>
              <a:gd name="csX20" fmla="*/ 601133 w 1998133"/>
              <a:gd name="csY20" fmla="*/ 279400 h 702734"/>
              <a:gd name="csX21" fmla="*/ 635000 w 1998133"/>
              <a:gd name="csY21" fmla="*/ 228600 h 702734"/>
              <a:gd name="csX22" fmla="*/ 677333 w 1998133"/>
              <a:gd name="csY22" fmla="*/ 152400 h 702734"/>
              <a:gd name="csX23" fmla="*/ 702733 w 1998133"/>
              <a:gd name="csY23" fmla="*/ 127000 h 702734"/>
              <a:gd name="csX24" fmla="*/ 753533 w 1998133"/>
              <a:gd name="csY24" fmla="*/ 76200 h 702734"/>
              <a:gd name="csX25" fmla="*/ 804333 w 1998133"/>
              <a:gd name="csY25" fmla="*/ 67734 h 702734"/>
              <a:gd name="csX26" fmla="*/ 889000 w 1998133"/>
              <a:gd name="csY26" fmla="*/ 33867 h 702734"/>
              <a:gd name="csX27" fmla="*/ 939800 w 1998133"/>
              <a:gd name="csY27" fmla="*/ 16934 h 702734"/>
              <a:gd name="csX28" fmla="*/ 1016000 w 1998133"/>
              <a:gd name="csY28" fmla="*/ 0 h 702734"/>
              <a:gd name="csX29" fmla="*/ 1227666 w 1998133"/>
              <a:gd name="csY29" fmla="*/ 8467 h 702734"/>
              <a:gd name="csX30" fmla="*/ 1270000 w 1998133"/>
              <a:gd name="csY30" fmla="*/ 33867 h 702734"/>
              <a:gd name="csX31" fmla="*/ 1371600 w 1998133"/>
              <a:gd name="csY31" fmla="*/ 110067 h 702734"/>
              <a:gd name="csX32" fmla="*/ 1388533 w 1998133"/>
              <a:gd name="csY32" fmla="*/ 135467 h 702734"/>
              <a:gd name="csX33" fmla="*/ 1430866 w 1998133"/>
              <a:gd name="csY33" fmla="*/ 203200 h 702734"/>
              <a:gd name="csX34" fmla="*/ 1447800 w 1998133"/>
              <a:gd name="csY34" fmla="*/ 254000 h 702734"/>
              <a:gd name="csX35" fmla="*/ 1456266 w 1998133"/>
              <a:gd name="csY35" fmla="*/ 279400 h 702734"/>
              <a:gd name="csX36" fmla="*/ 1464733 w 1998133"/>
              <a:gd name="csY36" fmla="*/ 313267 h 702734"/>
              <a:gd name="csX37" fmla="*/ 1490133 w 1998133"/>
              <a:gd name="csY37" fmla="*/ 406400 h 702734"/>
              <a:gd name="csX38" fmla="*/ 1498600 w 1998133"/>
              <a:gd name="csY38" fmla="*/ 448734 h 702734"/>
              <a:gd name="csX39" fmla="*/ 1515533 w 1998133"/>
              <a:gd name="csY39" fmla="*/ 482600 h 702734"/>
              <a:gd name="csX40" fmla="*/ 1532466 w 1998133"/>
              <a:gd name="csY40" fmla="*/ 541867 h 702734"/>
              <a:gd name="csX41" fmla="*/ 1557866 w 1998133"/>
              <a:gd name="csY41" fmla="*/ 584200 h 702734"/>
              <a:gd name="csX42" fmla="*/ 1574800 w 1998133"/>
              <a:gd name="csY42" fmla="*/ 618067 h 702734"/>
              <a:gd name="csX43" fmla="*/ 1651000 w 1998133"/>
              <a:gd name="csY43" fmla="*/ 643467 h 702734"/>
              <a:gd name="csX44" fmla="*/ 1710266 w 1998133"/>
              <a:gd name="csY44" fmla="*/ 651934 h 702734"/>
              <a:gd name="csX45" fmla="*/ 1794933 w 1998133"/>
              <a:gd name="csY45" fmla="*/ 635000 h 702734"/>
              <a:gd name="csX46" fmla="*/ 1845733 w 1998133"/>
              <a:gd name="csY46" fmla="*/ 592667 h 702734"/>
              <a:gd name="csX47" fmla="*/ 1913466 w 1998133"/>
              <a:gd name="csY47" fmla="*/ 524934 h 702734"/>
              <a:gd name="csX48" fmla="*/ 1930400 w 1998133"/>
              <a:gd name="csY48" fmla="*/ 508000 h 702734"/>
              <a:gd name="csX49" fmla="*/ 1964266 w 1998133"/>
              <a:gd name="csY49" fmla="*/ 482600 h 702734"/>
              <a:gd name="csX50" fmla="*/ 1998133 w 1998133"/>
              <a:gd name="csY50" fmla="*/ 448734 h 702734"/>
              <a:gd name="csX51" fmla="*/ 1998133 w 1998133"/>
              <a:gd name="csY51" fmla="*/ 465667 h 70273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</a:cxnLst>
            <a:rect l="l" t="t" r="r" b="b"/>
            <a:pathLst>
              <a:path w="1998133" h="702734">
                <a:moveTo>
                  <a:pt x="0" y="457200"/>
                </a:moveTo>
                <a:lnTo>
                  <a:pt x="0" y="457200"/>
                </a:lnTo>
                <a:cubicBezTo>
                  <a:pt x="11289" y="482600"/>
                  <a:pt x="21435" y="508539"/>
                  <a:pt x="33866" y="533400"/>
                </a:cubicBezTo>
                <a:cubicBezTo>
                  <a:pt x="38417" y="542502"/>
                  <a:pt x="45751" y="549965"/>
                  <a:pt x="50800" y="558800"/>
                </a:cubicBezTo>
                <a:cubicBezTo>
                  <a:pt x="102878" y="649935"/>
                  <a:pt x="18738" y="519174"/>
                  <a:pt x="101600" y="643467"/>
                </a:cubicBezTo>
                <a:cubicBezTo>
                  <a:pt x="107244" y="651934"/>
                  <a:pt x="110066" y="663223"/>
                  <a:pt x="118533" y="668867"/>
                </a:cubicBezTo>
                <a:cubicBezTo>
                  <a:pt x="127000" y="674511"/>
                  <a:pt x="134634" y="681667"/>
                  <a:pt x="143933" y="685800"/>
                </a:cubicBezTo>
                <a:cubicBezTo>
                  <a:pt x="160244" y="693049"/>
                  <a:pt x="194733" y="702734"/>
                  <a:pt x="194733" y="702734"/>
                </a:cubicBezTo>
                <a:cubicBezTo>
                  <a:pt x="231422" y="699912"/>
                  <a:pt x="269101" y="703192"/>
                  <a:pt x="304800" y="694267"/>
                </a:cubicBezTo>
                <a:cubicBezTo>
                  <a:pt x="320423" y="690361"/>
                  <a:pt x="337982" y="654449"/>
                  <a:pt x="347133" y="643467"/>
                </a:cubicBezTo>
                <a:cubicBezTo>
                  <a:pt x="377303" y="607263"/>
                  <a:pt x="364631" y="627776"/>
                  <a:pt x="397933" y="601134"/>
                </a:cubicBezTo>
                <a:cubicBezTo>
                  <a:pt x="404166" y="596147"/>
                  <a:pt x="408633" y="589187"/>
                  <a:pt x="414866" y="584200"/>
                </a:cubicBezTo>
                <a:cubicBezTo>
                  <a:pt x="422812" y="577843"/>
                  <a:pt x="432320" y="573624"/>
                  <a:pt x="440266" y="567267"/>
                </a:cubicBezTo>
                <a:cubicBezTo>
                  <a:pt x="500599" y="519002"/>
                  <a:pt x="404407" y="585530"/>
                  <a:pt x="482600" y="533400"/>
                </a:cubicBezTo>
                <a:cubicBezTo>
                  <a:pt x="502454" y="473832"/>
                  <a:pt x="476613" y="547369"/>
                  <a:pt x="508000" y="474134"/>
                </a:cubicBezTo>
                <a:cubicBezTo>
                  <a:pt x="516697" y="453842"/>
                  <a:pt x="518798" y="436338"/>
                  <a:pt x="524933" y="414867"/>
                </a:cubicBezTo>
                <a:cubicBezTo>
                  <a:pt x="527385" y="406286"/>
                  <a:pt x="529409" y="397449"/>
                  <a:pt x="533400" y="389467"/>
                </a:cubicBezTo>
                <a:cubicBezTo>
                  <a:pt x="537951" y="380366"/>
                  <a:pt x="544689" y="372534"/>
                  <a:pt x="550333" y="364067"/>
                </a:cubicBezTo>
                <a:cubicBezTo>
                  <a:pt x="553155" y="352778"/>
                  <a:pt x="553027" y="340303"/>
                  <a:pt x="558800" y="330200"/>
                </a:cubicBezTo>
                <a:cubicBezTo>
                  <a:pt x="564741" y="319804"/>
                  <a:pt x="576535" y="313998"/>
                  <a:pt x="584200" y="304800"/>
                </a:cubicBezTo>
                <a:cubicBezTo>
                  <a:pt x="590714" y="296983"/>
                  <a:pt x="596085" y="288235"/>
                  <a:pt x="601133" y="279400"/>
                </a:cubicBezTo>
                <a:cubicBezTo>
                  <a:pt x="628470" y="231560"/>
                  <a:pt x="604819" y="258781"/>
                  <a:pt x="635000" y="228600"/>
                </a:cubicBezTo>
                <a:cubicBezTo>
                  <a:pt x="645646" y="196659"/>
                  <a:pt x="648218" y="181515"/>
                  <a:pt x="677333" y="152400"/>
                </a:cubicBezTo>
                <a:cubicBezTo>
                  <a:pt x="685800" y="143933"/>
                  <a:pt x="694941" y="136091"/>
                  <a:pt x="702733" y="127000"/>
                </a:cubicBezTo>
                <a:cubicBezTo>
                  <a:pt x="719936" y="106930"/>
                  <a:pt x="726706" y="85142"/>
                  <a:pt x="753533" y="76200"/>
                </a:cubicBezTo>
                <a:cubicBezTo>
                  <a:pt x="769819" y="70771"/>
                  <a:pt x="787400" y="70556"/>
                  <a:pt x="804333" y="67734"/>
                </a:cubicBezTo>
                <a:cubicBezTo>
                  <a:pt x="854165" y="42817"/>
                  <a:pt x="826226" y="54791"/>
                  <a:pt x="889000" y="33867"/>
                </a:cubicBezTo>
                <a:cubicBezTo>
                  <a:pt x="905933" y="28223"/>
                  <a:pt x="922297" y="20435"/>
                  <a:pt x="939800" y="16934"/>
                </a:cubicBezTo>
                <a:cubicBezTo>
                  <a:pt x="993543" y="6185"/>
                  <a:pt x="968172" y="11957"/>
                  <a:pt x="1016000" y="0"/>
                </a:cubicBezTo>
                <a:cubicBezTo>
                  <a:pt x="1086555" y="2822"/>
                  <a:pt x="1157674" y="-865"/>
                  <a:pt x="1227666" y="8467"/>
                </a:cubicBezTo>
                <a:cubicBezTo>
                  <a:pt x="1243978" y="10642"/>
                  <a:pt x="1256609" y="24302"/>
                  <a:pt x="1270000" y="33867"/>
                </a:cubicBezTo>
                <a:cubicBezTo>
                  <a:pt x="1466523" y="174241"/>
                  <a:pt x="1283917" y="51612"/>
                  <a:pt x="1371600" y="110067"/>
                </a:cubicBezTo>
                <a:cubicBezTo>
                  <a:pt x="1377244" y="118534"/>
                  <a:pt x="1382619" y="127187"/>
                  <a:pt x="1388533" y="135467"/>
                </a:cubicBezTo>
                <a:cubicBezTo>
                  <a:pt x="1411692" y="167890"/>
                  <a:pt x="1416400" y="167035"/>
                  <a:pt x="1430866" y="203200"/>
                </a:cubicBezTo>
                <a:cubicBezTo>
                  <a:pt x="1437495" y="219773"/>
                  <a:pt x="1442156" y="237067"/>
                  <a:pt x="1447800" y="254000"/>
                </a:cubicBezTo>
                <a:cubicBezTo>
                  <a:pt x="1450622" y="262467"/>
                  <a:pt x="1454101" y="270742"/>
                  <a:pt x="1456266" y="279400"/>
                </a:cubicBezTo>
                <a:cubicBezTo>
                  <a:pt x="1459088" y="290689"/>
                  <a:pt x="1461536" y="302078"/>
                  <a:pt x="1464733" y="313267"/>
                </a:cubicBezTo>
                <a:cubicBezTo>
                  <a:pt x="1480954" y="370037"/>
                  <a:pt x="1470008" y="305778"/>
                  <a:pt x="1490133" y="406400"/>
                </a:cubicBezTo>
                <a:cubicBezTo>
                  <a:pt x="1492955" y="420511"/>
                  <a:pt x="1494049" y="435082"/>
                  <a:pt x="1498600" y="448734"/>
                </a:cubicBezTo>
                <a:cubicBezTo>
                  <a:pt x="1502591" y="460707"/>
                  <a:pt x="1511101" y="470782"/>
                  <a:pt x="1515533" y="482600"/>
                </a:cubicBezTo>
                <a:cubicBezTo>
                  <a:pt x="1523667" y="504290"/>
                  <a:pt x="1522236" y="521407"/>
                  <a:pt x="1532466" y="541867"/>
                </a:cubicBezTo>
                <a:cubicBezTo>
                  <a:pt x="1539825" y="556586"/>
                  <a:pt x="1549874" y="569815"/>
                  <a:pt x="1557866" y="584200"/>
                </a:cubicBezTo>
                <a:cubicBezTo>
                  <a:pt x="1563996" y="595233"/>
                  <a:pt x="1566720" y="608371"/>
                  <a:pt x="1574800" y="618067"/>
                </a:cubicBezTo>
                <a:cubicBezTo>
                  <a:pt x="1593811" y="640879"/>
                  <a:pt x="1625040" y="639473"/>
                  <a:pt x="1651000" y="643467"/>
                </a:cubicBezTo>
                <a:cubicBezTo>
                  <a:pt x="1670724" y="646502"/>
                  <a:pt x="1690511" y="649112"/>
                  <a:pt x="1710266" y="651934"/>
                </a:cubicBezTo>
                <a:cubicBezTo>
                  <a:pt x="1738488" y="646289"/>
                  <a:pt x="1768565" y="646536"/>
                  <a:pt x="1794933" y="635000"/>
                </a:cubicBezTo>
                <a:cubicBezTo>
                  <a:pt x="1815127" y="626165"/>
                  <a:pt x="1829581" y="607666"/>
                  <a:pt x="1845733" y="592667"/>
                </a:cubicBezTo>
                <a:cubicBezTo>
                  <a:pt x="1869131" y="570940"/>
                  <a:pt x="1890888" y="547512"/>
                  <a:pt x="1913466" y="524934"/>
                </a:cubicBezTo>
                <a:cubicBezTo>
                  <a:pt x="1919111" y="519289"/>
                  <a:pt x="1924014" y="512790"/>
                  <a:pt x="1930400" y="508000"/>
                </a:cubicBezTo>
                <a:cubicBezTo>
                  <a:pt x="1941689" y="499533"/>
                  <a:pt x="1953426" y="491634"/>
                  <a:pt x="1964266" y="482600"/>
                </a:cubicBezTo>
                <a:cubicBezTo>
                  <a:pt x="1964274" y="482593"/>
                  <a:pt x="1998125" y="448742"/>
                  <a:pt x="1998133" y="448734"/>
                </a:cubicBezTo>
                <a:lnTo>
                  <a:pt x="1998133" y="465667"/>
                </a:ln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Freeform: Shape 134">
            <a:extLst>
              <a:ext uri="{FF2B5EF4-FFF2-40B4-BE49-F238E27FC236}">
                <a16:creationId xmlns:a16="http://schemas.microsoft.com/office/drawing/2014/main" id="{5D14B5E5-10BC-C1F6-41E3-F2C9636A8A9C}"/>
              </a:ext>
            </a:extLst>
          </p:cNvPr>
          <p:cNvSpPr/>
          <p:nvPr/>
        </p:nvSpPr>
        <p:spPr>
          <a:xfrm flipV="1">
            <a:off x="116106" y="5892813"/>
            <a:ext cx="1632720" cy="852895"/>
          </a:xfrm>
          <a:custGeom>
            <a:avLst/>
            <a:gdLst>
              <a:gd name="csX0" fmla="*/ 0 w 1998133"/>
              <a:gd name="csY0" fmla="*/ 457200 h 702734"/>
              <a:gd name="csX1" fmla="*/ 0 w 1998133"/>
              <a:gd name="csY1" fmla="*/ 457200 h 702734"/>
              <a:gd name="csX2" fmla="*/ 33866 w 1998133"/>
              <a:gd name="csY2" fmla="*/ 533400 h 702734"/>
              <a:gd name="csX3" fmla="*/ 50800 w 1998133"/>
              <a:gd name="csY3" fmla="*/ 558800 h 702734"/>
              <a:gd name="csX4" fmla="*/ 101600 w 1998133"/>
              <a:gd name="csY4" fmla="*/ 643467 h 702734"/>
              <a:gd name="csX5" fmla="*/ 118533 w 1998133"/>
              <a:gd name="csY5" fmla="*/ 668867 h 702734"/>
              <a:gd name="csX6" fmla="*/ 143933 w 1998133"/>
              <a:gd name="csY6" fmla="*/ 685800 h 702734"/>
              <a:gd name="csX7" fmla="*/ 194733 w 1998133"/>
              <a:gd name="csY7" fmla="*/ 702734 h 702734"/>
              <a:gd name="csX8" fmla="*/ 304800 w 1998133"/>
              <a:gd name="csY8" fmla="*/ 694267 h 702734"/>
              <a:gd name="csX9" fmla="*/ 347133 w 1998133"/>
              <a:gd name="csY9" fmla="*/ 643467 h 702734"/>
              <a:gd name="csX10" fmla="*/ 397933 w 1998133"/>
              <a:gd name="csY10" fmla="*/ 601134 h 702734"/>
              <a:gd name="csX11" fmla="*/ 414866 w 1998133"/>
              <a:gd name="csY11" fmla="*/ 584200 h 702734"/>
              <a:gd name="csX12" fmla="*/ 440266 w 1998133"/>
              <a:gd name="csY12" fmla="*/ 567267 h 702734"/>
              <a:gd name="csX13" fmla="*/ 482600 w 1998133"/>
              <a:gd name="csY13" fmla="*/ 533400 h 702734"/>
              <a:gd name="csX14" fmla="*/ 508000 w 1998133"/>
              <a:gd name="csY14" fmla="*/ 474134 h 702734"/>
              <a:gd name="csX15" fmla="*/ 524933 w 1998133"/>
              <a:gd name="csY15" fmla="*/ 414867 h 702734"/>
              <a:gd name="csX16" fmla="*/ 533400 w 1998133"/>
              <a:gd name="csY16" fmla="*/ 389467 h 702734"/>
              <a:gd name="csX17" fmla="*/ 550333 w 1998133"/>
              <a:gd name="csY17" fmla="*/ 364067 h 702734"/>
              <a:gd name="csX18" fmla="*/ 558800 w 1998133"/>
              <a:gd name="csY18" fmla="*/ 330200 h 702734"/>
              <a:gd name="csX19" fmla="*/ 584200 w 1998133"/>
              <a:gd name="csY19" fmla="*/ 304800 h 702734"/>
              <a:gd name="csX20" fmla="*/ 601133 w 1998133"/>
              <a:gd name="csY20" fmla="*/ 279400 h 702734"/>
              <a:gd name="csX21" fmla="*/ 635000 w 1998133"/>
              <a:gd name="csY21" fmla="*/ 228600 h 702734"/>
              <a:gd name="csX22" fmla="*/ 677333 w 1998133"/>
              <a:gd name="csY22" fmla="*/ 152400 h 702734"/>
              <a:gd name="csX23" fmla="*/ 702733 w 1998133"/>
              <a:gd name="csY23" fmla="*/ 127000 h 702734"/>
              <a:gd name="csX24" fmla="*/ 753533 w 1998133"/>
              <a:gd name="csY24" fmla="*/ 76200 h 702734"/>
              <a:gd name="csX25" fmla="*/ 804333 w 1998133"/>
              <a:gd name="csY25" fmla="*/ 67734 h 702734"/>
              <a:gd name="csX26" fmla="*/ 889000 w 1998133"/>
              <a:gd name="csY26" fmla="*/ 33867 h 702734"/>
              <a:gd name="csX27" fmla="*/ 939800 w 1998133"/>
              <a:gd name="csY27" fmla="*/ 16934 h 702734"/>
              <a:gd name="csX28" fmla="*/ 1016000 w 1998133"/>
              <a:gd name="csY28" fmla="*/ 0 h 702734"/>
              <a:gd name="csX29" fmla="*/ 1227666 w 1998133"/>
              <a:gd name="csY29" fmla="*/ 8467 h 702734"/>
              <a:gd name="csX30" fmla="*/ 1270000 w 1998133"/>
              <a:gd name="csY30" fmla="*/ 33867 h 702734"/>
              <a:gd name="csX31" fmla="*/ 1371600 w 1998133"/>
              <a:gd name="csY31" fmla="*/ 110067 h 702734"/>
              <a:gd name="csX32" fmla="*/ 1388533 w 1998133"/>
              <a:gd name="csY32" fmla="*/ 135467 h 702734"/>
              <a:gd name="csX33" fmla="*/ 1430866 w 1998133"/>
              <a:gd name="csY33" fmla="*/ 203200 h 702734"/>
              <a:gd name="csX34" fmla="*/ 1447800 w 1998133"/>
              <a:gd name="csY34" fmla="*/ 254000 h 702734"/>
              <a:gd name="csX35" fmla="*/ 1456266 w 1998133"/>
              <a:gd name="csY35" fmla="*/ 279400 h 702734"/>
              <a:gd name="csX36" fmla="*/ 1464733 w 1998133"/>
              <a:gd name="csY36" fmla="*/ 313267 h 702734"/>
              <a:gd name="csX37" fmla="*/ 1490133 w 1998133"/>
              <a:gd name="csY37" fmla="*/ 406400 h 702734"/>
              <a:gd name="csX38" fmla="*/ 1498600 w 1998133"/>
              <a:gd name="csY38" fmla="*/ 448734 h 702734"/>
              <a:gd name="csX39" fmla="*/ 1515533 w 1998133"/>
              <a:gd name="csY39" fmla="*/ 482600 h 702734"/>
              <a:gd name="csX40" fmla="*/ 1532466 w 1998133"/>
              <a:gd name="csY40" fmla="*/ 541867 h 702734"/>
              <a:gd name="csX41" fmla="*/ 1557866 w 1998133"/>
              <a:gd name="csY41" fmla="*/ 584200 h 702734"/>
              <a:gd name="csX42" fmla="*/ 1574800 w 1998133"/>
              <a:gd name="csY42" fmla="*/ 618067 h 702734"/>
              <a:gd name="csX43" fmla="*/ 1651000 w 1998133"/>
              <a:gd name="csY43" fmla="*/ 643467 h 702734"/>
              <a:gd name="csX44" fmla="*/ 1710266 w 1998133"/>
              <a:gd name="csY44" fmla="*/ 651934 h 702734"/>
              <a:gd name="csX45" fmla="*/ 1794933 w 1998133"/>
              <a:gd name="csY45" fmla="*/ 635000 h 702734"/>
              <a:gd name="csX46" fmla="*/ 1845733 w 1998133"/>
              <a:gd name="csY46" fmla="*/ 592667 h 702734"/>
              <a:gd name="csX47" fmla="*/ 1913466 w 1998133"/>
              <a:gd name="csY47" fmla="*/ 524934 h 702734"/>
              <a:gd name="csX48" fmla="*/ 1930400 w 1998133"/>
              <a:gd name="csY48" fmla="*/ 508000 h 702734"/>
              <a:gd name="csX49" fmla="*/ 1964266 w 1998133"/>
              <a:gd name="csY49" fmla="*/ 482600 h 702734"/>
              <a:gd name="csX50" fmla="*/ 1998133 w 1998133"/>
              <a:gd name="csY50" fmla="*/ 448734 h 702734"/>
              <a:gd name="csX51" fmla="*/ 1998133 w 1998133"/>
              <a:gd name="csY51" fmla="*/ 465667 h 70273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</a:cxnLst>
            <a:rect l="l" t="t" r="r" b="b"/>
            <a:pathLst>
              <a:path w="1998133" h="702734">
                <a:moveTo>
                  <a:pt x="0" y="457200"/>
                </a:moveTo>
                <a:lnTo>
                  <a:pt x="0" y="457200"/>
                </a:lnTo>
                <a:cubicBezTo>
                  <a:pt x="11289" y="482600"/>
                  <a:pt x="21435" y="508539"/>
                  <a:pt x="33866" y="533400"/>
                </a:cubicBezTo>
                <a:cubicBezTo>
                  <a:pt x="38417" y="542502"/>
                  <a:pt x="45751" y="549965"/>
                  <a:pt x="50800" y="558800"/>
                </a:cubicBezTo>
                <a:cubicBezTo>
                  <a:pt x="102878" y="649935"/>
                  <a:pt x="18738" y="519174"/>
                  <a:pt x="101600" y="643467"/>
                </a:cubicBezTo>
                <a:cubicBezTo>
                  <a:pt x="107244" y="651934"/>
                  <a:pt x="110066" y="663223"/>
                  <a:pt x="118533" y="668867"/>
                </a:cubicBezTo>
                <a:cubicBezTo>
                  <a:pt x="127000" y="674511"/>
                  <a:pt x="134634" y="681667"/>
                  <a:pt x="143933" y="685800"/>
                </a:cubicBezTo>
                <a:cubicBezTo>
                  <a:pt x="160244" y="693049"/>
                  <a:pt x="194733" y="702734"/>
                  <a:pt x="194733" y="702734"/>
                </a:cubicBezTo>
                <a:cubicBezTo>
                  <a:pt x="231422" y="699912"/>
                  <a:pt x="269101" y="703192"/>
                  <a:pt x="304800" y="694267"/>
                </a:cubicBezTo>
                <a:cubicBezTo>
                  <a:pt x="320423" y="690361"/>
                  <a:pt x="337982" y="654449"/>
                  <a:pt x="347133" y="643467"/>
                </a:cubicBezTo>
                <a:cubicBezTo>
                  <a:pt x="377303" y="607263"/>
                  <a:pt x="364631" y="627776"/>
                  <a:pt x="397933" y="601134"/>
                </a:cubicBezTo>
                <a:cubicBezTo>
                  <a:pt x="404166" y="596147"/>
                  <a:pt x="408633" y="589187"/>
                  <a:pt x="414866" y="584200"/>
                </a:cubicBezTo>
                <a:cubicBezTo>
                  <a:pt x="422812" y="577843"/>
                  <a:pt x="432320" y="573624"/>
                  <a:pt x="440266" y="567267"/>
                </a:cubicBezTo>
                <a:cubicBezTo>
                  <a:pt x="500599" y="519002"/>
                  <a:pt x="404407" y="585530"/>
                  <a:pt x="482600" y="533400"/>
                </a:cubicBezTo>
                <a:cubicBezTo>
                  <a:pt x="502454" y="473832"/>
                  <a:pt x="476613" y="547369"/>
                  <a:pt x="508000" y="474134"/>
                </a:cubicBezTo>
                <a:cubicBezTo>
                  <a:pt x="516697" y="453842"/>
                  <a:pt x="518798" y="436338"/>
                  <a:pt x="524933" y="414867"/>
                </a:cubicBezTo>
                <a:cubicBezTo>
                  <a:pt x="527385" y="406286"/>
                  <a:pt x="529409" y="397449"/>
                  <a:pt x="533400" y="389467"/>
                </a:cubicBezTo>
                <a:cubicBezTo>
                  <a:pt x="537951" y="380366"/>
                  <a:pt x="544689" y="372534"/>
                  <a:pt x="550333" y="364067"/>
                </a:cubicBezTo>
                <a:cubicBezTo>
                  <a:pt x="553155" y="352778"/>
                  <a:pt x="553027" y="340303"/>
                  <a:pt x="558800" y="330200"/>
                </a:cubicBezTo>
                <a:cubicBezTo>
                  <a:pt x="564741" y="319804"/>
                  <a:pt x="576535" y="313998"/>
                  <a:pt x="584200" y="304800"/>
                </a:cubicBezTo>
                <a:cubicBezTo>
                  <a:pt x="590714" y="296983"/>
                  <a:pt x="596085" y="288235"/>
                  <a:pt x="601133" y="279400"/>
                </a:cubicBezTo>
                <a:cubicBezTo>
                  <a:pt x="628470" y="231560"/>
                  <a:pt x="604819" y="258781"/>
                  <a:pt x="635000" y="228600"/>
                </a:cubicBezTo>
                <a:cubicBezTo>
                  <a:pt x="645646" y="196659"/>
                  <a:pt x="648218" y="181515"/>
                  <a:pt x="677333" y="152400"/>
                </a:cubicBezTo>
                <a:cubicBezTo>
                  <a:pt x="685800" y="143933"/>
                  <a:pt x="694941" y="136091"/>
                  <a:pt x="702733" y="127000"/>
                </a:cubicBezTo>
                <a:cubicBezTo>
                  <a:pt x="719936" y="106930"/>
                  <a:pt x="726706" y="85142"/>
                  <a:pt x="753533" y="76200"/>
                </a:cubicBezTo>
                <a:cubicBezTo>
                  <a:pt x="769819" y="70771"/>
                  <a:pt x="787400" y="70556"/>
                  <a:pt x="804333" y="67734"/>
                </a:cubicBezTo>
                <a:cubicBezTo>
                  <a:pt x="854165" y="42817"/>
                  <a:pt x="826226" y="54791"/>
                  <a:pt x="889000" y="33867"/>
                </a:cubicBezTo>
                <a:cubicBezTo>
                  <a:pt x="905933" y="28223"/>
                  <a:pt x="922297" y="20435"/>
                  <a:pt x="939800" y="16934"/>
                </a:cubicBezTo>
                <a:cubicBezTo>
                  <a:pt x="993543" y="6185"/>
                  <a:pt x="968172" y="11957"/>
                  <a:pt x="1016000" y="0"/>
                </a:cubicBezTo>
                <a:cubicBezTo>
                  <a:pt x="1086555" y="2822"/>
                  <a:pt x="1157674" y="-865"/>
                  <a:pt x="1227666" y="8467"/>
                </a:cubicBezTo>
                <a:cubicBezTo>
                  <a:pt x="1243978" y="10642"/>
                  <a:pt x="1256609" y="24302"/>
                  <a:pt x="1270000" y="33867"/>
                </a:cubicBezTo>
                <a:cubicBezTo>
                  <a:pt x="1466523" y="174241"/>
                  <a:pt x="1283917" y="51612"/>
                  <a:pt x="1371600" y="110067"/>
                </a:cubicBezTo>
                <a:cubicBezTo>
                  <a:pt x="1377244" y="118534"/>
                  <a:pt x="1382619" y="127187"/>
                  <a:pt x="1388533" y="135467"/>
                </a:cubicBezTo>
                <a:cubicBezTo>
                  <a:pt x="1411692" y="167890"/>
                  <a:pt x="1416400" y="167035"/>
                  <a:pt x="1430866" y="203200"/>
                </a:cubicBezTo>
                <a:cubicBezTo>
                  <a:pt x="1437495" y="219773"/>
                  <a:pt x="1442156" y="237067"/>
                  <a:pt x="1447800" y="254000"/>
                </a:cubicBezTo>
                <a:cubicBezTo>
                  <a:pt x="1450622" y="262467"/>
                  <a:pt x="1454101" y="270742"/>
                  <a:pt x="1456266" y="279400"/>
                </a:cubicBezTo>
                <a:cubicBezTo>
                  <a:pt x="1459088" y="290689"/>
                  <a:pt x="1461536" y="302078"/>
                  <a:pt x="1464733" y="313267"/>
                </a:cubicBezTo>
                <a:cubicBezTo>
                  <a:pt x="1480954" y="370037"/>
                  <a:pt x="1470008" y="305778"/>
                  <a:pt x="1490133" y="406400"/>
                </a:cubicBezTo>
                <a:cubicBezTo>
                  <a:pt x="1492955" y="420511"/>
                  <a:pt x="1494049" y="435082"/>
                  <a:pt x="1498600" y="448734"/>
                </a:cubicBezTo>
                <a:cubicBezTo>
                  <a:pt x="1502591" y="460707"/>
                  <a:pt x="1511101" y="470782"/>
                  <a:pt x="1515533" y="482600"/>
                </a:cubicBezTo>
                <a:cubicBezTo>
                  <a:pt x="1523667" y="504290"/>
                  <a:pt x="1522236" y="521407"/>
                  <a:pt x="1532466" y="541867"/>
                </a:cubicBezTo>
                <a:cubicBezTo>
                  <a:pt x="1539825" y="556586"/>
                  <a:pt x="1549874" y="569815"/>
                  <a:pt x="1557866" y="584200"/>
                </a:cubicBezTo>
                <a:cubicBezTo>
                  <a:pt x="1563996" y="595233"/>
                  <a:pt x="1566720" y="608371"/>
                  <a:pt x="1574800" y="618067"/>
                </a:cubicBezTo>
                <a:cubicBezTo>
                  <a:pt x="1593811" y="640879"/>
                  <a:pt x="1625040" y="639473"/>
                  <a:pt x="1651000" y="643467"/>
                </a:cubicBezTo>
                <a:cubicBezTo>
                  <a:pt x="1670724" y="646502"/>
                  <a:pt x="1690511" y="649112"/>
                  <a:pt x="1710266" y="651934"/>
                </a:cubicBezTo>
                <a:cubicBezTo>
                  <a:pt x="1738488" y="646289"/>
                  <a:pt x="1768565" y="646536"/>
                  <a:pt x="1794933" y="635000"/>
                </a:cubicBezTo>
                <a:cubicBezTo>
                  <a:pt x="1815127" y="626165"/>
                  <a:pt x="1829581" y="607666"/>
                  <a:pt x="1845733" y="592667"/>
                </a:cubicBezTo>
                <a:cubicBezTo>
                  <a:pt x="1869131" y="570940"/>
                  <a:pt x="1890888" y="547512"/>
                  <a:pt x="1913466" y="524934"/>
                </a:cubicBezTo>
                <a:cubicBezTo>
                  <a:pt x="1919111" y="519289"/>
                  <a:pt x="1924014" y="512790"/>
                  <a:pt x="1930400" y="508000"/>
                </a:cubicBezTo>
                <a:cubicBezTo>
                  <a:pt x="1941689" y="499533"/>
                  <a:pt x="1953426" y="491634"/>
                  <a:pt x="1964266" y="482600"/>
                </a:cubicBezTo>
                <a:cubicBezTo>
                  <a:pt x="1964274" y="482593"/>
                  <a:pt x="1998125" y="448742"/>
                  <a:pt x="1998133" y="448734"/>
                </a:cubicBezTo>
                <a:lnTo>
                  <a:pt x="1998133" y="465667"/>
                </a:ln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48212C6-1238-9AB7-9ACF-684C1B1E2939}"/>
              </a:ext>
            </a:extLst>
          </p:cNvPr>
          <p:cNvSpPr txBox="1"/>
          <p:nvPr/>
        </p:nvSpPr>
        <p:spPr>
          <a:xfrm>
            <a:off x="9238459" y="40142"/>
            <a:ext cx="2016211" cy="923330"/>
          </a:xfrm>
          <a:prstGeom prst="rect">
            <a:avLst/>
          </a:prstGeom>
          <a:solidFill>
            <a:srgbClr val="FF0000">
              <a:alpha val="22291"/>
            </a:srgb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Drag</a:t>
            </a:r>
            <a:r>
              <a:rPr lang="en-US" dirty="0"/>
              <a:t> and resize to indicate where quads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dirty="0"/>
              <a:t>dominate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3176EE5-76DF-E720-3891-A7014FE0E0EF}"/>
              </a:ext>
            </a:extLst>
          </p:cNvPr>
          <p:cNvSpPr txBox="1"/>
          <p:nvPr/>
        </p:nvSpPr>
        <p:spPr>
          <a:xfrm>
            <a:off x="9692032" y="5993813"/>
            <a:ext cx="2535363" cy="923330"/>
          </a:xfrm>
          <a:prstGeom prst="rect">
            <a:avLst/>
          </a:prstGeom>
          <a:solidFill>
            <a:srgbClr val="C4008E">
              <a:alpha val="32000"/>
            </a:srgb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Drag</a:t>
            </a:r>
            <a:r>
              <a:rPr lang="en-US" dirty="0"/>
              <a:t> and resize to indicate where </a:t>
            </a:r>
            <a:r>
              <a:rPr lang="en-US" b="1" dirty="0">
                <a:solidFill>
                  <a:srgbClr val="FF0000"/>
                </a:solidFill>
              </a:rPr>
              <a:t>hamstrings</a:t>
            </a:r>
            <a:r>
              <a:rPr lang="en-US" dirty="0"/>
              <a:t>dominate</a:t>
            </a: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E73CB8EF-3067-4AA4-DD6D-DE0AE0F8E40E}"/>
              </a:ext>
            </a:extLst>
          </p:cNvPr>
          <p:cNvSpPr/>
          <p:nvPr/>
        </p:nvSpPr>
        <p:spPr>
          <a:xfrm>
            <a:off x="10052353" y="903444"/>
            <a:ext cx="430429" cy="5051112"/>
          </a:xfrm>
          <a:prstGeom prst="rect">
            <a:avLst/>
          </a:prstGeom>
          <a:solidFill>
            <a:srgbClr val="FF0000">
              <a:alpha val="28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06D27AE9-DE7D-8BAD-208F-08E2ED55BEBC}"/>
              </a:ext>
            </a:extLst>
          </p:cNvPr>
          <p:cNvSpPr/>
          <p:nvPr/>
        </p:nvSpPr>
        <p:spPr>
          <a:xfrm>
            <a:off x="11691726" y="1037303"/>
            <a:ext cx="417604" cy="4969722"/>
          </a:xfrm>
          <a:prstGeom prst="rect">
            <a:avLst/>
          </a:prstGeom>
          <a:solidFill>
            <a:srgbClr val="C4008E">
              <a:alpha val="34902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EBA0DB81-E1F5-A399-21DD-189CEA2AB63E}"/>
              </a:ext>
            </a:extLst>
          </p:cNvPr>
          <p:cNvSpPr/>
          <p:nvPr/>
        </p:nvSpPr>
        <p:spPr>
          <a:xfrm>
            <a:off x="11446684" y="1069131"/>
            <a:ext cx="417604" cy="4872613"/>
          </a:xfrm>
          <a:prstGeom prst="rect">
            <a:avLst/>
          </a:prstGeom>
          <a:solidFill>
            <a:srgbClr val="C4008E">
              <a:alpha val="34902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864B9B17-CBEB-9F5B-74CA-51B08E5113DC}"/>
              </a:ext>
            </a:extLst>
          </p:cNvPr>
          <p:cNvSpPr/>
          <p:nvPr/>
        </p:nvSpPr>
        <p:spPr>
          <a:xfrm>
            <a:off x="10167492" y="895987"/>
            <a:ext cx="430429" cy="5051112"/>
          </a:xfrm>
          <a:prstGeom prst="rect">
            <a:avLst/>
          </a:prstGeom>
          <a:solidFill>
            <a:srgbClr val="FF0000">
              <a:alpha val="28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FAD40C0E-B637-EA8F-DE82-A06971557BF3}"/>
              </a:ext>
            </a:extLst>
          </p:cNvPr>
          <p:cNvSpPr/>
          <p:nvPr/>
        </p:nvSpPr>
        <p:spPr>
          <a:xfrm>
            <a:off x="11599084" y="1221531"/>
            <a:ext cx="417604" cy="4872613"/>
          </a:xfrm>
          <a:prstGeom prst="rect">
            <a:avLst/>
          </a:prstGeom>
          <a:solidFill>
            <a:srgbClr val="C4008E">
              <a:alpha val="34902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E5344B15-4EA7-0DE9-C4D4-4AEAA76C104F}"/>
              </a:ext>
            </a:extLst>
          </p:cNvPr>
          <p:cNvSpPr/>
          <p:nvPr/>
        </p:nvSpPr>
        <p:spPr>
          <a:xfrm>
            <a:off x="10424538" y="919344"/>
            <a:ext cx="430429" cy="5051112"/>
          </a:xfrm>
          <a:prstGeom prst="rect">
            <a:avLst/>
          </a:prstGeom>
          <a:solidFill>
            <a:srgbClr val="FF0000">
              <a:alpha val="28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0BC19716-A8F4-B996-5E2C-7D308E19327E}"/>
              </a:ext>
            </a:extLst>
          </p:cNvPr>
          <p:cNvSpPr/>
          <p:nvPr/>
        </p:nvSpPr>
        <p:spPr>
          <a:xfrm>
            <a:off x="11361277" y="1049596"/>
            <a:ext cx="417604" cy="4872613"/>
          </a:xfrm>
          <a:prstGeom prst="rect">
            <a:avLst/>
          </a:prstGeom>
          <a:solidFill>
            <a:srgbClr val="C4008E">
              <a:alpha val="34902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0530A7DE-29EF-739D-50B2-9ED49A95352C}"/>
              </a:ext>
            </a:extLst>
          </p:cNvPr>
          <p:cNvSpPr/>
          <p:nvPr/>
        </p:nvSpPr>
        <p:spPr>
          <a:xfrm>
            <a:off x="10534150" y="903444"/>
            <a:ext cx="430429" cy="5051112"/>
          </a:xfrm>
          <a:prstGeom prst="rect">
            <a:avLst/>
          </a:prstGeom>
          <a:solidFill>
            <a:srgbClr val="FF0000">
              <a:alpha val="28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63242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911</Words>
  <Application>Microsoft Office PowerPoint</Application>
  <PresentationFormat>Widescreen</PresentationFormat>
  <Paragraphs>471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Aptos</vt:lpstr>
      <vt:lpstr>Aptos Display</vt:lpstr>
      <vt:lpstr>Arial</vt:lpstr>
      <vt:lpstr>Calibri</vt:lpstr>
      <vt:lpstr>Symbol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Beverly, Nancy</dc:creator>
  <cp:lastModifiedBy>Beverly, Nancy</cp:lastModifiedBy>
  <cp:revision>5</cp:revision>
  <dcterms:created xsi:type="dcterms:W3CDTF">2024-12-17T15:43:54Z</dcterms:created>
  <dcterms:modified xsi:type="dcterms:W3CDTF">2025-12-18T15:48:29Z</dcterms:modified>
</cp:coreProperties>
</file>